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9"/>
  </p:notesMasterIdLst>
  <p:sldIdLst>
    <p:sldId id="256" r:id="rId2"/>
    <p:sldId id="257" r:id="rId3"/>
    <p:sldId id="259" r:id="rId4"/>
    <p:sldId id="260" r:id="rId5"/>
    <p:sldId id="261" r:id="rId6"/>
    <p:sldId id="262" r:id="rId7"/>
    <p:sldId id="263" r:id="rId8"/>
    <p:sldId id="265" r:id="rId9"/>
    <p:sldId id="266" r:id="rId10"/>
    <p:sldId id="267" r:id="rId11"/>
    <p:sldId id="268" r:id="rId12"/>
    <p:sldId id="269" r:id="rId13"/>
    <p:sldId id="289" r:id="rId14"/>
    <p:sldId id="290" r:id="rId15"/>
    <p:sldId id="291" r:id="rId16"/>
    <p:sldId id="295" r:id="rId17"/>
    <p:sldId id="296" r:id="rId18"/>
    <p:sldId id="297" r:id="rId19"/>
    <p:sldId id="298" r:id="rId20"/>
    <p:sldId id="299" r:id="rId21"/>
    <p:sldId id="300" r:id="rId22"/>
    <p:sldId id="301" r:id="rId23"/>
    <p:sldId id="274" r:id="rId24"/>
    <p:sldId id="273" r:id="rId25"/>
    <p:sldId id="281" r:id="rId26"/>
    <p:sldId id="288" r:id="rId27"/>
    <p:sldId id="282" r:id="rId28"/>
  </p:sldIdLst>
  <p:sldSz cx="12192000" cy="6858000"/>
  <p:notesSz cx="12192000" cy="6858000"/>
  <p:defaultTextStyle>
    <a:defPPr>
      <a:defRPr kern="0"/>
    </a:defPPr>
  </p:defaultTextStyle>
  <p:extLst>
    <p:ext uri="{521415D9-36F7-43E2-AB2F-B90AF26B5E84}">
      <p14:sectionLst xmlns:p14="http://schemas.microsoft.com/office/powerpoint/2010/main">
        <p14:section name="Default Section" id="{2C7F618B-ADAD-4CA6-8111-726694F26761}">
          <p14:sldIdLst>
            <p14:sldId id="256"/>
            <p14:sldId id="257"/>
            <p14:sldId id="259"/>
            <p14:sldId id="260"/>
            <p14:sldId id="261"/>
            <p14:sldId id="262"/>
            <p14:sldId id="263"/>
            <p14:sldId id="265"/>
            <p14:sldId id="266"/>
            <p14:sldId id="267"/>
            <p14:sldId id="268"/>
            <p14:sldId id="269"/>
            <p14:sldId id="289"/>
            <p14:sldId id="290"/>
            <p14:sldId id="291"/>
            <p14:sldId id="295"/>
            <p14:sldId id="296"/>
            <p14:sldId id="297"/>
            <p14:sldId id="298"/>
            <p14:sldId id="299"/>
            <p14:sldId id="300"/>
            <p14:sldId id="301"/>
            <p14:sldId id="274"/>
            <p14:sldId id="273"/>
          </p14:sldIdLst>
        </p14:section>
        <p14:section name="Untitled Section" id="{08359999-A734-44C5-BDA6-8004E9F3AC09}">
          <p14:sldIdLst>
            <p14:sldId id="281"/>
            <p14:sldId id="288"/>
            <p14:sldId id="282"/>
          </p14:sldIdLst>
        </p14:section>
      </p14:sectionLst>
    </p:ex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81" d="100"/>
          <a:sy n="81" d="100"/>
        </p:scale>
        <p:origin x="725" y="58"/>
      </p:cViewPr>
      <p:guideLst>
        <p:guide orient="horz" pos="2880"/>
        <p:guide pos="2160"/>
      </p:guideLst>
    </p:cSldViewPr>
  </p:slideViewPr>
  <p:notesTextViewPr>
    <p:cViewPr>
      <p:scale>
        <a:sx n="100" d="100"/>
        <a:sy n="100" d="100"/>
      </p:scale>
      <p:origin x="0" y="0"/>
    </p:cViewPr>
  </p:notesTextViewPr>
  <p:sorterViewPr>
    <p:cViewPr>
      <p:scale>
        <a:sx n="100" d="100"/>
        <a:sy n="100" d="100"/>
      </p:scale>
      <p:origin x="0" y="-2035"/>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presProps" Target="presProp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5283200" cy="3444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6905625" y="0"/>
            <a:ext cx="5283200" cy="344488"/>
          </a:xfrm>
          <a:prstGeom prst="rect">
            <a:avLst/>
          </a:prstGeom>
        </p:spPr>
        <p:txBody>
          <a:bodyPr vert="horz" lIns="91440" tIns="45720" rIns="91440" bIns="45720" rtlCol="0"/>
          <a:lstStyle>
            <a:lvl1pPr algn="r">
              <a:defRPr sz="1200"/>
            </a:lvl1pPr>
          </a:lstStyle>
          <a:p>
            <a:fld id="{7A6FA866-19DD-4E6F-AEB4-41B0ABC8C01E}" type="datetimeFigureOut">
              <a:rPr lang="en-IN" smtClean="0"/>
              <a:t>23-09-2024</a:t>
            </a:fld>
            <a:endParaRPr lang="en-IN"/>
          </a:p>
        </p:txBody>
      </p:sp>
      <p:sp>
        <p:nvSpPr>
          <p:cNvPr id="4" name="Slide Image Placeholder 3"/>
          <p:cNvSpPr>
            <a:spLocks noGrp="1" noRot="1" noChangeAspect="1"/>
          </p:cNvSpPr>
          <p:nvPr>
            <p:ph type="sldImg" idx="2"/>
          </p:nvPr>
        </p:nvSpPr>
        <p:spPr>
          <a:xfrm>
            <a:off x="4038600" y="857250"/>
            <a:ext cx="4114800" cy="2314575"/>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1219200" y="3300413"/>
            <a:ext cx="9753600" cy="2700337"/>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6513513"/>
            <a:ext cx="5283200" cy="3444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6905625" y="6513513"/>
            <a:ext cx="5283200" cy="344487"/>
          </a:xfrm>
          <a:prstGeom prst="rect">
            <a:avLst/>
          </a:prstGeom>
        </p:spPr>
        <p:txBody>
          <a:bodyPr vert="horz" lIns="91440" tIns="45720" rIns="91440" bIns="45720" rtlCol="0" anchor="b"/>
          <a:lstStyle>
            <a:lvl1pPr algn="r">
              <a:defRPr sz="1200"/>
            </a:lvl1pPr>
          </a:lstStyle>
          <a:p>
            <a:fld id="{CE0EAECE-DD41-498B-8DE6-1D72119FBED0}" type="slidenum">
              <a:rPr lang="en-IN" smtClean="0"/>
              <a:t>‹#›</a:t>
            </a:fld>
            <a:endParaRPr lang="en-IN"/>
          </a:p>
        </p:txBody>
      </p:sp>
    </p:spTree>
    <p:extLst>
      <p:ext uri="{BB962C8B-B14F-4D97-AF65-F5344CB8AC3E}">
        <p14:creationId xmlns:p14="http://schemas.microsoft.com/office/powerpoint/2010/main" val="254663744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CE0EAECE-DD41-498B-8DE6-1D72119FBED0}" type="slidenum">
              <a:rPr lang="en-IN" smtClean="0"/>
              <a:t>21</a:t>
            </a:fld>
            <a:endParaRPr lang="en-IN"/>
          </a:p>
        </p:txBody>
      </p:sp>
    </p:spTree>
    <p:extLst>
      <p:ext uri="{BB962C8B-B14F-4D97-AF65-F5344CB8AC3E}">
        <p14:creationId xmlns:p14="http://schemas.microsoft.com/office/powerpoint/2010/main" val="168343731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CE0EAECE-DD41-498B-8DE6-1D72119FBED0}" type="slidenum">
              <a:rPr lang="en-IN" smtClean="0"/>
              <a:t>23</a:t>
            </a:fld>
            <a:endParaRPr lang="en-IN"/>
          </a:p>
        </p:txBody>
      </p:sp>
    </p:spTree>
    <p:extLst>
      <p:ext uri="{BB962C8B-B14F-4D97-AF65-F5344CB8AC3E}">
        <p14:creationId xmlns:p14="http://schemas.microsoft.com/office/powerpoint/2010/main" val="256709516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CE0EAECE-DD41-498B-8DE6-1D72119FBED0}" type="slidenum">
              <a:rPr lang="en-IN" smtClean="0"/>
              <a:t>25</a:t>
            </a:fld>
            <a:endParaRPr lang="en-IN"/>
          </a:p>
        </p:txBody>
      </p:sp>
    </p:spTree>
    <p:extLst>
      <p:ext uri="{BB962C8B-B14F-4D97-AF65-F5344CB8AC3E}">
        <p14:creationId xmlns:p14="http://schemas.microsoft.com/office/powerpoint/2010/main" val="112033293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774598" y="211658"/>
            <a:ext cx="4625975" cy="635000"/>
          </a:xfrm>
          <a:prstGeom prst="rect">
            <a:avLst/>
          </a:prstGeom>
        </p:spPr>
        <p:txBody>
          <a:bodyPr wrap="square" lIns="0" tIns="0" rIns="0" bIns="0">
            <a:spAutoFit/>
          </a:bodyPr>
          <a:lstStyle>
            <a:lvl1pPr>
              <a:defRPr sz="4400" b="1" i="0">
                <a:solidFill>
                  <a:schemeClr val="tx1"/>
                </a:solidFill>
                <a:latin typeface="Times New Roman"/>
                <a:cs typeface="Times New Roman"/>
              </a:defRPr>
            </a:lvl1pPr>
          </a:lstStyle>
          <a:p>
            <a:endParaRPr/>
          </a:p>
        </p:txBody>
      </p:sp>
      <p:sp>
        <p:nvSpPr>
          <p:cNvPr id="3" name="Holder 3"/>
          <p:cNvSpPr>
            <a:spLocks noGrp="1"/>
          </p:cNvSpPr>
          <p:nvPr>
            <p:ph type="subTitle" idx="4"/>
          </p:nvPr>
        </p:nvSpPr>
        <p:spPr>
          <a:xfrm>
            <a:off x="1828800" y="3840480"/>
            <a:ext cx="8534400" cy="1714500"/>
          </a:xfrm>
          <a:prstGeom prst="rect">
            <a:avLst/>
          </a:prstGeom>
        </p:spPr>
        <p:txBody>
          <a:bodyPr wrap="square" lIns="0" tIns="0" rIns="0" bIns="0">
            <a:spAutoFit/>
          </a:bodyPr>
          <a:lstStyle>
            <a:lvl1pPr>
              <a:defRPr sz="2000" b="0" i="0">
                <a:solidFill>
                  <a:schemeClr val="tx1"/>
                </a:solidFill>
                <a:latin typeface="Times New Roman"/>
                <a:cs typeface="Times New Roman"/>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defRPr sz="1200" b="0" i="0">
                <a:solidFill>
                  <a:schemeClr val="tx1"/>
                </a:solidFill>
                <a:latin typeface="Carlito"/>
                <a:cs typeface="Carlito"/>
              </a:defRPr>
            </a:lvl1pPr>
          </a:lstStyle>
          <a:p>
            <a:pPr marL="234315">
              <a:lnSpc>
                <a:spcPts val="1240"/>
              </a:lnSpc>
            </a:pPr>
            <a:fld id="{55808E09-1732-4F6B-AA29-B53142EEBE49}" type="datetime1">
              <a:rPr lang="en-US" spc="-10" smtClean="0"/>
              <a:t>9/23/2024</a:t>
            </a:fld>
            <a:endParaRPr spc="-10" dirty="0"/>
          </a:p>
        </p:txBody>
      </p:sp>
      <p:sp>
        <p:nvSpPr>
          <p:cNvPr id="6" name="Holder 6"/>
          <p:cNvSpPr>
            <a:spLocks noGrp="1"/>
          </p:cNvSpPr>
          <p:nvPr>
            <p:ph type="sldNum" sz="quarter" idx="7"/>
          </p:nvPr>
        </p:nvSpPr>
        <p:spPr/>
        <p:txBody>
          <a:bodyPr lIns="0" tIns="0" rIns="0" bIns="0"/>
          <a:lstStyle>
            <a:lvl1pPr>
              <a:defRPr sz="1200" b="0" i="0">
                <a:solidFill>
                  <a:srgbClr val="888888"/>
                </a:solidFill>
                <a:latin typeface="Carlito"/>
                <a:cs typeface="Carlito"/>
              </a:defRPr>
            </a:lvl1pPr>
          </a:lstStyle>
          <a:p>
            <a:pPr marL="38100">
              <a:lnSpc>
                <a:spcPts val="1240"/>
              </a:lnSpc>
            </a:pPr>
            <a:fld id="{81D60167-4931-47E6-BA6A-407CBD079E47}" type="slidenum">
              <a:rPr spc="-25" dirty="0"/>
              <a:t>‹#›</a:t>
            </a:fld>
            <a:endParaRPr spc="-25"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400" b="1" i="0">
                <a:solidFill>
                  <a:schemeClr val="tx1"/>
                </a:solidFill>
                <a:latin typeface="Times New Roman"/>
                <a:cs typeface="Times New Roman"/>
              </a:defRPr>
            </a:lvl1pPr>
          </a:lstStyle>
          <a:p>
            <a:endParaRPr/>
          </a:p>
        </p:txBody>
      </p:sp>
      <p:sp>
        <p:nvSpPr>
          <p:cNvPr id="3" name="Holder 3"/>
          <p:cNvSpPr>
            <a:spLocks noGrp="1"/>
          </p:cNvSpPr>
          <p:nvPr>
            <p:ph type="body" idx="1"/>
          </p:nvPr>
        </p:nvSpPr>
        <p:spPr/>
        <p:txBody>
          <a:bodyPr lIns="0" tIns="0" rIns="0" bIns="0"/>
          <a:lstStyle>
            <a:lvl1pPr>
              <a:defRPr sz="2000" b="0" i="0">
                <a:solidFill>
                  <a:schemeClr val="tx1"/>
                </a:solidFill>
                <a:latin typeface="Times New Roman"/>
                <a:cs typeface="Times New Roman"/>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defRPr sz="1200" b="0" i="0">
                <a:solidFill>
                  <a:schemeClr val="tx1"/>
                </a:solidFill>
                <a:latin typeface="Carlito"/>
                <a:cs typeface="Carlito"/>
              </a:defRPr>
            </a:lvl1pPr>
          </a:lstStyle>
          <a:p>
            <a:pPr marL="234315">
              <a:lnSpc>
                <a:spcPts val="1240"/>
              </a:lnSpc>
            </a:pPr>
            <a:fld id="{7414B9A8-2CA3-4EE5-9DFA-1FF20A7A780E}" type="datetime1">
              <a:rPr lang="en-US" spc="-10" smtClean="0"/>
              <a:t>9/23/2024</a:t>
            </a:fld>
            <a:endParaRPr spc="-10" dirty="0"/>
          </a:p>
        </p:txBody>
      </p:sp>
      <p:sp>
        <p:nvSpPr>
          <p:cNvPr id="6" name="Holder 6"/>
          <p:cNvSpPr>
            <a:spLocks noGrp="1"/>
          </p:cNvSpPr>
          <p:nvPr>
            <p:ph type="sldNum" sz="quarter" idx="7"/>
          </p:nvPr>
        </p:nvSpPr>
        <p:spPr/>
        <p:txBody>
          <a:bodyPr lIns="0" tIns="0" rIns="0" bIns="0"/>
          <a:lstStyle>
            <a:lvl1pPr>
              <a:defRPr sz="1200" b="0" i="0">
                <a:solidFill>
                  <a:srgbClr val="888888"/>
                </a:solidFill>
                <a:latin typeface="Carlito"/>
                <a:cs typeface="Carlito"/>
              </a:defRPr>
            </a:lvl1pPr>
          </a:lstStyle>
          <a:p>
            <a:pPr marL="38100">
              <a:lnSpc>
                <a:spcPts val="1240"/>
              </a:lnSpc>
            </a:pPr>
            <a:fld id="{81D60167-4931-47E6-BA6A-407CBD079E47}" type="slidenum">
              <a:rPr spc="-25" dirty="0"/>
              <a:t>‹#›</a:t>
            </a:fld>
            <a:endParaRPr spc="-25"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400" b="1" i="0">
                <a:solidFill>
                  <a:schemeClr val="tx1"/>
                </a:solidFill>
                <a:latin typeface="Times New Roman"/>
                <a:cs typeface="Times New Roman"/>
              </a:defRPr>
            </a:lvl1pPr>
          </a:lstStyle>
          <a:p>
            <a:endParaRPr/>
          </a:p>
        </p:txBody>
      </p:sp>
      <p:sp>
        <p:nvSpPr>
          <p:cNvPr id="3" name="Holder 3"/>
          <p:cNvSpPr>
            <a:spLocks noGrp="1"/>
          </p:cNvSpPr>
          <p:nvPr>
            <p:ph sz="half" idx="2"/>
          </p:nvPr>
        </p:nvSpPr>
        <p:spPr>
          <a:xfrm>
            <a:off x="609600" y="1577340"/>
            <a:ext cx="530352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6278880" y="1577340"/>
            <a:ext cx="5303520" cy="452628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defRPr sz="1200" b="0" i="0">
                <a:solidFill>
                  <a:schemeClr val="tx1"/>
                </a:solidFill>
                <a:latin typeface="Carlito"/>
                <a:cs typeface="Carlito"/>
              </a:defRPr>
            </a:lvl1pPr>
          </a:lstStyle>
          <a:p>
            <a:pPr marL="234315">
              <a:lnSpc>
                <a:spcPts val="1240"/>
              </a:lnSpc>
            </a:pPr>
            <a:fld id="{8F4C8AD6-885F-40B7-8558-52E9D3053FC0}" type="datetime1">
              <a:rPr lang="en-US" spc="-10" smtClean="0"/>
              <a:t>9/23/2024</a:t>
            </a:fld>
            <a:endParaRPr spc="-10" dirty="0"/>
          </a:p>
        </p:txBody>
      </p:sp>
      <p:sp>
        <p:nvSpPr>
          <p:cNvPr id="7" name="Holder 7"/>
          <p:cNvSpPr>
            <a:spLocks noGrp="1"/>
          </p:cNvSpPr>
          <p:nvPr>
            <p:ph type="sldNum" sz="quarter" idx="7"/>
          </p:nvPr>
        </p:nvSpPr>
        <p:spPr/>
        <p:txBody>
          <a:bodyPr lIns="0" tIns="0" rIns="0" bIns="0"/>
          <a:lstStyle>
            <a:lvl1pPr>
              <a:defRPr sz="1200" b="0" i="0">
                <a:solidFill>
                  <a:srgbClr val="888888"/>
                </a:solidFill>
                <a:latin typeface="Carlito"/>
                <a:cs typeface="Carlito"/>
              </a:defRPr>
            </a:lvl1pPr>
          </a:lstStyle>
          <a:p>
            <a:pPr marL="38100">
              <a:lnSpc>
                <a:spcPts val="1240"/>
              </a:lnSpc>
            </a:pPr>
            <a:fld id="{81D60167-4931-47E6-BA6A-407CBD079E47}" type="slidenum">
              <a:rPr spc="-25" dirty="0"/>
              <a:t>‹#›</a:t>
            </a:fld>
            <a:endParaRPr spc="-25"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400" b="1" i="0">
                <a:solidFill>
                  <a:schemeClr val="tx1"/>
                </a:solidFill>
                <a:latin typeface="Times New Roman"/>
                <a:cs typeface="Times New Roman"/>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defRPr sz="1200" b="0" i="0">
                <a:solidFill>
                  <a:schemeClr val="tx1"/>
                </a:solidFill>
                <a:latin typeface="Carlito"/>
                <a:cs typeface="Carlito"/>
              </a:defRPr>
            </a:lvl1pPr>
          </a:lstStyle>
          <a:p>
            <a:pPr marL="234315">
              <a:lnSpc>
                <a:spcPts val="1240"/>
              </a:lnSpc>
            </a:pPr>
            <a:fld id="{3DB5D84B-7EA8-434D-933A-FFFB3B868335}" type="datetime1">
              <a:rPr lang="en-US" spc="-10" smtClean="0"/>
              <a:t>9/23/2024</a:t>
            </a:fld>
            <a:endParaRPr spc="-10" dirty="0"/>
          </a:p>
        </p:txBody>
      </p:sp>
      <p:sp>
        <p:nvSpPr>
          <p:cNvPr id="5" name="Holder 5"/>
          <p:cNvSpPr>
            <a:spLocks noGrp="1"/>
          </p:cNvSpPr>
          <p:nvPr>
            <p:ph type="sldNum" sz="quarter" idx="7"/>
          </p:nvPr>
        </p:nvSpPr>
        <p:spPr/>
        <p:txBody>
          <a:bodyPr lIns="0" tIns="0" rIns="0" bIns="0"/>
          <a:lstStyle>
            <a:lvl1pPr>
              <a:defRPr sz="1200" b="0" i="0">
                <a:solidFill>
                  <a:srgbClr val="888888"/>
                </a:solidFill>
                <a:latin typeface="Carlito"/>
                <a:cs typeface="Carlito"/>
              </a:defRPr>
            </a:lvl1pPr>
          </a:lstStyle>
          <a:p>
            <a:pPr marL="38100">
              <a:lnSpc>
                <a:spcPts val="1240"/>
              </a:lnSpc>
            </a:pPr>
            <a:fld id="{81D60167-4931-47E6-BA6A-407CBD079E47}" type="slidenum">
              <a:rPr spc="-25" dirty="0"/>
              <a:t>‹#›</a:t>
            </a:fld>
            <a:endParaRPr spc="-25"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defRPr sz="1200" b="0" i="0">
                <a:solidFill>
                  <a:schemeClr val="tx1"/>
                </a:solidFill>
                <a:latin typeface="Carlito"/>
                <a:cs typeface="Carlito"/>
              </a:defRPr>
            </a:lvl1pPr>
          </a:lstStyle>
          <a:p>
            <a:pPr marL="234315">
              <a:lnSpc>
                <a:spcPts val="1240"/>
              </a:lnSpc>
            </a:pPr>
            <a:fld id="{988E90C9-75BB-4EA3-B456-661272824347}" type="datetime1">
              <a:rPr lang="en-US" spc="-10" smtClean="0"/>
              <a:t>9/23/2024</a:t>
            </a:fld>
            <a:endParaRPr spc="-10" dirty="0"/>
          </a:p>
        </p:txBody>
      </p:sp>
      <p:sp>
        <p:nvSpPr>
          <p:cNvPr id="4" name="Holder 4"/>
          <p:cNvSpPr>
            <a:spLocks noGrp="1"/>
          </p:cNvSpPr>
          <p:nvPr>
            <p:ph type="sldNum" sz="quarter" idx="7"/>
          </p:nvPr>
        </p:nvSpPr>
        <p:spPr/>
        <p:txBody>
          <a:bodyPr lIns="0" tIns="0" rIns="0" bIns="0"/>
          <a:lstStyle>
            <a:lvl1pPr>
              <a:defRPr sz="1200" b="0" i="0">
                <a:solidFill>
                  <a:srgbClr val="888888"/>
                </a:solidFill>
                <a:latin typeface="Carlito"/>
                <a:cs typeface="Carlito"/>
              </a:defRPr>
            </a:lvl1pPr>
          </a:lstStyle>
          <a:p>
            <a:pPr marL="38100">
              <a:lnSpc>
                <a:spcPts val="1240"/>
              </a:lnSpc>
            </a:pPr>
            <a:fld id="{81D60167-4931-47E6-BA6A-407CBD079E47}" type="slidenum">
              <a:rPr spc="-25" dirty="0"/>
              <a:t>‹#›</a:t>
            </a:fld>
            <a:endParaRPr spc="-25"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older 2"/>
          <p:cNvSpPr>
            <a:spLocks noGrp="1"/>
          </p:cNvSpPr>
          <p:nvPr>
            <p:ph type="title"/>
          </p:nvPr>
        </p:nvSpPr>
        <p:spPr>
          <a:xfrm>
            <a:off x="916939" y="626440"/>
            <a:ext cx="10358120" cy="697230"/>
          </a:xfrm>
          <a:prstGeom prst="rect">
            <a:avLst/>
          </a:prstGeom>
        </p:spPr>
        <p:txBody>
          <a:bodyPr wrap="square" lIns="0" tIns="0" rIns="0" bIns="0">
            <a:spAutoFit/>
          </a:bodyPr>
          <a:lstStyle>
            <a:lvl1pPr>
              <a:defRPr sz="4400" b="1" i="0">
                <a:solidFill>
                  <a:schemeClr val="tx1"/>
                </a:solidFill>
                <a:latin typeface="Times New Roman"/>
                <a:cs typeface="Times New Roman"/>
              </a:defRPr>
            </a:lvl1pPr>
          </a:lstStyle>
          <a:p>
            <a:endParaRPr/>
          </a:p>
        </p:txBody>
      </p:sp>
      <p:sp>
        <p:nvSpPr>
          <p:cNvPr id="3" name="Holder 3"/>
          <p:cNvSpPr>
            <a:spLocks noGrp="1"/>
          </p:cNvSpPr>
          <p:nvPr>
            <p:ph type="body" idx="1"/>
          </p:nvPr>
        </p:nvSpPr>
        <p:spPr>
          <a:xfrm>
            <a:off x="916939" y="1460702"/>
            <a:ext cx="10346690" cy="3985260"/>
          </a:xfrm>
          <a:prstGeom prst="rect">
            <a:avLst/>
          </a:prstGeom>
        </p:spPr>
        <p:txBody>
          <a:bodyPr wrap="square" lIns="0" tIns="0" rIns="0" bIns="0">
            <a:spAutoFit/>
          </a:bodyPr>
          <a:lstStyle>
            <a:lvl1pPr>
              <a:defRPr sz="2000" b="0" i="0">
                <a:solidFill>
                  <a:schemeClr val="tx1"/>
                </a:solidFill>
                <a:latin typeface="Times New Roman"/>
                <a:cs typeface="Times New Roman"/>
              </a:defRPr>
            </a:lvl1pPr>
          </a:lstStyle>
          <a:p>
            <a:endParaRPr/>
          </a:p>
        </p:txBody>
      </p:sp>
      <p:sp>
        <p:nvSpPr>
          <p:cNvPr id="4" name="Holder 4"/>
          <p:cNvSpPr>
            <a:spLocks noGrp="1"/>
          </p:cNvSpPr>
          <p:nvPr>
            <p:ph type="ftr" sz="quarter" idx="5"/>
          </p:nvPr>
        </p:nvSpPr>
        <p:spPr>
          <a:xfrm>
            <a:off x="4145280" y="6377940"/>
            <a:ext cx="3901440" cy="342900"/>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417068" y="6335064"/>
            <a:ext cx="1333728" cy="266623"/>
          </a:xfrm>
          <a:prstGeom prst="rect">
            <a:avLst/>
          </a:prstGeom>
        </p:spPr>
        <p:txBody>
          <a:bodyPr wrap="square" lIns="0" tIns="0" rIns="0" bIns="0">
            <a:spAutoFit/>
          </a:bodyPr>
          <a:lstStyle>
            <a:lvl1pPr>
              <a:defRPr sz="1200" b="0" i="0">
                <a:solidFill>
                  <a:schemeClr val="tx1"/>
                </a:solidFill>
                <a:latin typeface="Carlito"/>
                <a:cs typeface="Carlito"/>
              </a:defRPr>
            </a:lvl1pPr>
          </a:lstStyle>
          <a:p>
            <a:pPr marL="234315">
              <a:lnSpc>
                <a:spcPts val="1240"/>
              </a:lnSpc>
            </a:pPr>
            <a:fld id="{525DD01E-F8C6-423F-A7E5-DE327035FA4A}" type="datetime1">
              <a:rPr lang="en-US" spc="-10" smtClean="0"/>
              <a:t>9/23/2024</a:t>
            </a:fld>
            <a:endParaRPr spc="-10" dirty="0"/>
          </a:p>
        </p:txBody>
      </p:sp>
      <p:sp>
        <p:nvSpPr>
          <p:cNvPr id="6" name="Holder 6"/>
          <p:cNvSpPr>
            <a:spLocks noGrp="1"/>
          </p:cNvSpPr>
          <p:nvPr>
            <p:ph type="sldNum" sz="quarter" idx="7"/>
          </p:nvPr>
        </p:nvSpPr>
        <p:spPr>
          <a:xfrm>
            <a:off x="11110594" y="6380784"/>
            <a:ext cx="244475" cy="177800"/>
          </a:xfrm>
          <a:prstGeom prst="rect">
            <a:avLst/>
          </a:prstGeom>
        </p:spPr>
        <p:txBody>
          <a:bodyPr wrap="square" lIns="0" tIns="0" rIns="0" bIns="0">
            <a:spAutoFit/>
          </a:bodyPr>
          <a:lstStyle>
            <a:lvl1pPr>
              <a:defRPr sz="1200" b="0" i="0">
                <a:solidFill>
                  <a:srgbClr val="888888"/>
                </a:solidFill>
                <a:latin typeface="Carlito"/>
                <a:cs typeface="Carlito"/>
              </a:defRPr>
            </a:lvl1pPr>
          </a:lstStyle>
          <a:p>
            <a:pPr marL="38100">
              <a:lnSpc>
                <a:spcPts val="1240"/>
              </a:lnSpc>
            </a:pPr>
            <a:fld id="{81D60167-4931-47E6-BA6A-407CBD079E47}" type="slidenum">
              <a:rPr spc="-25" dirty="0"/>
              <a:t>‹#›</a:t>
            </a:fld>
            <a:endParaRPr spc="-25" dirty="0"/>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hf hdr="0" ftr="0"/>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3" Type="http://schemas.openxmlformats.org/officeDocument/2006/relationships/image" Target="../media/image15.png"/><Relationship Id="rId18" Type="http://schemas.openxmlformats.org/officeDocument/2006/relationships/image" Target="../media/image20.png"/><Relationship Id="rId26" Type="http://schemas.openxmlformats.org/officeDocument/2006/relationships/image" Target="../media/image28.png"/><Relationship Id="rId39" Type="http://schemas.openxmlformats.org/officeDocument/2006/relationships/image" Target="../media/image41.png"/><Relationship Id="rId21" Type="http://schemas.openxmlformats.org/officeDocument/2006/relationships/image" Target="../media/image23.png"/><Relationship Id="rId34" Type="http://schemas.openxmlformats.org/officeDocument/2006/relationships/image" Target="../media/image36.png"/><Relationship Id="rId42" Type="http://schemas.openxmlformats.org/officeDocument/2006/relationships/image" Target="../media/image44.jpg"/><Relationship Id="rId7" Type="http://schemas.openxmlformats.org/officeDocument/2006/relationships/image" Target="../media/image9.png"/><Relationship Id="rId2" Type="http://schemas.openxmlformats.org/officeDocument/2006/relationships/image" Target="../media/image4.png"/><Relationship Id="rId16" Type="http://schemas.openxmlformats.org/officeDocument/2006/relationships/image" Target="../media/image18.png"/><Relationship Id="rId20" Type="http://schemas.openxmlformats.org/officeDocument/2006/relationships/image" Target="../media/image22.png"/><Relationship Id="rId29" Type="http://schemas.openxmlformats.org/officeDocument/2006/relationships/image" Target="../media/image31.png"/><Relationship Id="rId41" Type="http://schemas.openxmlformats.org/officeDocument/2006/relationships/image" Target="../media/image43.png"/><Relationship Id="rId1" Type="http://schemas.openxmlformats.org/officeDocument/2006/relationships/slideLayout" Target="../slideLayouts/slideLayout4.xml"/><Relationship Id="rId6" Type="http://schemas.openxmlformats.org/officeDocument/2006/relationships/image" Target="../media/image8.png"/><Relationship Id="rId11" Type="http://schemas.openxmlformats.org/officeDocument/2006/relationships/image" Target="../media/image13.png"/><Relationship Id="rId24" Type="http://schemas.openxmlformats.org/officeDocument/2006/relationships/image" Target="../media/image26.png"/><Relationship Id="rId32" Type="http://schemas.openxmlformats.org/officeDocument/2006/relationships/image" Target="../media/image34.png"/><Relationship Id="rId37" Type="http://schemas.openxmlformats.org/officeDocument/2006/relationships/image" Target="../media/image39.png"/><Relationship Id="rId40" Type="http://schemas.openxmlformats.org/officeDocument/2006/relationships/image" Target="../media/image42.png"/><Relationship Id="rId5" Type="http://schemas.openxmlformats.org/officeDocument/2006/relationships/image" Target="../media/image7.png"/><Relationship Id="rId15" Type="http://schemas.openxmlformats.org/officeDocument/2006/relationships/image" Target="../media/image17.png"/><Relationship Id="rId23" Type="http://schemas.openxmlformats.org/officeDocument/2006/relationships/image" Target="../media/image25.png"/><Relationship Id="rId28" Type="http://schemas.openxmlformats.org/officeDocument/2006/relationships/image" Target="../media/image30.png"/><Relationship Id="rId36" Type="http://schemas.openxmlformats.org/officeDocument/2006/relationships/image" Target="../media/image38.png"/><Relationship Id="rId10" Type="http://schemas.openxmlformats.org/officeDocument/2006/relationships/image" Target="../media/image12.png"/><Relationship Id="rId19" Type="http://schemas.openxmlformats.org/officeDocument/2006/relationships/image" Target="../media/image21.png"/><Relationship Id="rId31" Type="http://schemas.openxmlformats.org/officeDocument/2006/relationships/image" Target="../media/image33.png"/><Relationship Id="rId4" Type="http://schemas.openxmlformats.org/officeDocument/2006/relationships/image" Target="../media/image6.png"/><Relationship Id="rId9" Type="http://schemas.openxmlformats.org/officeDocument/2006/relationships/image" Target="../media/image11.png"/><Relationship Id="rId14" Type="http://schemas.openxmlformats.org/officeDocument/2006/relationships/image" Target="../media/image16.png"/><Relationship Id="rId22" Type="http://schemas.openxmlformats.org/officeDocument/2006/relationships/image" Target="../media/image24.png"/><Relationship Id="rId27" Type="http://schemas.openxmlformats.org/officeDocument/2006/relationships/image" Target="../media/image29.png"/><Relationship Id="rId30" Type="http://schemas.openxmlformats.org/officeDocument/2006/relationships/image" Target="../media/image32.png"/><Relationship Id="rId35" Type="http://schemas.openxmlformats.org/officeDocument/2006/relationships/image" Target="../media/image37.png"/><Relationship Id="rId43" Type="http://schemas.openxmlformats.org/officeDocument/2006/relationships/image" Target="../media/image45.jpg"/><Relationship Id="rId8" Type="http://schemas.openxmlformats.org/officeDocument/2006/relationships/image" Target="../media/image10.png"/><Relationship Id="rId3" Type="http://schemas.openxmlformats.org/officeDocument/2006/relationships/image" Target="../media/image5.png"/><Relationship Id="rId12" Type="http://schemas.openxmlformats.org/officeDocument/2006/relationships/image" Target="../media/image14.png"/><Relationship Id="rId17" Type="http://schemas.openxmlformats.org/officeDocument/2006/relationships/image" Target="../media/image19.png"/><Relationship Id="rId25" Type="http://schemas.openxmlformats.org/officeDocument/2006/relationships/image" Target="../media/image27.png"/><Relationship Id="rId33" Type="http://schemas.openxmlformats.org/officeDocument/2006/relationships/image" Target="../media/image35.png"/><Relationship Id="rId38" Type="http://schemas.openxmlformats.org/officeDocument/2006/relationships/image" Target="../media/image40.png"/></Relationships>
</file>

<file path=ppt/slides/_rels/slide12.xml.rels><?xml version="1.0" encoding="UTF-8" standalone="yes"?>
<Relationships xmlns="http://schemas.openxmlformats.org/package/2006/relationships"><Relationship Id="rId3" Type="http://schemas.openxmlformats.org/officeDocument/2006/relationships/image" Target="../media/image47.jpg"/><Relationship Id="rId2" Type="http://schemas.openxmlformats.org/officeDocument/2006/relationships/image" Target="../media/image46.jp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49.jpeg"/><Relationship Id="rId2" Type="http://schemas.openxmlformats.org/officeDocument/2006/relationships/image" Target="../media/image48.jpeg"/><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5.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hyperlink" Target="http://www.ijert.org/" TargetMode="External"/><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hyperlink" Target="http://www.ijraset.com/" TargetMode="External"/><Relationship Id="rId2" Type="http://schemas.openxmlformats.org/officeDocument/2006/relationships/hyperlink" Target="http://www.ijeast.com/" TargetMode="External"/><Relationship Id="rId1" Type="http://schemas.openxmlformats.org/officeDocument/2006/relationships/slideLayout" Target="../slideLayouts/slideLayout2.xml"/><Relationship Id="rId4" Type="http://schemas.openxmlformats.org/officeDocument/2006/relationships/hyperlink" Target="http://www.irjet.net/" TargetMode="Externa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object 4"/>
          <p:cNvSpPr txBox="1">
            <a:spLocks noGrp="1"/>
          </p:cNvSpPr>
          <p:nvPr>
            <p:ph type="title"/>
          </p:nvPr>
        </p:nvSpPr>
        <p:spPr>
          <a:xfrm>
            <a:off x="1046175" y="244297"/>
            <a:ext cx="9084945" cy="331470"/>
          </a:xfrm>
          <a:prstGeom prst="rect">
            <a:avLst/>
          </a:prstGeom>
        </p:spPr>
        <p:txBody>
          <a:bodyPr vert="horz" wrap="square" lIns="0" tIns="13335" rIns="0" bIns="0" rtlCol="0">
            <a:spAutoFit/>
          </a:bodyPr>
          <a:lstStyle/>
          <a:p>
            <a:pPr marL="12700">
              <a:lnSpc>
                <a:spcPct val="100000"/>
              </a:lnSpc>
              <a:spcBef>
                <a:spcPts val="105"/>
              </a:spcBef>
            </a:pPr>
            <a:r>
              <a:rPr sz="2000" spc="-30" dirty="0"/>
              <a:t>DEPARTMENT</a:t>
            </a:r>
            <a:r>
              <a:rPr sz="2000" spc="-50" dirty="0"/>
              <a:t> </a:t>
            </a:r>
            <a:r>
              <a:rPr sz="2000" dirty="0"/>
              <a:t>OF</a:t>
            </a:r>
            <a:r>
              <a:rPr sz="2000" spc="-90" dirty="0"/>
              <a:t> </a:t>
            </a:r>
            <a:r>
              <a:rPr sz="2000" dirty="0"/>
              <a:t>ELECTRONICS</a:t>
            </a:r>
            <a:r>
              <a:rPr sz="2000" spc="370" dirty="0"/>
              <a:t> </a:t>
            </a:r>
            <a:r>
              <a:rPr sz="2000" dirty="0"/>
              <a:t>AND</a:t>
            </a:r>
            <a:r>
              <a:rPr sz="2000" spc="-15" dirty="0"/>
              <a:t> </a:t>
            </a:r>
            <a:r>
              <a:rPr sz="2000" spc="-20" dirty="0"/>
              <a:t>COMMUNICATION</a:t>
            </a:r>
            <a:r>
              <a:rPr sz="2000" spc="-45" dirty="0"/>
              <a:t> </a:t>
            </a:r>
            <a:r>
              <a:rPr sz="2000" spc="-10" dirty="0"/>
              <a:t>ENGINEERING</a:t>
            </a:r>
            <a:endParaRPr sz="2000" dirty="0"/>
          </a:p>
        </p:txBody>
      </p:sp>
      <p:sp>
        <p:nvSpPr>
          <p:cNvPr id="5" name="object 5"/>
          <p:cNvSpPr txBox="1"/>
          <p:nvPr/>
        </p:nvSpPr>
        <p:spPr>
          <a:xfrm>
            <a:off x="2907029" y="660298"/>
            <a:ext cx="5567045" cy="1075690"/>
          </a:xfrm>
          <a:prstGeom prst="rect">
            <a:avLst/>
          </a:prstGeom>
        </p:spPr>
        <p:txBody>
          <a:bodyPr vert="horz" wrap="square" lIns="0" tIns="12700" rIns="0" bIns="0" rtlCol="0">
            <a:spAutoFit/>
          </a:bodyPr>
          <a:lstStyle/>
          <a:p>
            <a:pPr marL="1791335" marR="1385570" indent="-283845">
              <a:lnSpc>
                <a:spcPct val="156300"/>
              </a:lnSpc>
              <a:spcBef>
                <a:spcPts val="100"/>
              </a:spcBef>
            </a:pPr>
            <a:r>
              <a:rPr sz="1600" b="1" dirty="0">
                <a:latin typeface="Times New Roman"/>
                <a:cs typeface="Times New Roman"/>
              </a:rPr>
              <a:t>CMR</a:t>
            </a:r>
            <a:r>
              <a:rPr sz="1600" b="1" spc="-15" dirty="0">
                <a:latin typeface="Times New Roman"/>
                <a:cs typeface="Times New Roman"/>
              </a:rPr>
              <a:t> </a:t>
            </a:r>
            <a:r>
              <a:rPr sz="1600" b="1" spc="-10" dirty="0">
                <a:latin typeface="Times New Roman"/>
                <a:cs typeface="Times New Roman"/>
              </a:rPr>
              <a:t>TECHNICAL</a:t>
            </a:r>
            <a:r>
              <a:rPr sz="1600" b="1" spc="-85" dirty="0">
                <a:latin typeface="Times New Roman"/>
                <a:cs typeface="Times New Roman"/>
              </a:rPr>
              <a:t> </a:t>
            </a:r>
            <a:r>
              <a:rPr sz="1600" b="1" spc="-10" dirty="0">
                <a:latin typeface="Times New Roman"/>
                <a:cs typeface="Times New Roman"/>
              </a:rPr>
              <a:t>CAMPUS UGC</a:t>
            </a:r>
            <a:r>
              <a:rPr sz="1600" b="1" spc="-85" dirty="0">
                <a:latin typeface="Times New Roman"/>
                <a:cs typeface="Times New Roman"/>
              </a:rPr>
              <a:t> </a:t>
            </a:r>
            <a:r>
              <a:rPr sz="1600" b="1" spc="-10" dirty="0">
                <a:latin typeface="Times New Roman"/>
                <a:cs typeface="Times New Roman"/>
              </a:rPr>
              <a:t>AUTONOMOUS</a:t>
            </a:r>
            <a:endParaRPr sz="1600">
              <a:latin typeface="Times New Roman"/>
              <a:cs typeface="Times New Roman"/>
            </a:endParaRPr>
          </a:p>
          <a:p>
            <a:pPr marL="12700">
              <a:lnSpc>
                <a:spcPct val="100000"/>
              </a:lnSpc>
              <a:spcBef>
                <a:spcPts val="345"/>
              </a:spcBef>
            </a:pPr>
            <a:r>
              <a:rPr sz="1600" spc="-25" dirty="0">
                <a:latin typeface="Times New Roman"/>
                <a:cs typeface="Times New Roman"/>
              </a:rPr>
              <a:t>KANDLAKOYA</a:t>
            </a:r>
            <a:r>
              <a:rPr sz="1600" spc="-100" dirty="0">
                <a:latin typeface="Times New Roman"/>
                <a:cs typeface="Times New Roman"/>
              </a:rPr>
              <a:t> </a:t>
            </a:r>
            <a:r>
              <a:rPr sz="1600" dirty="0">
                <a:latin typeface="Times New Roman"/>
                <a:cs typeface="Times New Roman"/>
              </a:rPr>
              <a:t>(V),</a:t>
            </a:r>
            <a:r>
              <a:rPr sz="1600" spc="10" dirty="0">
                <a:latin typeface="Times New Roman"/>
                <a:cs typeface="Times New Roman"/>
              </a:rPr>
              <a:t> </a:t>
            </a:r>
            <a:r>
              <a:rPr sz="1600" dirty="0">
                <a:latin typeface="Times New Roman"/>
                <a:cs typeface="Times New Roman"/>
              </a:rPr>
              <a:t>MEDCHAL</a:t>
            </a:r>
            <a:r>
              <a:rPr sz="1600" spc="-60" dirty="0">
                <a:latin typeface="Times New Roman"/>
                <a:cs typeface="Times New Roman"/>
              </a:rPr>
              <a:t> </a:t>
            </a:r>
            <a:r>
              <a:rPr sz="1600" dirty="0">
                <a:latin typeface="Times New Roman"/>
                <a:cs typeface="Times New Roman"/>
              </a:rPr>
              <a:t>ROAD</a:t>
            </a:r>
            <a:r>
              <a:rPr sz="1600" spc="-15" dirty="0">
                <a:latin typeface="Times New Roman"/>
                <a:cs typeface="Times New Roman"/>
              </a:rPr>
              <a:t> </a:t>
            </a:r>
            <a:r>
              <a:rPr sz="1600" dirty="0">
                <a:latin typeface="Times New Roman"/>
                <a:cs typeface="Times New Roman"/>
              </a:rPr>
              <a:t>,</a:t>
            </a:r>
            <a:r>
              <a:rPr sz="1600" spc="-5" dirty="0">
                <a:latin typeface="Times New Roman"/>
                <a:cs typeface="Times New Roman"/>
              </a:rPr>
              <a:t> </a:t>
            </a:r>
            <a:r>
              <a:rPr sz="1600" dirty="0">
                <a:latin typeface="Times New Roman"/>
                <a:cs typeface="Times New Roman"/>
              </a:rPr>
              <a:t>HYDERABAD</a:t>
            </a:r>
            <a:r>
              <a:rPr sz="1600" spc="-30" dirty="0">
                <a:latin typeface="Times New Roman"/>
                <a:cs typeface="Times New Roman"/>
              </a:rPr>
              <a:t> </a:t>
            </a:r>
            <a:r>
              <a:rPr sz="1600" spc="-10" dirty="0">
                <a:latin typeface="Times New Roman"/>
                <a:cs typeface="Times New Roman"/>
              </a:rPr>
              <a:t>501401</a:t>
            </a:r>
            <a:endParaRPr sz="1600">
              <a:latin typeface="Times New Roman"/>
              <a:cs typeface="Times New Roman"/>
            </a:endParaRPr>
          </a:p>
        </p:txBody>
      </p:sp>
      <p:sp>
        <p:nvSpPr>
          <p:cNvPr id="6" name="object 6"/>
          <p:cNvSpPr txBox="1"/>
          <p:nvPr/>
        </p:nvSpPr>
        <p:spPr>
          <a:xfrm>
            <a:off x="1981200" y="3367276"/>
            <a:ext cx="8149919" cy="691856"/>
          </a:xfrm>
          <a:prstGeom prst="rect">
            <a:avLst/>
          </a:prstGeom>
        </p:spPr>
        <p:txBody>
          <a:bodyPr vert="horz" wrap="square" lIns="0" tIns="37465" rIns="0" bIns="0" rtlCol="0">
            <a:spAutoFit/>
          </a:bodyPr>
          <a:lstStyle/>
          <a:p>
            <a:pPr marR="51435" algn="ctr">
              <a:lnSpc>
                <a:spcPct val="100000"/>
              </a:lnSpc>
              <a:spcBef>
                <a:spcPts val="295"/>
              </a:spcBef>
            </a:pPr>
            <a:r>
              <a:rPr sz="1800" dirty="0">
                <a:latin typeface="Times New Roman"/>
                <a:cs typeface="Times New Roman"/>
              </a:rPr>
              <a:t>M</a:t>
            </a:r>
            <a:r>
              <a:rPr lang="en-US" sz="1800" dirty="0">
                <a:latin typeface="Times New Roman"/>
                <a:cs typeface="Times New Roman"/>
              </a:rPr>
              <a:t>ajor</a:t>
            </a:r>
            <a:r>
              <a:rPr sz="1800" spc="-30" dirty="0">
                <a:latin typeface="Times New Roman"/>
                <a:cs typeface="Times New Roman"/>
              </a:rPr>
              <a:t> </a:t>
            </a:r>
            <a:r>
              <a:rPr sz="1800" dirty="0">
                <a:latin typeface="Times New Roman"/>
                <a:cs typeface="Times New Roman"/>
              </a:rPr>
              <a:t>Project</a:t>
            </a:r>
            <a:r>
              <a:rPr sz="1800" spc="-45" dirty="0">
                <a:latin typeface="Times New Roman"/>
                <a:cs typeface="Times New Roman"/>
              </a:rPr>
              <a:t> </a:t>
            </a:r>
            <a:r>
              <a:rPr sz="1800" dirty="0">
                <a:latin typeface="Times New Roman"/>
                <a:cs typeface="Times New Roman"/>
              </a:rPr>
              <a:t>Presentation</a:t>
            </a:r>
            <a:r>
              <a:rPr sz="1800" spc="-50" dirty="0">
                <a:latin typeface="Times New Roman"/>
                <a:cs typeface="Times New Roman"/>
              </a:rPr>
              <a:t> </a:t>
            </a:r>
            <a:r>
              <a:rPr sz="1800" spc="-25" dirty="0">
                <a:latin typeface="Times New Roman"/>
                <a:cs typeface="Times New Roman"/>
              </a:rPr>
              <a:t>On</a:t>
            </a:r>
            <a:endParaRPr lang="en-US" sz="2000" spc="-25" dirty="0">
              <a:latin typeface="Times New Roman"/>
              <a:cs typeface="Times New Roman"/>
            </a:endParaRPr>
          </a:p>
          <a:p>
            <a:pPr marR="51435" algn="ctr">
              <a:lnSpc>
                <a:spcPct val="100000"/>
              </a:lnSpc>
              <a:spcBef>
                <a:spcPts val="295"/>
              </a:spcBef>
            </a:pPr>
            <a:r>
              <a:rPr lang="en-IN" sz="2200" spc="-25" dirty="0">
                <a:latin typeface="Times New Roman"/>
                <a:cs typeface="Times New Roman"/>
              </a:rPr>
              <a:t>Implementation Of  Railway Track Crack Detection System</a:t>
            </a:r>
            <a:endParaRPr sz="2200" dirty="0">
              <a:latin typeface="Times New Roman"/>
              <a:cs typeface="Times New Roman"/>
            </a:endParaRPr>
          </a:p>
        </p:txBody>
      </p:sp>
      <p:sp>
        <p:nvSpPr>
          <p:cNvPr id="7" name="object 7"/>
          <p:cNvSpPr txBox="1"/>
          <p:nvPr/>
        </p:nvSpPr>
        <p:spPr>
          <a:xfrm>
            <a:off x="8877427" y="4300218"/>
            <a:ext cx="1682750" cy="1607820"/>
          </a:xfrm>
          <a:prstGeom prst="rect">
            <a:avLst/>
          </a:prstGeom>
        </p:spPr>
        <p:txBody>
          <a:bodyPr vert="horz" wrap="square" lIns="0" tIns="149860" rIns="0" bIns="0" rtlCol="0">
            <a:spAutoFit/>
          </a:bodyPr>
          <a:lstStyle/>
          <a:p>
            <a:pPr marL="12700">
              <a:lnSpc>
                <a:spcPct val="100000"/>
              </a:lnSpc>
              <a:spcBef>
                <a:spcPts val="1180"/>
              </a:spcBef>
            </a:pPr>
            <a:r>
              <a:rPr sz="1600" b="1" dirty="0">
                <a:latin typeface="Times New Roman"/>
                <a:cs typeface="Times New Roman"/>
              </a:rPr>
              <a:t>PRESENTED</a:t>
            </a:r>
            <a:r>
              <a:rPr sz="1600" b="1" spc="-25" dirty="0">
                <a:latin typeface="Times New Roman"/>
                <a:cs typeface="Times New Roman"/>
              </a:rPr>
              <a:t> </a:t>
            </a:r>
            <a:r>
              <a:rPr sz="1600" b="1" dirty="0">
                <a:latin typeface="Times New Roman"/>
                <a:cs typeface="Times New Roman"/>
              </a:rPr>
              <a:t>BY</a:t>
            </a:r>
            <a:r>
              <a:rPr sz="1600" b="1" spc="-55" dirty="0">
                <a:latin typeface="Times New Roman"/>
                <a:cs typeface="Times New Roman"/>
              </a:rPr>
              <a:t> </a:t>
            </a:r>
            <a:r>
              <a:rPr sz="1600" b="1" spc="-60" dirty="0">
                <a:latin typeface="Times New Roman"/>
                <a:cs typeface="Times New Roman"/>
              </a:rPr>
              <a:t>:</a:t>
            </a:r>
            <a:endParaRPr sz="1600" dirty="0">
              <a:latin typeface="Times New Roman"/>
              <a:cs typeface="Times New Roman"/>
            </a:endParaRPr>
          </a:p>
          <a:p>
            <a:pPr marL="215900">
              <a:lnSpc>
                <a:spcPct val="100000"/>
              </a:lnSpc>
              <a:spcBef>
                <a:spcPts val="815"/>
              </a:spcBef>
            </a:pPr>
            <a:r>
              <a:rPr sz="1200" b="1" spc="-10" dirty="0">
                <a:latin typeface="Times New Roman"/>
                <a:cs typeface="Times New Roman"/>
              </a:rPr>
              <a:t>BATCH</a:t>
            </a:r>
            <a:r>
              <a:rPr sz="1200" b="1" spc="-50" dirty="0">
                <a:latin typeface="Times New Roman"/>
                <a:cs typeface="Times New Roman"/>
              </a:rPr>
              <a:t> </a:t>
            </a:r>
            <a:r>
              <a:rPr sz="1200" b="1" spc="-10" dirty="0">
                <a:latin typeface="Times New Roman"/>
                <a:cs typeface="Times New Roman"/>
              </a:rPr>
              <a:t>NO:</a:t>
            </a:r>
            <a:r>
              <a:rPr sz="1200" b="1" spc="-65" dirty="0">
                <a:latin typeface="Times New Roman"/>
                <a:cs typeface="Times New Roman"/>
              </a:rPr>
              <a:t> </a:t>
            </a:r>
            <a:r>
              <a:rPr sz="1200" b="1" spc="-25" dirty="0">
                <a:latin typeface="Times New Roman"/>
                <a:cs typeface="Times New Roman"/>
              </a:rPr>
              <a:t>A5</a:t>
            </a:r>
            <a:endParaRPr sz="1200" dirty="0">
              <a:latin typeface="Times New Roman"/>
              <a:cs typeface="Times New Roman"/>
            </a:endParaRPr>
          </a:p>
          <a:p>
            <a:pPr marL="368300" indent="-152400">
              <a:lnSpc>
                <a:spcPct val="100000"/>
              </a:lnSpc>
              <a:buAutoNum type="arabicPeriod"/>
              <a:tabLst>
                <a:tab pos="368300" algn="l"/>
              </a:tabLst>
            </a:pPr>
            <a:r>
              <a:rPr sz="1200" b="1" spc="-25" dirty="0">
                <a:latin typeface="Times New Roman"/>
                <a:cs typeface="Times New Roman"/>
              </a:rPr>
              <a:t>J.VIJAY</a:t>
            </a:r>
            <a:r>
              <a:rPr sz="1200" b="1" spc="-15" dirty="0">
                <a:latin typeface="Times New Roman"/>
                <a:cs typeface="Times New Roman"/>
              </a:rPr>
              <a:t> </a:t>
            </a:r>
            <a:r>
              <a:rPr sz="1200" b="1" spc="-10" dirty="0">
                <a:latin typeface="Times New Roman"/>
                <a:cs typeface="Times New Roman"/>
              </a:rPr>
              <a:t>KUMAR</a:t>
            </a:r>
            <a:endParaRPr sz="1200" dirty="0">
              <a:latin typeface="Times New Roman"/>
              <a:cs typeface="Times New Roman"/>
            </a:endParaRPr>
          </a:p>
          <a:p>
            <a:pPr marL="368300" indent="-152400">
              <a:lnSpc>
                <a:spcPct val="100000"/>
              </a:lnSpc>
              <a:buAutoNum type="arabicPeriod"/>
              <a:tabLst>
                <a:tab pos="368300" algn="l"/>
              </a:tabLst>
            </a:pPr>
            <a:r>
              <a:rPr sz="1200" b="1" spc="-10" dirty="0">
                <a:latin typeface="Times New Roman"/>
                <a:cs typeface="Times New Roman"/>
              </a:rPr>
              <a:t>J.ANIL</a:t>
            </a:r>
            <a:r>
              <a:rPr sz="1200" b="1" spc="-25" dirty="0">
                <a:latin typeface="Times New Roman"/>
                <a:cs typeface="Times New Roman"/>
              </a:rPr>
              <a:t> </a:t>
            </a:r>
            <a:r>
              <a:rPr sz="1200" b="1" spc="-10" dirty="0">
                <a:latin typeface="Times New Roman"/>
                <a:cs typeface="Times New Roman"/>
              </a:rPr>
              <a:t>KUMAR</a:t>
            </a:r>
            <a:endParaRPr sz="1200" dirty="0">
              <a:latin typeface="Times New Roman"/>
              <a:cs typeface="Times New Roman"/>
            </a:endParaRPr>
          </a:p>
          <a:p>
            <a:pPr marL="368300" indent="-152400">
              <a:lnSpc>
                <a:spcPct val="100000"/>
              </a:lnSpc>
              <a:buAutoNum type="arabicPeriod"/>
              <a:tabLst>
                <a:tab pos="368300" algn="l"/>
              </a:tabLst>
            </a:pPr>
            <a:r>
              <a:rPr sz="1200" b="1" dirty="0">
                <a:latin typeface="Times New Roman"/>
                <a:cs typeface="Times New Roman"/>
              </a:rPr>
              <a:t>R.MOHAN</a:t>
            </a:r>
            <a:r>
              <a:rPr sz="1200" b="1" spc="-50" dirty="0">
                <a:latin typeface="Times New Roman"/>
                <a:cs typeface="Times New Roman"/>
              </a:rPr>
              <a:t> </a:t>
            </a:r>
            <a:r>
              <a:rPr sz="1200" b="1" spc="-20" dirty="0">
                <a:latin typeface="Times New Roman"/>
                <a:cs typeface="Times New Roman"/>
              </a:rPr>
              <a:t>BABU</a:t>
            </a:r>
            <a:endParaRPr sz="1200" dirty="0">
              <a:latin typeface="Times New Roman"/>
              <a:cs typeface="Times New Roman"/>
            </a:endParaRPr>
          </a:p>
          <a:p>
            <a:pPr marL="367030" indent="-151130">
              <a:lnSpc>
                <a:spcPct val="100000"/>
              </a:lnSpc>
              <a:buAutoNum type="arabicPeriod"/>
              <a:tabLst>
                <a:tab pos="367030" algn="l"/>
              </a:tabLst>
            </a:pPr>
            <a:r>
              <a:rPr sz="1200" b="1" spc="-10" dirty="0">
                <a:latin typeface="Times New Roman"/>
                <a:cs typeface="Times New Roman"/>
              </a:rPr>
              <a:t>K.BHASKAR.</a:t>
            </a:r>
            <a:endParaRPr sz="1200" dirty="0">
              <a:latin typeface="Times New Roman"/>
              <a:cs typeface="Times New Roman"/>
            </a:endParaRPr>
          </a:p>
          <a:p>
            <a:pPr marL="330200" indent="-127000">
              <a:lnSpc>
                <a:spcPct val="100000"/>
              </a:lnSpc>
              <a:buAutoNum type="arabicPeriod"/>
              <a:tabLst>
                <a:tab pos="330200" algn="l"/>
              </a:tabLst>
            </a:pPr>
            <a:r>
              <a:rPr sz="1200" b="1" spc="-10" dirty="0">
                <a:latin typeface="Times New Roman"/>
                <a:cs typeface="Times New Roman"/>
              </a:rPr>
              <a:t>Y.SUJITH</a:t>
            </a:r>
            <a:endParaRPr sz="1200" dirty="0">
              <a:latin typeface="Times New Roman"/>
              <a:cs typeface="Times New Roman"/>
            </a:endParaRPr>
          </a:p>
        </p:txBody>
      </p:sp>
      <p:sp>
        <p:nvSpPr>
          <p:cNvPr id="8" name="object 8"/>
          <p:cNvSpPr txBox="1"/>
          <p:nvPr/>
        </p:nvSpPr>
        <p:spPr>
          <a:xfrm>
            <a:off x="10879050" y="4967732"/>
            <a:ext cx="983615" cy="940435"/>
          </a:xfrm>
          <a:prstGeom prst="rect">
            <a:avLst/>
          </a:prstGeom>
        </p:spPr>
        <p:txBody>
          <a:bodyPr vert="horz" wrap="square" lIns="0" tIns="12700" rIns="0" bIns="0" rtlCol="0">
            <a:spAutoFit/>
          </a:bodyPr>
          <a:lstStyle/>
          <a:p>
            <a:pPr marL="15240" marR="5080" indent="-3175" algn="just">
              <a:lnSpc>
                <a:spcPct val="100000"/>
              </a:lnSpc>
              <a:spcBef>
                <a:spcPts val="100"/>
              </a:spcBef>
            </a:pPr>
            <a:r>
              <a:rPr sz="1200" b="1" spc="-10" dirty="0">
                <a:latin typeface="Times New Roman"/>
                <a:cs typeface="Times New Roman"/>
              </a:rPr>
              <a:t>(217R1A0426) (217R1A0427) (217R1A0437) (217R1A0430) (217R1A0464)</a:t>
            </a:r>
            <a:endParaRPr sz="1200">
              <a:latin typeface="Times New Roman"/>
              <a:cs typeface="Times New Roman"/>
            </a:endParaRPr>
          </a:p>
        </p:txBody>
      </p:sp>
      <p:sp>
        <p:nvSpPr>
          <p:cNvPr id="9" name="object 9"/>
          <p:cNvSpPr txBox="1"/>
          <p:nvPr/>
        </p:nvSpPr>
        <p:spPr>
          <a:xfrm>
            <a:off x="312826" y="4819982"/>
            <a:ext cx="1480820" cy="822325"/>
          </a:xfrm>
          <a:prstGeom prst="rect">
            <a:avLst/>
          </a:prstGeom>
        </p:spPr>
        <p:txBody>
          <a:bodyPr vert="horz" wrap="square" lIns="0" tIns="129539" rIns="0" bIns="0" rtlCol="0">
            <a:spAutoFit/>
          </a:bodyPr>
          <a:lstStyle/>
          <a:p>
            <a:pPr marL="12700">
              <a:lnSpc>
                <a:spcPct val="100000"/>
              </a:lnSpc>
              <a:spcBef>
                <a:spcPts val="1019"/>
              </a:spcBef>
            </a:pPr>
            <a:r>
              <a:rPr sz="1400" b="1" dirty="0">
                <a:latin typeface="Times New Roman"/>
                <a:cs typeface="Times New Roman"/>
              </a:rPr>
              <a:t>PROJECT</a:t>
            </a:r>
            <a:r>
              <a:rPr sz="1400" b="1" spc="-65" dirty="0">
                <a:latin typeface="Times New Roman"/>
                <a:cs typeface="Times New Roman"/>
              </a:rPr>
              <a:t> </a:t>
            </a:r>
            <a:r>
              <a:rPr sz="1400" b="1" spc="-20" dirty="0">
                <a:latin typeface="Times New Roman"/>
                <a:cs typeface="Times New Roman"/>
              </a:rPr>
              <a:t>GUIDE</a:t>
            </a:r>
            <a:endParaRPr sz="1400">
              <a:latin typeface="Times New Roman"/>
              <a:cs typeface="Times New Roman"/>
            </a:endParaRPr>
          </a:p>
          <a:p>
            <a:pPr marL="102235">
              <a:lnSpc>
                <a:spcPct val="100000"/>
              </a:lnSpc>
              <a:spcBef>
                <a:spcPts val="785"/>
              </a:spcBef>
            </a:pPr>
            <a:r>
              <a:rPr sz="1200" b="1" spc="-10" dirty="0">
                <a:latin typeface="Times New Roman"/>
                <a:cs typeface="Times New Roman"/>
              </a:rPr>
              <a:t>D.SREEKANTH</a:t>
            </a:r>
            <a:endParaRPr sz="1200">
              <a:latin typeface="Times New Roman"/>
              <a:cs typeface="Times New Roman"/>
            </a:endParaRPr>
          </a:p>
          <a:p>
            <a:pPr marL="38100">
              <a:lnSpc>
                <a:spcPct val="100000"/>
              </a:lnSpc>
              <a:spcBef>
                <a:spcPts val="5"/>
              </a:spcBef>
            </a:pPr>
            <a:r>
              <a:rPr sz="1200" b="1" dirty="0">
                <a:latin typeface="Times New Roman"/>
                <a:cs typeface="Times New Roman"/>
              </a:rPr>
              <a:t>Assistant</a:t>
            </a:r>
            <a:r>
              <a:rPr sz="1200" b="1" spc="-35" dirty="0">
                <a:latin typeface="Times New Roman"/>
                <a:cs typeface="Times New Roman"/>
              </a:rPr>
              <a:t> </a:t>
            </a:r>
            <a:r>
              <a:rPr sz="1200" b="1" spc="-10" dirty="0">
                <a:latin typeface="Times New Roman"/>
                <a:cs typeface="Times New Roman"/>
              </a:rPr>
              <a:t>professor</a:t>
            </a:r>
            <a:endParaRPr sz="1200">
              <a:latin typeface="Times New Roman"/>
              <a:cs typeface="Times New Roman"/>
            </a:endParaRPr>
          </a:p>
        </p:txBody>
      </p:sp>
      <p:pic>
        <p:nvPicPr>
          <p:cNvPr id="10" name="object 10"/>
          <p:cNvPicPr/>
          <p:nvPr/>
        </p:nvPicPr>
        <p:blipFill>
          <a:blip r:embed="rId2" cstate="print"/>
          <a:stretch>
            <a:fillRect/>
          </a:stretch>
        </p:blipFill>
        <p:spPr>
          <a:xfrm>
            <a:off x="5119115" y="1885188"/>
            <a:ext cx="1438656" cy="1414272"/>
          </a:xfrm>
          <a:prstGeom prst="rect">
            <a:avLst/>
          </a:prstGeom>
        </p:spPr>
      </p:pic>
      <p:sp>
        <p:nvSpPr>
          <p:cNvPr id="11" name="object 11"/>
          <p:cNvSpPr txBox="1"/>
          <p:nvPr/>
        </p:nvSpPr>
        <p:spPr>
          <a:xfrm>
            <a:off x="2715005" y="4819982"/>
            <a:ext cx="2254885" cy="822325"/>
          </a:xfrm>
          <a:prstGeom prst="rect">
            <a:avLst/>
          </a:prstGeom>
        </p:spPr>
        <p:txBody>
          <a:bodyPr vert="horz" wrap="square" lIns="0" tIns="129539" rIns="0" bIns="0" rtlCol="0">
            <a:spAutoFit/>
          </a:bodyPr>
          <a:lstStyle/>
          <a:p>
            <a:pPr marL="12700">
              <a:lnSpc>
                <a:spcPct val="100000"/>
              </a:lnSpc>
              <a:spcBef>
                <a:spcPts val="1019"/>
              </a:spcBef>
            </a:pPr>
            <a:r>
              <a:rPr sz="1400" b="1" dirty="0">
                <a:latin typeface="Times New Roman"/>
                <a:cs typeface="Times New Roman"/>
              </a:rPr>
              <a:t>PROJECT</a:t>
            </a:r>
            <a:r>
              <a:rPr sz="1400" b="1" spc="-65" dirty="0">
                <a:latin typeface="Times New Roman"/>
                <a:cs typeface="Times New Roman"/>
              </a:rPr>
              <a:t> </a:t>
            </a:r>
            <a:r>
              <a:rPr sz="1400" b="1" spc="-10" dirty="0">
                <a:latin typeface="Times New Roman"/>
                <a:cs typeface="Times New Roman"/>
              </a:rPr>
              <a:t>COORDINATOR</a:t>
            </a:r>
            <a:endParaRPr sz="1400">
              <a:latin typeface="Times New Roman"/>
              <a:cs typeface="Times New Roman"/>
            </a:endParaRPr>
          </a:p>
          <a:p>
            <a:pPr marR="126364" algn="ctr">
              <a:lnSpc>
                <a:spcPct val="100000"/>
              </a:lnSpc>
              <a:spcBef>
                <a:spcPts val="785"/>
              </a:spcBef>
            </a:pPr>
            <a:r>
              <a:rPr sz="1200" b="1" spc="-10" dirty="0">
                <a:latin typeface="Times New Roman"/>
                <a:cs typeface="Times New Roman"/>
              </a:rPr>
              <a:t>DR.SUDHA</a:t>
            </a:r>
            <a:r>
              <a:rPr sz="1200" b="1" spc="-85" dirty="0">
                <a:latin typeface="Times New Roman"/>
                <a:cs typeface="Times New Roman"/>
              </a:rPr>
              <a:t> </a:t>
            </a:r>
            <a:r>
              <a:rPr sz="1200" b="1" spc="-10" dirty="0">
                <a:latin typeface="Times New Roman"/>
                <a:cs typeface="Times New Roman"/>
              </a:rPr>
              <a:t>ARAVIND</a:t>
            </a:r>
            <a:endParaRPr sz="1200">
              <a:latin typeface="Times New Roman"/>
              <a:cs typeface="Times New Roman"/>
            </a:endParaRPr>
          </a:p>
          <a:p>
            <a:pPr marR="126364" algn="ctr">
              <a:lnSpc>
                <a:spcPct val="100000"/>
              </a:lnSpc>
              <a:spcBef>
                <a:spcPts val="5"/>
              </a:spcBef>
            </a:pPr>
            <a:r>
              <a:rPr sz="1200" b="1" dirty="0">
                <a:latin typeface="Times New Roman"/>
                <a:cs typeface="Times New Roman"/>
              </a:rPr>
              <a:t>Associate</a:t>
            </a:r>
            <a:r>
              <a:rPr sz="1200" b="1" spc="-25" dirty="0">
                <a:latin typeface="Times New Roman"/>
                <a:cs typeface="Times New Roman"/>
              </a:rPr>
              <a:t> </a:t>
            </a:r>
            <a:r>
              <a:rPr sz="1200" b="1" spc="-10" dirty="0">
                <a:latin typeface="Times New Roman"/>
                <a:cs typeface="Times New Roman"/>
              </a:rPr>
              <a:t>professor</a:t>
            </a:r>
            <a:endParaRPr sz="1200">
              <a:latin typeface="Times New Roman"/>
              <a:cs typeface="Times New Roman"/>
            </a:endParaRPr>
          </a:p>
        </p:txBody>
      </p:sp>
      <p:sp>
        <p:nvSpPr>
          <p:cNvPr id="12" name="object 12"/>
          <p:cNvSpPr txBox="1"/>
          <p:nvPr/>
        </p:nvSpPr>
        <p:spPr>
          <a:xfrm>
            <a:off x="5700140" y="4825765"/>
            <a:ext cx="2529205" cy="811530"/>
          </a:xfrm>
          <a:prstGeom prst="rect">
            <a:avLst/>
          </a:prstGeom>
        </p:spPr>
        <p:txBody>
          <a:bodyPr vert="horz" wrap="square" lIns="0" tIns="123825" rIns="0" bIns="0" rtlCol="0">
            <a:spAutoFit/>
          </a:bodyPr>
          <a:lstStyle/>
          <a:p>
            <a:pPr algn="ctr">
              <a:lnSpc>
                <a:spcPct val="100000"/>
              </a:lnSpc>
              <a:spcBef>
                <a:spcPts val="975"/>
              </a:spcBef>
            </a:pPr>
            <a:r>
              <a:rPr sz="1400" b="1" dirty="0">
                <a:latin typeface="Times New Roman"/>
                <a:cs typeface="Times New Roman"/>
              </a:rPr>
              <a:t>HEAD</a:t>
            </a:r>
            <a:r>
              <a:rPr sz="1400" b="1" spc="-10" dirty="0">
                <a:latin typeface="Times New Roman"/>
                <a:cs typeface="Times New Roman"/>
              </a:rPr>
              <a:t> </a:t>
            </a:r>
            <a:r>
              <a:rPr sz="1400" b="1" dirty="0">
                <a:latin typeface="Times New Roman"/>
                <a:cs typeface="Times New Roman"/>
              </a:rPr>
              <a:t>OF</a:t>
            </a:r>
            <a:r>
              <a:rPr sz="1400" b="1" spc="-95" dirty="0">
                <a:latin typeface="Times New Roman"/>
                <a:cs typeface="Times New Roman"/>
              </a:rPr>
              <a:t> </a:t>
            </a:r>
            <a:r>
              <a:rPr sz="1400" b="1" dirty="0">
                <a:latin typeface="Times New Roman"/>
                <a:cs typeface="Times New Roman"/>
              </a:rPr>
              <a:t>THE</a:t>
            </a:r>
            <a:r>
              <a:rPr sz="1400" b="1" spc="-5" dirty="0">
                <a:latin typeface="Times New Roman"/>
                <a:cs typeface="Times New Roman"/>
              </a:rPr>
              <a:t> </a:t>
            </a:r>
            <a:r>
              <a:rPr sz="1400" b="1" spc="-10" dirty="0">
                <a:latin typeface="Times New Roman"/>
                <a:cs typeface="Times New Roman"/>
              </a:rPr>
              <a:t>DEPARTMENT</a:t>
            </a:r>
            <a:endParaRPr sz="1400">
              <a:latin typeface="Times New Roman"/>
              <a:cs typeface="Times New Roman"/>
            </a:endParaRPr>
          </a:p>
          <a:p>
            <a:pPr marR="53340" algn="ctr">
              <a:lnSpc>
                <a:spcPct val="100000"/>
              </a:lnSpc>
              <a:spcBef>
                <a:spcPts val="745"/>
              </a:spcBef>
            </a:pPr>
            <a:r>
              <a:rPr sz="1200" b="1" spc="-10" dirty="0">
                <a:latin typeface="Times New Roman"/>
                <a:cs typeface="Times New Roman"/>
              </a:rPr>
              <a:t>Dr.G.SRIKANTH</a:t>
            </a:r>
            <a:endParaRPr sz="1200">
              <a:latin typeface="Times New Roman"/>
              <a:cs typeface="Times New Roman"/>
            </a:endParaRPr>
          </a:p>
          <a:p>
            <a:pPr marR="52069" algn="ctr">
              <a:lnSpc>
                <a:spcPct val="100000"/>
              </a:lnSpc>
              <a:spcBef>
                <a:spcPts val="5"/>
              </a:spcBef>
            </a:pPr>
            <a:r>
              <a:rPr sz="1200" b="1" dirty="0">
                <a:latin typeface="Times New Roman"/>
                <a:cs typeface="Times New Roman"/>
              </a:rPr>
              <a:t>Head</a:t>
            </a:r>
            <a:r>
              <a:rPr sz="1200" b="1" spc="-20" dirty="0">
                <a:latin typeface="Times New Roman"/>
                <a:cs typeface="Times New Roman"/>
              </a:rPr>
              <a:t> </a:t>
            </a:r>
            <a:r>
              <a:rPr sz="1200" b="1" dirty="0">
                <a:latin typeface="Times New Roman"/>
                <a:cs typeface="Times New Roman"/>
              </a:rPr>
              <a:t>of</a:t>
            </a:r>
            <a:r>
              <a:rPr sz="1200" b="1" spc="-25" dirty="0">
                <a:latin typeface="Times New Roman"/>
                <a:cs typeface="Times New Roman"/>
              </a:rPr>
              <a:t> </a:t>
            </a:r>
            <a:r>
              <a:rPr sz="1200" b="1" dirty="0">
                <a:latin typeface="Times New Roman"/>
                <a:cs typeface="Times New Roman"/>
              </a:rPr>
              <a:t>the</a:t>
            </a:r>
            <a:r>
              <a:rPr sz="1200" b="1" spc="-10" dirty="0">
                <a:latin typeface="Times New Roman"/>
                <a:cs typeface="Times New Roman"/>
              </a:rPr>
              <a:t> department</a:t>
            </a:r>
            <a:endParaRPr sz="1200">
              <a:latin typeface="Times New Roman"/>
              <a:cs typeface="Times New Roman"/>
            </a:endParaRPr>
          </a:p>
        </p:txBody>
      </p:sp>
      <p:sp>
        <p:nvSpPr>
          <p:cNvPr id="13" name="Date Placeholder 12">
            <a:extLst>
              <a:ext uri="{FF2B5EF4-FFF2-40B4-BE49-F238E27FC236}">
                <a16:creationId xmlns:a16="http://schemas.microsoft.com/office/drawing/2014/main" id="{23162888-0A98-CC04-97F6-CE43D8C6B3C0}"/>
              </a:ext>
            </a:extLst>
          </p:cNvPr>
          <p:cNvSpPr>
            <a:spLocks noGrp="1"/>
          </p:cNvSpPr>
          <p:nvPr>
            <p:ph type="dt" sz="half" idx="6"/>
          </p:nvPr>
        </p:nvSpPr>
        <p:spPr/>
        <p:txBody>
          <a:bodyPr/>
          <a:lstStyle/>
          <a:p>
            <a:pPr marL="234315">
              <a:lnSpc>
                <a:spcPts val="1240"/>
              </a:lnSpc>
            </a:pPr>
            <a:fld id="{C98E8F57-83F0-47F2-B114-42C117E46668}" type="datetime1">
              <a:rPr lang="en-US" spc="-10" smtClean="0"/>
              <a:t>9/23/2024</a:t>
            </a:fld>
            <a:endParaRPr lang="en-US" spc="-10" dirty="0"/>
          </a:p>
        </p:txBody>
      </p:sp>
      <p:sp>
        <p:nvSpPr>
          <p:cNvPr id="14" name="Slide Number Placeholder 13">
            <a:extLst>
              <a:ext uri="{FF2B5EF4-FFF2-40B4-BE49-F238E27FC236}">
                <a16:creationId xmlns:a16="http://schemas.microsoft.com/office/drawing/2014/main" id="{A9C5FD5A-E13F-A138-D135-C78C88528F53}"/>
              </a:ext>
            </a:extLst>
          </p:cNvPr>
          <p:cNvSpPr>
            <a:spLocks noGrp="1"/>
          </p:cNvSpPr>
          <p:nvPr>
            <p:ph type="sldNum" sz="quarter" idx="7"/>
          </p:nvPr>
        </p:nvSpPr>
        <p:spPr/>
        <p:txBody>
          <a:bodyPr/>
          <a:lstStyle/>
          <a:p>
            <a:pPr marL="38100">
              <a:lnSpc>
                <a:spcPts val="1240"/>
              </a:lnSpc>
            </a:pPr>
            <a:fld id="{81D60167-4931-47E6-BA6A-407CBD079E47}" type="slidenum">
              <a:rPr lang="en-IN" spc="-25" smtClean="0"/>
              <a:t>1</a:t>
            </a:fld>
            <a:endParaRPr lang="en-IN" spc="-25"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object 4"/>
          <p:cNvSpPr txBox="1">
            <a:spLocks noGrp="1"/>
          </p:cNvSpPr>
          <p:nvPr>
            <p:ph type="dt" sz="half" idx="6"/>
          </p:nvPr>
        </p:nvSpPr>
        <p:spPr>
          <a:prstGeom prst="rect">
            <a:avLst/>
          </a:prstGeom>
        </p:spPr>
        <p:txBody>
          <a:bodyPr vert="horz" wrap="square" lIns="0" tIns="45720" rIns="0" bIns="0" rtlCol="0">
            <a:spAutoFit/>
          </a:bodyPr>
          <a:lstStyle/>
          <a:p>
            <a:pPr marL="234315">
              <a:lnSpc>
                <a:spcPts val="1240"/>
              </a:lnSpc>
            </a:pPr>
            <a:fld id="{0071FF2D-F38C-428A-826F-519892CE3095}" type="datetime1">
              <a:rPr lang="en-US" spc="-10" smtClean="0"/>
              <a:t>9/23/2024</a:t>
            </a:fld>
            <a:endParaRPr spc="-10" dirty="0"/>
          </a:p>
        </p:txBody>
      </p:sp>
      <p:sp>
        <p:nvSpPr>
          <p:cNvPr id="2" name="object 2"/>
          <p:cNvSpPr txBox="1">
            <a:spLocks noGrp="1"/>
          </p:cNvSpPr>
          <p:nvPr>
            <p:ph type="title"/>
          </p:nvPr>
        </p:nvSpPr>
        <p:spPr>
          <a:xfrm>
            <a:off x="639267" y="138430"/>
            <a:ext cx="3102610" cy="696595"/>
          </a:xfrm>
          <a:prstGeom prst="rect">
            <a:avLst/>
          </a:prstGeom>
        </p:spPr>
        <p:txBody>
          <a:bodyPr vert="horz" wrap="square" lIns="0" tIns="12700" rIns="0" bIns="0" rtlCol="0">
            <a:spAutoFit/>
          </a:bodyPr>
          <a:lstStyle/>
          <a:p>
            <a:pPr marL="12700">
              <a:lnSpc>
                <a:spcPct val="100000"/>
              </a:lnSpc>
              <a:spcBef>
                <a:spcPts val="100"/>
              </a:spcBef>
            </a:pPr>
            <a:r>
              <a:rPr spc="-10" dirty="0"/>
              <a:t>CONTENTS</a:t>
            </a:r>
          </a:p>
        </p:txBody>
      </p:sp>
      <p:sp>
        <p:nvSpPr>
          <p:cNvPr id="3" name="object 3"/>
          <p:cNvSpPr txBox="1"/>
          <p:nvPr/>
        </p:nvSpPr>
        <p:spPr>
          <a:xfrm>
            <a:off x="865428" y="1046733"/>
            <a:ext cx="3383915" cy="3899144"/>
          </a:xfrm>
          <a:prstGeom prst="rect">
            <a:avLst/>
          </a:prstGeom>
        </p:spPr>
        <p:txBody>
          <a:bodyPr vert="horz" wrap="square" lIns="0" tIns="13335" rIns="0" bIns="0" rtlCol="0">
            <a:spAutoFit/>
          </a:bodyPr>
          <a:lstStyle/>
          <a:p>
            <a:pPr marL="354965" indent="-342265">
              <a:lnSpc>
                <a:spcPct val="100000"/>
              </a:lnSpc>
              <a:spcBef>
                <a:spcPts val="105"/>
              </a:spcBef>
              <a:buAutoNum type="arabicPeriod"/>
              <a:tabLst>
                <a:tab pos="354965" algn="l"/>
              </a:tabLst>
            </a:pPr>
            <a:r>
              <a:rPr sz="2000" b="1" spc="-10" dirty="0">
                <a:latin typeface="Times New Roman"/>
                <a:cs typeface="Times New Roman"/>
              </a:rPr>
              <a:t>Introduction</a:t>
            </a:r>
            <a:endParaRPr sz="2000" dirty="0">
              <a:latin typeface="Times New Roman"/>
              <a:cs typeface="Times New Roman"/>
            </a:endParaRPr>
          </a:p>
          <a:p>
            <a:pPr marL="354965" indent="-342265">
              <a:lnSpc>
                <a:spcPct val="100000"/>
              </a:lnSpc>
              <a:buAutoNum type="arabicPeriod"/>
              <a:tabLst>
                <a:tab pos="354965" algn="l"/>
              </a:tabLst>
            </a:pPr>
            <a:r>
              <a:rPr sz="2000" b="1" dirty="0">
                <a:latin typeface="Times New Roman"/>
                <a:cs typeface="Times New Roman"/>
              </a:rPr>
              <a:t>Importance</a:t>
            </a:r>
            <a:r>
              <a:rPr sz="2000" b="1" spc="-45" dirty="0">
                <a:latin typeface="Times New Roman"/>
                <a:cs typeface="Times New Roman"/>
              </a:rPr>
              <a:t> </a:t>
            </a:r>
            <a:r>
              <a:rPr sz="2000" b="1" dirty="0">
                <a:latin typeface="Times New Roman"/>
                <a:cs typeface="Times New Roman"/>
              </a:rPr>
              <a:t>of</a:t>
            </a:r>
            <a:r>
              <a:rPr sz="2000" b="1" spc="-15" dirty="0">
                <a:latin typeface="Times New Roman"/>
                <a:cs typeface="Times New Roman"/>
              </a:rPr>
              <a:t> </a:t>
            </a:r>
            <a:r>
              <a:rPr sz="2000" b="1" dirty="0">
                <a:latin typeface="Times New Roman"/>
                <a:cs typeface="Times New Roman"/>
              </a:rPr>
              <a:t>the</a:t>
            </a:r>
            <a:r>
              <a:rPr sz="2000" b="1" spc="-10" dirty="0">
                <a:latin typeface="Times New Roman"/>
                <a:cs typeface="Times New Roman"/>
              </a:rPr>
              <a:t> Project</a:t>
            </a:r>
            <a:endParaRPr sz="2000" dirty="0">
              <a:latin typeface="Times New Roman"/>
              <a:cs typeface="Times New Roman"/>
            </a:endParaRPr>
          </a:p>
          <a:p>
            <a:pPr marL="354965" indent="-342265">
              <a:lnSpc>
                <a:spcPct val="100000"/>
              </a:lnSpc>
              <a:buAutoNum type="arabicPeriod"/>
              <a:tabLst>
                <a:tab pos="354965" algn="l"/>
              </a:tabLst>
            </a:pPr>
            <a:r>
              <a:rPr sz="2000" b="1" spc="-10" dirty="0">
                <a:latin typeface="Times New Roman"/>
                <a:cs typeface="Times New Roman"/>
              </a:rPr>
              <a:t>Advantages</a:t>
            </a:r>
            <a:endParaRPr sz="2000" dirty="0">
              <a:latin typeface="Times New Roman"/>
              <a:cs typeface="Times New Roman"/>
            </a:endParaRPr>
          </a:p>
          <a:p>
            <a:pPr marL="354965" indent="-342265">
              <a:lnSpc>
                <a:spcPct val="100000"/>
              </a:lnSpc>
              <a:buAutoNum type="arabicPeriod"/>
              <a:tabLst>
                <a:tab pos="354965" algn="l"/>
              </a:tabLst>
            </a:pPr>
            <a:r>
              <a:rPr sz="2000" b="1" spc="-10" dirty="0">
                <a:latin typeface="Times New Roman"/>
                <a:cs typeface="Times New Roman"/>
              </a:rPr>
              <a:t>Applications</a:t>
            </a:r>
            <a:endParaRPr sz="2000" dirty="0">
              <a:latin typeface="Times New Roman"/>
              <a:cs typeface="Times New Roman"/>
            </a:endParaRPr>
          </a:p>
          <a:p>
            <a:pPr marL="354965" indent="-342265">
              <a:lnSpc>
                <a:spcPct val="100000"/>
              </a:lnSpc>
              <a:buAutoNum type="arabicPeriod"/>
              <a:tabLst>
                <a:tab pos="354965" algn="l"/>
              </a:tabLst>
            </a:pPr>
            <a:r>
              <a:rPr sz="2000" b="1" dirty="0">
                <a:latin typeface="Times New Roman"/>
                <a:cs typeface="Times New Roman"/>
              </a:rPr>
              <a:t>Software</a:t>
            </a:r>
            <a:r>
              <a:rPr sz="2000" b="1" spc="-55" dirty="0">
                <a:latin typeface="Times New Roman"/>
                <a:cs typeface="Times New Roman"/>
              </a:rPr>
              <a:t> </a:t>
            </a:r>
            <a:r>
              <a:rPr sz="2000" b="1" dirty="0">
                <a:latin typeface="Times New Roman"/>
                <a:cs typeface="Times New Roman"/>
              </a:rPr>
              <a:t>and</a:t>
            </a:r>
            <a:r>
              <a:rPr sz="2000" b="1" spc="-15" dirty="0">
                <a:latin typeface="Times New Roman"/>
                <a:cs typeface="Times New Roman"/>
              </a:rPr>
              <a:t> </a:t>
            </a:r>
            <a:r>
              <a:rPr sz="2000" b="1" spc="-10" dirty="0">
                <a:latin typeface="Times New Roman"/>
                <a:cs typeface="Times New Roman"/>
              </a:rPr>
              <a:t>Hardware</a:t>
            </a:r>
            <a:endParaRPr sz="2000" dirty="0">
              <a:latin typeface="Times New Roman"/>
              <a:cs typeface="Times New Roman"/>
            </a:endParaRPr>
          </a:p>
          <a:p>
            <a:pPr marL="354965" indent="-342265">
              <a:lnSpc>
                <a:spcPct val="100000"/>
              </a:lnSpc>
              <a:buAutoNum type="arabicPeriod"/>
              <a:tabLst>
                <a:tab pos="354965" algn="l"/>
              </a:tabLst>
            </a:pPr>
            <a:r>
              <a:rPr sz="2000" b="1" dirty="0">
                <a:latin typeface="Times New Roman"/>
                <a:cs typeface="Times New Roman"/>
              </a:rPr>
              <a:t>Literature</a:t>
            </a:r>
            <a:r>
              <a:rPr sz="2000" b="1" spc="-80" dirty="0">
                <a:latin typeface="Times New Roman"/>
                <a:cs typeface="Times New Roman"/>
              </a:rPr>
              <a:t> </a:t>
            </a:r>
            <a:r>
              <a:rPr sz="2000" b="1" spc="-10" dirty="0">
                <a:latin typeface="Times New Roman"/>
                <a:cs typeface="Times New Roman"/>
              </a:rPr>
              <a:t>Survey</a:t>
            </a:r>
            <a:endParaRPr sz="2000" dirty="0">
              <a:latin typeface="Times New Roman"/>
              <a:cs typeface="Times New Roman"/>
            </a:endParaRPr>
          </a:p>
          <a:p>
            <a:pPr marL="742315" lvl="1" indent="-273050">
              <a:lnSpc>
                <a:spcPct val="100000"/>
              </a:lnSpc>
              <a:spcBef>
                <a:spcPts val="505"/>
              </a:spcBef>
              <a:buAutoNum type="arabicParenR"/>
              <a:tabLst>
                <a:tab pos="742315" algn="l"/>
              </a:tabLst>
            </a:pPr>
            <a:r>
              <a:rPr sz="2000" spc="-10" dirty="0">
                <a:latin typeface="Times New Roman"/>
                <a:cs typeface="Times New Roman"/>
              </a:rPr>
              <a:t>Introduction</a:t>
            </a:r>
            <a:endParaRPr sz="2000" dirty="0">
              <a:latin typeface="Times New Roman"/>
              <a:cs typeface="Times New Roman"/>
            </a:endParaRPr>
          </a:p>
          <a:p>
            <a:pPr marL="742315" lvl="1" indent="-273050">
              <a:lnSpc>
                <a:spcPct val="100000"/>
              </a:lnSpc>
              <a:spcBef>
                <a:spcPts val="490"/>
              </a:spcBef>
              <a:buAutoNum type="arabicParenR"/>
              <a:tabLst>
                <a:tab pos="742315" algn="l"/>
              </a:tabLst>
            </a:pPr>
            <a:r>
              <a:rPr sz="2000" spc="-10" dirty="0">
                <a:latin typeface="Times New Roman"/>
                <a:cs typeface="Times New Roman"/>
              </a:rPr>
              <a:t>History</a:t>
            </a:r>
            <a:endParaRPr sz="2000" dirty="0">
              <a:latin typeface="Times New Roman"/>
              <a:cs typeface="Times New Roman"/>
            </a:endParaRPr>
          </a:p>
          <a:p>
            <a:pPr marL="393065" indent="-380365">
              <a:lnSpc>
                <a:spcPct val="100000"/>
              </a:lnSpc>
              <a:spcBef>
                <a:spcPts val="505"/>
              </a:spcBef>
              <a:buAutoNum type="arabicPeriod"/>
              <a:tabLst>
                <a:tab pos="393065" algn="l"/>
              </a:tabLst>
            </a:pPr>
            <a:r>
              <a:rPr sz="2000" b="1" dirty="0">
                <a:latin typeface="Times New Roman"/>
                <a:cs typeface="Times New Roman"/>
              </a:rPr>
              <a:t>Problem</a:t>
            </a:r>
            <a:r>
              <a:rPr sz="2000" b="1" spc="-65" dirty="0">
                <a:latin typeface="Times New Roman"/>
                <a:cs typeface="Times New Roman"/>
              </a:rPr>
              <a:t> </a:t>
            </a:r>
            <a:r>
              <a:rPr sz="2000" b="1" dirty="0">
                <a:latin typeface="Times New Roman"/>
                <a:cs typeface="Times New Roman"/>
              </a:rPr>
              <a:t>Formulation</a:t>
            </a:r>
            <a:r>
              <a:rPr sz="2000" b="1" spc="-55" dirty="0">
                <a:latin typeface="Times New Roman"/>
                <a:cs typeface="Times New Roman"/>
              </a:rPr>
              <a:t> </a:t>
            </a:r>
            <a:r>
              <a:rPr sz="2000" b="1" spc="-50" dirty="0">
                <a:latin typeface="Times New Roman"/>
                <a:cs typeface="Times New Roman"/>
              </a:rPr>
              <a:t>:</a:t>
            </a:r>
            <a:endParaRPr sz="2000" dirty="0">
              <a:latin typeface="Times New Roman"/>
              <a:cs typeface="Times New Roman"/>
            </a:endParaRPr>
          </a:p>
          <a:p>
            <a:pPr marL="666750" lvl="1" indent="-273050">
              <a:lnSpc>
                <a:spcPct val="100000"/>
              </a:lnSpc>
              <a:spcBef>
                <a:spcPts val="5"/>
              </a:spcBef>
              <a:buAutoNum type="arabicParenR"/>
              <a:tabLst>
                <a:tab pos="666750" algn="l"/>
              </a:tabLst>
            </a:pPr>
            <a:r>
              <a:rPr sz="2000" dirty="0">
                <a:latin typeface="Times New Roman"/>
                <a:cs typeface="Times New Roman"/>
              </a:rPr>
              <a:t>Proposed</a:t>
            </a:r>
            <a:r>
              <a:rPr sz="2000" spc="-30" dirty="0">
                <a:latin typeface="Times New Roman"/>
                <a:cs typeface="Times New Roman"/>
              </a:rPr>
              <a:t> </a:t>
            </a:r>
            <a:r>
              <a:rPr sz="2000" spc="-10" dirty="0">
                <a:latin typeface="Times New Roman"/>
                <a:cs typeface="Times New Roman"/>
              </a:rPr>
              <a:t>solution.</a:t>
            </a:r>
            <a:endParaRPr sz="2000" dirty="0">
              <a:latin typeface="Times New Roman"/>
              <a:cs typeface="Times New Roman"/>
            </a:endParaRPr>
          </a:p>
          <a:p>
            <a:pPr marL="666750" lvl="1" indent="-273050">
              <a:lnSpc>
                <a:spcPct val="100000"/>
              </a:lnSpc>
              <a:buAutoNum type="arabicParenR"/>
              <a:tabLst>
                <a:tab pos="666750" algn="l"/>
              </a:tabLst>
            </a:pPr>
            <a:r>
              <a:rPr sz="2000" dirty="0">
                <a:latin typeface="Times New Roman"/>
                <a:cs typeface="Times New Roman"/>
              </a:rPr>
              <a:t>Existing</a:t>
            </a:r>
            <a:r>
              <a:rPr sz="2000" spc="-35" dirty="0">
                <a:latin typeface="Times New Roman"/>
                <a:cs typeface="Times New Roman"/>
              </a:rPr>
              <a:t> </a:t>
            </a:r>
            <a:r>
              <a:rPr sz="2000" spc="-10" dirty="0">
                <a:latin typeface="Times New Roman"/>
                <a:cs typeface="Times New Roman"/>
              </a:rPr>
              <a:t>solution.</a:t>
            </a:r>
            <a:endParaRPr sz="2000" dirty="0">
              <a:latin typeface="Times New Roman"/>
              <a:cs typeface="Times New Roman"/>
            </a:endParaRPr>
          </a:p>
          <a:p>
            <a:pPr marL="388620" indent="-375920">
              <a:lnSpc>
                <a:spcPct val="100000"/>
              </a:lnSpc>
              <a:buAutoNum type="arabicPeriod"/>
              <a:tabLst>
                <a:tab pos="388620" algn="l"/>
              </a:tabLst>
            </a:pPr>
            <a:r>
              <a:rPr lang="en-US" sz="2000" b="1" dirty="0">
                <a:latin typeface="Times New Roman"/>
                <a:cs typeface="Times New Roman"/>
              </a:rPr>
              <a:t>References</a:t>
            </a:r>
            <a:endParaRPr sz="2000" dirty="0">
              <a:latin typeface="Times New Roman"/>
              <a:cs typeface="Times New Roman"/>
            </a:endParaRPr>
          </a:p>
        </p:txBody>
      </p:sp>
      <p:sp>
        <p:nvSpPr>
          <p:cNvPr id="6" name="Slide Number Placeholder 5">
            <a:extLst>
              <a:ext uri="{FF2B5EF4-FFF2-40B4-BE49-F238E27FC236}">
                <a16:creationId xmlns:a16="http://schemas.microsoft.com/office/drawing/2014/main" id="{9B48BB46-B89A-6FA5-49E5-6C2DEBFE855B}"/>
              </a:ext>
            </a:extLst>
          </p:cNvPr>
          <p:cNvSpPr>
            <a:spLocks noGrp="1"/>
          </p:cNvSpPr>
          <p:nvPr>
            <p:ph type="sldNum" sz="quarter" idx="7"/>
          </p:nvPr>
        </p:nvSpPr>
        <p:spPr/>
        <p:txBody>
          <a:bodyPr/>
          <a:lstStyle/>
          <a:p>
            <a:pPr marL="38100">
              <a:lnSpc>
                <a:spcPts val="1240"/>
              </a:lnSpc>
            </a:pPr>
            <a:fld id="{81D60167-4931-47E6-BA6A-407CBD079E47}" type="slidenum">
              <a:rPr lang="en-IN" spc="-25" smtClean="0"/>
              <a:t>2</a:t>
            </a:fld>
            <a:endParaRPr lang="en-IN" spc="-25"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 name="object 5"/>
          <p:cNvSpPr txBox="1">
            <a:spLocks noGrp="1"/>
          </p:cNvSpPr>
          <p:nvPr>
            <p:ph type="dt" sz="half" idx="6"/>
          </p:nvPr>
        </p:nvSpPr>
        <p:spPr>
          <a:prstGeom prst="rect">
            <a:avLst/>
          </a:prstGeom>
        </p:spPr>
        <p:txBody>
          <a:bodyPr vert="horz" wrap="square" lIns="0" tIns="122910" rIns="0" bIns="0" rtlCol="0">
            <a:spAutoFit/>
          </a:bodyPr>
          <a:lstStyle/>
          <a:p>
            <a:pPr marL="278765">
              <a:lnSpc>
                <a:spcPts val="1240"/>
              </a:lnSpc>
            </a:pPr>
            <a:fld id="{F761510F-C464-4070-B980-21634713E927}" type="datetime1">
              <a:rPr lang="en-US" spc="-10" smtClean="0"/>
              <a:t>9/23/2024</a:t>
            </a:fld>
            <a:endParaRPr spc="-10" dirty="0"/>
          </a:p>
        </p:txBody>
      </p:sp>
      <p:sp>
        <p:nvSpPr>
          <p:cNvPr id="2" name="object 2"/>
          <p:cNvSpPr txBox="1">
            <a:spLocks noGrp="1"/>
          </p:cNvSpPr>
          <p:nvPr>
            <p:ph type="title"/>
          </p:nvPr>
        </p:nvSpPr>
        <p:spPr>
          <a:xfrm>
            <a:off x="683462" y="430149"/>
            <a:ext cx="5183937" cy="690574"/>
          </a:xfrm>
          <a:prstGeom prst="rect">
            <a:avLst/>
          </a:prstGeom>
        </p:spPr>
        <p:txBody>
          <a:bodyPr vert="horz" wrap="square" lIns="0" tIns="13335" rIns="0" bIns="0" rtlCol="0">
            <a:spAutoFit/>
          </a:bodyPr>
          <a:lstStyle/>
          <a:p>
            <a:pPr marL="12700">
              <a:lnSpc>
                <a:spcPct val="100000"/>
              </a:lnSpc>
              <a:spcBef>
                <a:spcPts val="105"/>
              </a:spcBef>
            </a:pPr>
            <a:r>
              <a:rPr spc="-70" dirty="0">
                <a:latin typeface="Times New Roman" panose="02020603050405020304" pitchFamily="18" charset="0"/>
                <a:cs typeface="Times New Roman" panose="02020603050405020304" pitchFamily="18" charset="0"/>
              </a:rPr>
              <a:t>INTRODUCTION</a:t>
            </a:r>
          </a:p>
        </p:txBody>
      </p:sp>
      <p:sp>
        <p:nvSpPr>
          <p:cNvPr id="3" name="object 3"/>
          <p:cNvSpPr txBox="1"/>
          <p:nvPr/>
        </p:nvSpPr>
        <p:spPr>
          <a:xfrm>
            <a:off x="683068" y="1281747"/>
            <a:ext cx="10368662" cy="4360809"/>
          </a:xfrm>
          <a:prstGeom prst="rect">
            <a:avLst/>
          </a:prstGeom>
        </p:spPr>
        <p:txBody>
          <a:bodyPr vert="horz" wrap="square" lIns="0" tIns="13335" rIns="0" bIns="0" rtlCol="0">
            <a:spAutoFit/>
          </a:bodyPr>
          <a:lstStyle/>
          <a:p>
            <a:pPr marL="355600" indent="-342900" algn="just">
              <a:lnSpc>
                <a:spcPct val="100000"/>
              </a:lnSpc>
              <a:spcBef>
                <a:spcPts val="105"/>
              </a:spcBef>
              <a:buFont typeface="Wingdings"/>
              <a:buChar char=""/>
              <a:tabLst>
                <a:tab pos="355600" algn="l"/>
              </a:tabLst>
            </a:pPr>
            <a:r>
              <a:rPr lang="en-US" sz="2000" dirty="0">
                <a:latin typeface="Times New Roman"/>
                <a:cs typeface="Times New Roman"/>
              </a:rPr>
              <a:t>Railways are one of the most important and affordable modes of transportation in India, playing a key role compared to other transport systems. However, train accidents are a serious concern, often leading to more severe damage and loss of life compared to road accidents. </a:t>
            </a:r>
          </a:p>
          <a:p>
            <a:pPr marL="355600" indent="-342900" algn="just">
              <a:lnSpc>
                <a:spcPct val="100000"/>
              </a:lnSpc>
              <a:spcBef>
                <a:spcPts val="105"/>
              </a:spcBef>
              <a:buFont typeface="Wingdings"/>
              <a:buChar char=""/>
              <a:tabLst>
                <a:tab pos="355600" algn="l"/>
              </a:tabLst>
            </a:pPr>
            <a:r>
              <a:rPr lang="en-US" sz="2000" dirty="0">
                <a:latin typeface="Times New Roman"/>
                <a:cs typeface="Times New Roman"/>
              </a:rPr>
              <a:t>Because of this, improving railway safety is crucial. Indian Railways has one of the largest rail networks in the world, covering over 115,000 kilometers. However, it faces challenges in terms of safety and reliability, as it doesn't meet global standards.</a:t>
            </a:r>
          </a:p>
          <a:p>
            <a:pPr marL="355600" indent="-342900" algn="just">
              <a:lnSpc>
                <a:spcPct val="100000"/>
              </a:lnSpc>
              <a:spcBef>
                <a:spcPts val="105"/>
              </a:spcBef>
              <a:buFont typeface="Wingdings"/>
              <a:buChar char=""/>
              <a:tabLst>
                <a:tab pos="355600" algn="l"/>
              </a:tabLst>
            </a:pPr>
            <a:r>
              <a:rPr lang="en-US" sz="2000" dirty="0">
                <a:latin typeface="Times New Roman"/>
                <a:cs typeface="Times New Roman"/>
              </a:rPr>
              <a:t> One of the main issues is the cracks in the railway tracks, which are often missed because they are not detected and fixed on time. A recent study found that more than 25% of the railway tracks need replacement due to cracks. Checking these cracks manually is slow and requires skilled workers, making the process inefficient.</a:t>
            </a:r>
          </a:p>
          <a:p>
            <a:pPr marL="355600" indent="-342900" algn="just">
              <a:lnSpc>
                <a:spcPct val="100000"/>
              </a:lnSpc>
              <a:spcBef>
                <a:spcPts val="105"/>
              </a:spcBef>
              <a:buFont typeface="Wingdings"/>
              <a:buChar char=""/>
              <a:tabLst>
                <a:tab pos="355600" algn="l"/>
              </a:tabLst>
            </a:pPr>
            <a:r>
              <a:rPr lang="en-US" sz="2000" dirty="0">
                <a:latin typeface="Times New Roman"/>
                <a:cs typeface="Times New Roman"/>
              </a:rPr>
              <a:t>To address this, a system is being developed to automatically detect cracks in railway tracks using modern technology like IOT and sensors. The system will collect large amounts of data to find rail faults and alert the relevant authorities. It will use an ultrasonic sensor to detect cracks, and if a crack is found, the information will be sent to the control room via a SMS. </a:t>
            </a:r>
            <a:endParaRPr sz="2000" dirty="0">
              <a:latin typeface="Times New Roman"/>
              <a:cs typeface="Times New Roman"/>
            </a:endParaRPr>
          </a:p>
        </p:txBody>
      </p:sp>
      <p:sp>
        <p:nvSpPr>
          <p:cNvPr id="6" name="Slide Number Placeholder 5">
            <a:extLst>
              <a:ext uri="{FF2B5EF4-FFF2-40B4-BE49-F238E27FC236}">
                <a16:creationId xmlns:a16="http://schemas.microsoft.com/office/drawing/2014/main" id="{5F8EA594-8483-358A-19EF-27368D24075A}"/>
              </a:ext>
            </a:extLst>
          </p:cNvPr>
          <p:cNvSpPr>
            <a:spLocks noGrp="1"/>
          </p:cNvSpPr>
          <p:nvPr>
            <p:ph type="sldNum" sz="quarter" idx="7"/>
          </p:nvPr>
        </p:nvSpPr>
        <p:spPr>
          <a:xfrm>
            <a:off x="11125200" y="6468375"/>
            <a:ext cx="160401" cy="90449"/>
          </a:xfrm>
        </p:spPr>
        <p:txBody>
          <a:bodyPr/>
          <a:lstStyle/>
          <a:p>
            <a:pPr marL="38100">
              <a:lnSpc>
                <a:spcPts val="1240"/>
              </a:lnSpc>
            </a:pPr>
            <a:r>
              <a:rPr lang="en-US" spc="-25" dirty="0"/>
              <a:t>4</a:t>
            </a:r>
          </a:p>
          <a:p>
            <a:pPr marL="38100">
              <a:lnSpc>
                <a:spcPts val="1240"/>
              </a:lnSpc>
            </a:pPr>
            <a:endParaRPr lang="en-IN" spc="-25"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3335" rIns="0" bIns="0" rtlCol="0">
            <a:spAutoFit/>
          </a:bodyPr>
          <a:lstStyle/>
          <a:p>
            <a:pPr marL="12700">
              <a:lnSpc>
                <a:spcPct val="100000"/>
              </a:lnSpc>
              <a:spcBef>
                <a:spcPts val="105"/>
              </a:spcBef>
            </a:pPr>
            <a:r>
              <a:rPr spc="-30" dirty="0"/>
              <a:t>IMPORTANCE</a:t>
            </a:r>
            <a:r>
              <a:rPr spc="-125" dirty="0"/>
              <a:t> </a:t>
            </a:r>
            <a:r>
              <a:rPr dirty="0"/>
              <a:t>OF</a:t>
            </a:r>
            <a:r>
              <a:rPr spc="-275" dirty="0"/>
              <a:t> </a:t>
            </a:r>
            <a:r>
              <a:rPr dirty="0"/>
              <a:t>THE</a:t>
            </a:r>
            <a:r>
              <a:rPr spc="-70" dirty="0"/>
              <a:t> </a:t>
            </a:r>
            <a:r>
              <a:rPr spc="-10" dirty="0"/>
              <a:t>PROJECT</a:t>
            </a:r>
          </a:p>
        </p:txBody>
      </p:sp>
      <p:sp>
        <p:nvSpPr>
          <p:cNvPr id="3" name="object 3"/>
          <p:cNvSpPr txBox="1"/>
          <p:nvPr/>
        </p:nvSpPr>
        <p:spPr>
          <a:xfrm>
            <a:off x="807212" y="1885010"/>
            <a:ext cx="10358120" cy="4314643"/>
          </a:xfrm>
          <a:prstGeom prst="rect">
            <a:avLst/>
          </a:prstGeom>
        </p:spPr>
        <p:txBody>
          <a:bodyPr vert="horz" wrap="square" lIns="0" tIns="43815" rIns="0" bIns="0" rtlCol="0">
            <a:spAutoFit/>
          </a:bodyPr>
          <a:lstStyle/>
          <a:p>
            <a:pPr marL="241300" marR="274320" indent="-228600" algn="just">
              <a:lnSpc>
                <a:spcPct val="90000"/>
              </a:lnSpc>
              <a:spcBef>
                <a:spcPts val="345"/>
              </a:spcBef>
              <a:buFont typeface="Wingdings"/>
              <a:buChar char=""/>
              <a:tabLst>
                <a:tab pos="241300" algn="l"/>
              </a:tabLst>
            </a:pPr>
            <a:r>
              <a:rPr lang="en-US" sz="2000" spc="-20" dirty="0">
                <a:latin typeface="Times New Roman"/>
                <a:cs typeface="Times New Roman"/>
              </a:rPr>
              <a:t>Railway accidents often lead to significant loss of life and damage to property. Many incidents happen due to human error and the inability to detect track problems in time. Advanced technology like the Railway Crack Detection System (RCDS) using ultra sonic sensors can continuously monitor the tracks for cracks and obstacles. </a:t>
            </a:r>
          </a:p>
          <a:p>
            <a:pPr marL="241300" marR="274320" indent="-228600" algn="just">
              <a:lnSpc>
                <a:spcPct val="90000"/>
              </a:lnSpc>
              <a:spcBef>
                <a:spcPts val="345"/>
              </a:spcBef>
              <a:buFont typeface="Wingdings"/>
              <a:buChar char=""/>
              <a:tabLst>
                <a:tab pos="241300" algn="l"/>
              </a:tabLst>
            </a:pPr>
            <a:r>
              <a:rPr lang="en-US" sz="2000" spc="-20" dirty="0">
                <a:latin typeface="Times New Roman"/>
                <a:cs typeface="Times New Roman"/>
              </a:rPr>
              <a:t>This system, powered by a ESP-32/ESP-8266 microcontroller, offers real-time detection and can alert authorities before accidents occur. It is an efficient, cost-effective, and scalable solution for ensuring the safety of passengers and reducing train mishaps in India. Implementing such technology could greatly improve railway safety and reliability.</a:t>
            </a:r>
          </a:p>
          <a:p>
            <a:pPr marL="241300" marR="274320" indent="-228600" algn="just">
              <a:lnSpc>
                <a:spcPct val="90000"/>
              </a:lnSpc>
              <a:spcBef>
                <a:spcPts val="345"/>
              </a:spcBef>
              <a:buFont typeface="Wingdings"/>
              <a:buChar char=""/>
              <a:tabLst>
                <a:tab pos="241300" algn="l"/>
              </a:tabLst>
            </a:pPr>
            <a:r>
              <a:rPr lang="en-US" sz="2000" dirty="0">
                <a:latin typeface="Times New Roman"/>
                <a:cs typeface="Times New Roman"/>
              </a:rPr>
              <a:t>The goal of the proposed system is to detect cracks in the tracks and prevent accidents. It can quickly identify cracks so that necessary actions can be taken right away. This system not only replaces manual inspections but also saves time and money, making the process faster and more accurate.</a:t>
            </a:r>
          </a:p>
          <a:p>
            <a:pPr marL="241300" marR="274320" indent="-228600" algn="just">
              <a:lnSpc>
                <a:spcPct val="90000"/>
              </a:lnSpc>
              <a:spcBef>
                <a:spcPts val="345"/>
              </a:spcBef>
              <a:buFont typeface="Wingdings"/>
              <a:buChar char=""/>
              <a:tabLst>
                <a:tab pos="241300" algn="l"/>
              </a:tabLst>
            </a:pPr>
            <a:r>
              <a:rPr lang="en-US" sz="2000" dirty="0">
                <a:latin typeface="Times New Roman"/>
                <a:cs typeface="Times New Roman"/>
              </a:rPr>
              <a:t>The system works by first starting a motor, which activates an ultrasonic or IR sensor to detect cracks in the tracks. The motor moves the system forward, and if a crack or obstacle is detected, the vehicle will stop immediately.</a:t>
            </a:r>
            <a:endParaRPr sz="2000" dirty="0">
              <a:latin typeface="Times New Roman"/>
              <a:cs typeface="Times New Roman"/>
            </a:endParaRPr>
          </a:p>
        </p:txBody>
      </p:sp>
      <p:sp>
        <p:nvSpPr>
          <p:cNvPr id="6" name="Date Placeholder 5">
            <a:extLst>
              <a:ext uri="{FF2B5EF4-FFF2-40B4-BE49-F238E27FC236}">
                <a16:creationId xmlns:a16="http://schemas.microsoft.com/office/drawing/2014/main" id="{860C8F33-3879-4AB4-DCE0-DB85E0759BC8}"/>
              </a:ext>
            </a:extLst>
          </p:cNvPr>
          <p:cNvSpPr>
            <a:spLocks noGrp="1"/>
          </p:cNvSpPr>
          <p:nvPr>
            <p:ph type="dt" sz="half" idx="6"/>
          </p:nvPr>
        </p:nvSpPr>
        <p:spPr>
          <a:xfrm>
            <a:off x="685800" y="6203061"/>
            <a:ext cx="1333728" cy="355523"/>
          </a:xfrm>
        </p:spPr>
        <p:txBody>
          <a:bodyPr/>
          <a:lstStyle/>
          <a:p>
            <a:pPr marL="234315">
              <a:lnSpc>
                <a:spcPts val="1240"/>
              </a:lnSpc>
            </a:pPr>
            <a:fld id="{D88799C0-0FF0-4B06-9291-B9ED0F6953F2}" type="datetime1">
              <a:rPr lang="en-US" spc="-10" smtClean="0"/>
              <a:t>9/23/2024</a:t>
            </a:fld>
            <a:endParaRPr lang="en-US" spc="-10" dirty="0"/>
          </a:p>
        </p:txBody>
      </p:sp>
      <p:sp>
        <p:nvSpPr>
          <p:cNvPr id="7" name="Slide Number Placeholder 6">
            <a:extLst>
              <a:ext uri="{FF2B5EF4-FFF2-40B4-BE49-F238E27FC236}">
                <a16:creationId xmlns:a16="http://schemas.microsoft.com/office/drawing/2014/main" id="{AC23336B-ABBA-A2A7-5626-D8489641AFE8}"/>
              </a:ext>
            </a:extLst>
          </p:cNvPr>
          <p:cNvSpPr>
            <a:spLocks noGrp="1"/>
          </p:cNvSpPr>
          <p:nvPr>
            <p:ph type="sldNum" sz="quarter" idx="7"/>
          </p:nvPr>
        </p:nvSpPr>
        <p:spPr/>
        <p:txBody>
          <a:bodyPr/>
          <a:lstStyle/>
          <a:p>
            <a:pPr marL="38100">
              <a:lnSpc>
                <a:spcPts val="1240"/>
              </a:lnSpc>
            </a:pPr>
            <a:fld id="{81D60167-4931-47E6-BA6A-407CBD079E47}" type="slidenum">
              <a:rPr lang="en-IN" spc="-25" smtClean="0"/>
              <a:t>4</a:t>
            </a:fld>
            <a:endParaRPr lang="en-IN" spc="-25"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 name="object 5"/>
          <p:cNvSpPr txBox="1">
            <a:spLocks noGrp="1"/>
          </p:cNvSpPr>
          <p:nvPr>
            <p:ph type="dt" sz="half" idx="6"/>
          </p:nvPr>
        </p:nvSpPr>
        <p:spPr>
          <a:prstGeom prst="rect">
            <a:avLst/>
          </a:prstGeom>
        </p:spPr>
        <p:txBody>
          <a:bodyPr vert="horz" wrap="square" lIns="0" tIns="76809" rIns="0" bIns="0" rtlCol="0">
            <a:spAutoFit/>
          </a:bodyPr>
          <a:lstStyle/>
          <a:p>
            <a:pPr marL="236220">
              <a:lnSpc>
                <a:spcPts val="1240"/>
              </a:lnSpc>
            </a:pPr>
            <a:fld id="{82556F04-F996-492C-B49B-666D94253981}" type="datetime1">
              <a:rPr lang="en-US" spc="-10" smtClean="0"/>
              <a:t>9/23/2024</a:t>
            </a:fld>
            <a:endParaRPr spc="-10" dirty="0"/>
          </a:p>
        </p:txBody>
      </p:sp>
      <p:sp>
        <p:nvSpPr>
          <p:cNvPr id="2" name="object 2"/>
          <p:cNvSpPr txBox="1">
            <a:spLocks noGrp="1"/>
          </p:cNvSpPr>
          <p:nvPr>
            <p:ph type="title"/>
          </p:nvPr>
        </p:nvSpPr>
        <p:spPr>
          <a:xfrm>
            <a:off x="640791" y="489280"/>
            <a:ext cx="3829685" cy="697230"/>
          </a:xfrm>
          <a:prstGeom prst="rect">
            <a:avLst/>
          </a:prstGeom>
        </p:spPr>
        <p:txBody>
          <a:bodyPr vert="horz" wrap="square" lIns="0" tIns="13335" rIns="0" bIns="0" rtlCol="0">
            <a:spAutoFit/>
          </a:bodyPr>
          <a:lstStyle/>
          <a:p>
            <a:pPr marL="12700">
              <a:lnSpc>
                <a:spcPct val="100000"/>
              </a:lnSpc>
              <a:spcBef>
                <a:spcPts val="105"/>
              </a:spcBef>
            </a:pPr>
            <a:r>
              <a:rPr spc="5" dirty="0"/>
              <a:t>AD</a:t>
            </a:r>
            <a:r>
              <a:rPr spc="-565" dirty="0"/>
              <a:t>V</a:t>
            </a:r>
            <a:r>
              <a:rPr spc="5" dirty="0"/>
              <a:t>AN</a:t>
            </a:r>
            <a:r>
              <a:rPr spc="-325" dirty="0"/>
              <a:t>T</a:t>
            </a:r>
            <a:r>
              <a:rPr spc="5" dirty="0"/>
              <a:t>AGES</a:t>
            </a:r>
          </a:p>
        </p:txBody>
      </p:sp>
      <p:sp>
        <p:nvSpPr>
          <p:cNvPr id="3" name="object 3"/>
          <p:cNvSpPr txBox="1"/>
          <p:nvPr/>
        </p:nvSpPr>
        <p:spPr>
          <a:xfrm>
            <a:off x="417068" y="1276167"/>
            <a:ext cx="11049000" cy="4305666"/>
          </a:xfrm>
          <a:prstGeom prst="rect">
            <a:avLst/>
          </a:prstGeom>
        </p:spPr>
        <p:txBody>
          <a:bodyPr vert="horz" wrap="square" lIns="0" tIns="47625" rIns="0" bIns="0" rtlCol="0">
            <a:spAutoFit/>
          </a:bodyPr>
          <a:lstStyle/>
          <a:p>
            <a:pPr marL="240029" marR="418465" indent="-227965" algn="just">
              <a:lnSpc>
                <a:spcPts val="2160"/>
              </a:lnSpc>
              <a:spcBef>
                <a:spcPts val="375"/>
              </a:spcBef>
              <a:buFont typeface="Wingdings"/>
              <a:buChar char=""/>
              <a:tabLst>
                <a:tab pos="241300" algn="l"/>
              </a:tabLst>
            </a:pPr>
            <a:r>
              <a:rPr lang="en-US" sz="2000" b="1" dirty="0">
                <a:latin typeface="Times New Roman"/>
                <a:cs typeface="Times New Roman"/>
              </a:rPr>
              <a:t> Cost-effective</a:t>
            </a:r>
            <a:r>
              <a:rPr lang="en-US" sz="2000" dirty="0">
                <a:latin typeface="Times New Roman"/>
                <a:cs typeface="Times New Roman"/>
              </a:rPr>
              <a:t>: The ESP32 is an affordable microcontroller, making it ideal for large-scale deployment across railway tracks. </a:t>
            </a:r>
          </a:p>
          <a:p>
            <a:pPr marL="240029" marR="418465" indent="-227965" algn="just">
              <a:lnSpc>
                <a:spcPts val="2160"/>
              </a:lnSpc>
              <a:spcBef>
                <a:spcPts val="375"/>
              </a:spcBef>
              <a:buFont typeface="Wingdings"/>
              <a:buChar char=""/>
              <a:tabLst>
                <a:tab pos="241300" algn="l"/>
              </a:tabLst>
            </a:pPr>
            <a:r>
              <a:rPr lang="en-US" sz="2000" dirty="0">
                <a:latin typeface="Times New Roman"/>
                <a:cs typeface="Times New Roman"/>
              </a:rPr>
              <a:t> </a:t>
            </a:r>
            <a:r>
              <a:rPr lang="en-US" sz="2000" b="1" dirty="0">
                <a:latin typeface="Times New Roman"/>
                <a:cs typeface="Times New Roman"/>
              </a:rPr>
              <a:t>Real-time Monitoring: </a:t>
            </a:r>
            <a:r>
              <a:rPr lang="en-US" sz="2000" dirty="0">
                <a:latin typeface="Times New Roman"/>
                <a:cs typeface="Times New Roman"/>
              </a:rPr>
              <a:t>With built-in Wi-Fi and Bluetooth, the ESP32 enables real-time data transmission.</a:t>
            </a:r>
          </a:p>
          <a:p>
            <a:pPr marL="240029" marR="418465" indent="-227965" algn="just">
              <a:lnSpc>
                <a:spcPts val="2160"/>
              </a:lnSpc>
              <a:spcBef>
                <a:spcPts val="375"/>
              </a:spcBef>
              <a:buFont typeface="Wingdings"/>
              <a:buChar char=""/>
              <a:tabLst>
                <a:tab pos="241300" algn="l"/>
              </a:tabLst>
            </a:pPr>
            <a:r>
              <a:rPr lang="en-US" sz="2000" dirty="0">
                <a:latin typeface="Times New Roman"/>
                <a:cs typeface="Times New Roman"/>
              </a:rPr>
              <a:t> </a:t>
            </a:r>
            <a:r>
              <a:rPr lang="en-US" sz="2000" b="1" dirty="0">
                <a:latin typeface="Times New Roman"/>
                <a:cs typeface="Times New Roman"/>
              </a:rPr>
              <a:t>Low Power Consumption</a:t>
            </a:r>
            <a:r>
              <a:rPr lang="en-US" sz="2000" dirty="0">
                <a:latin typeface="Times New Roman"/>
                <a:cs typeface="Times New Roman"/>
              </a:rPr>
              <a:t>: The ESP32 consumes less power, which is a key advantage for systems deployed in remote locations where access to power may be limited.</a:t>
            </a:r>
          </a:p>
          <a:p>
            <a:pPr marL="240029" marR="418465" indent="-227965" algn="just">
              <a:lnSpc>
                <a:spcPts val="2160"/>
              </a:lnSpc>
              <a:spcBef>
                <a:spcPts val="375"/>
              </a:spcBef>
              <a:buFont typeface="Wingdings"/>
              <a:buChar char=""/>
              <a:tabLst>
                <a:tab pos="241300" algn="l"/>
              </a:tabLst>
            </a:pPr>
            <a:r>
              <a:rPr lang="en-US" sz="2000" b="1" dirty="0">
                <a:latin typeface="Times New Roman"/>
                <a:cs typeface="Times New Roman"/>
              </a:rPr>
              <a:t>Easy Integration with Sensors</a:t>
            </a:r>
            <a:r>
              <a:rPr lang="en-US" sz="2000" dirty="0">
                <a:latin typeface="Times New Roman"/>
                <a:cs typeface="Times New Roman"/>
              </a:rPr>
              <a:t>: The ESP32 can easily interface with various sensors (e.g., ultrasonic, IR sensors) to detect cracks..</a:t>
            </a:r>
          </a:p>
          <a:p>
            <a:pPr marL="240029" marR="418465" indent="-227965" algn="just">
              <a:lnSpc>
                <a:spcPts val="2160"/>
              </a:lnSpc>
              <a:spcBef>
                <a:spcPts val="375"/>
              </a:spcBef>
              <a:buFont typeface="Wingdings"/>
              <a:buChar char=""/>
              <a:tabLst>
                <a:tab pos="241300" algn="l"/>
              </a:tabLst>
            </a:pPr>
            <a:r>
              <a:rPr lang="en-US" sz="2000" dirty="0">
                <a:latin typeface="Times New Roman"/>
                <a:cs typeface="Times New Roman"/>
              </a:rPr>
              <a:t> </a:t>
            </a:r>
            <a:r>
              <a:rPr lang="en-US" sz="2000" b="1" dirty="0">
                <a:latin typeface="Times New Roman"/>
                <a:cs typeface="Times New Roman"/>
              </a:rPr>
              <a:t>Long-range Communication</a:t>
            </a:r>
            <a:r>
              <a:rPr lang="en-US" sz="2000" dirty="0">
                <a:latin typeface="Times New Roman"/>
                <a:cs typeface="Times New Roman"/>
              </a:rPr>
              <a:t>: The ESP32 supports communication over Wi-Fi and Bluetooth, enabling the transmission of alerts over long distances.</a:t>
            </a:r>
          </a:p>
          <a:p>
            <a:pPr marL="240029" marR="418465" indent="-227965" algn="just">
              <a:lnSpc>
                <a:spcPts val="2160"/>
              </a:lnSpc>
              <a:spcBef>
                <a:spcPts val="375"/>
              </a:spcBef>
              <a:buFont typeface="Wingdings"/>
              <a:buChar char=""/>
              <a:tabLst>
                <a:tab pos="241300" algn="l"/>
              </a:tabLst>
            </a:pPr>
            <a:r>
              <a:rPr lang="en-US" sz="2000" dirty="0">
                <a:latin typeface="Times New Roman"/>
                <a:cs typeface="Times New Roman"/>
              </a:rPr>
              <a:t> </a:t>
            </a:r>
            <a:r>
              <a:rPr lang="en-US" sz="2000" b="1" dirty="0">
                <a:latin typeface="Times New Roman"/>
                <a:cs typeface="Times New Roman"/>
              </a:rPr>
              <a:t>Automation and Early Warning</a:t>
            </a:r>
            <a:r>
              <a:rPr lang="en-US" sz="2000" dirty="0">
                <a:latin typeface="Times New Roman"/>
                <a:cs typeface="Times New Roman"/>
              </a:rPr>
              <a:t>: The system can be automated to alert authorities in real-time if cracks are detected, preventing accidents by providing early warnings.</a:t>
            </a:r>
          </a:p>
          <a:p>
            <a:pPr marL="240029" marR="418465" indent="-227965" algn="just">
              <a:lnSpc>
                <a:spcPts val="2160"/>
              </a:lnSpc>
              <a:spcBef>
                <a:spcPts val="375"/>
              </a:spcBef>
              <a:buFont typeface="Wingdings"/>
              <a:buChar char=""/>
              <a:tabLst>
                <a:tab pos="241300" algn="l"/>
              </a:tabLst>
            </a:pPr>
            <a:r>
              <a:rPr lang="en-US" sz="2000" b="1" dirty="0">
                <a:latin typeface="Times New Roman"/>
                <a:cs typeface="Times New Roman"/>
              </a:rPr>
              <a:t> Lightweight and Portable</a:t>
            </a:r>
            <a:r>
              <a:rPr lang="en-US" sz="2000" dirty="0">
                <a:latin typeface="Times New Roman"/>
                <a:cs typeface="Times New Roman"/>
              </a:rPr>
              <a:t>: The compact size of the ESP32 allows it to be easily installed along railway tracks without the need for large, complex infrastructure.</a:t>
            </a:r>
            <a:endParaRPr sz="2000" dirty="0">
              <a:latin typeface="Times New Roman"/>
              <a:cs typeface="Times New Roman"/>
            </a:endParaRPr>
          </a:p>
        </p:txBody>
      </p:sp>
      <p:sp>
        <p:nvSpPr>
          <p:cNvPr id="6" name="Slide Number Placeholder 5">
            <a:extLst>
              <a:ext uri="{FF2B5EF4-FFF2-40B4-BE49-F238E27FC236}">
                <a16:creationId xmlns:a16="http://schemas.microsoft.com/office/drawing/2014/main" id="{31AAD7BD-D406-91CF-5EA0-02A8EF5C7E73}"/>
              </a:ext>
            </a:extLst>
          </p:cNvPr>
          <p:cNvSpPr>
            <a:spLocks noGrp="1"/>
          </p:cNvSpPr>
          <p:nvPr>
            <p:ph type="sldNum" sz="quarter" idx="7"/>
          </p:nvPr>
        </p:nvSpPr>
        <p:spPr/>
        <p:txBody>
          <a:bodyPr/>
          <a:lstStyle/>
          <a:p>
            <a:pPr marL="38100">
              <a:lnSpc>
                <a:spcPts val="1240"/>
              </a:lnSpc>
            </a:pPr>
            <a:fld id="{81D60167-4931-47E6-BA6A-407CBD079E47}" type="slidenum">
              <a:rPr lang="en-IN" spc="-25" smtClean="0"/>
              <a:t>5</a:t>
            </a:fld>
            <a:endParaRPr lang="en-IN" spc="-25"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 name="object 5"/>
          <p:cNvSpPr txBox="1">
            <a:spLocks noGrp="1"/>
          </p:cNvSpPr>
          <p:nvPr>
            <p:ph type="dt" sz="half" idx="6"/>
          </p:nvPr>
        </p:nvSpPr>
        <p:spPr>
          <a:prstGeom prst="rect">
            <a:avLst/>
          </a:prstGeom>
        </p:spPr>
        <p:txBody>
          <a:bodyPr vert="horz" wrap="square" lIns="0" tIns="76809" rIns="0" bIns="0" rtlCol="0">
            <a:spAutoFit/>
          </a:bodyPr>
          <a:lstStyle/>
          <a:p>
            <a:pPr marL="236220">
              <a:lnSpc>
                <a:spcPts val="1240"/>
              </a:lnSpc>
            </a:pPr>
            <a:fld id="{182F904B-A147-420E-9CB2-15BC7539AF68}" type="datetime1">
              <a:rPr lang="en-US" spc="-10" smtClean="0"/>
              <a:t>9/23/2024</a:t>
            </a:fld>
            <a:endParaRPr spc="-10" dirty="0"/>
          </a:p>
        </p:txBody>
      </p:sp>
      <p:sp>
        <p:nvSpPr>
          <p:cNvPr id="2" name="object 2"/>
          <p:cNvSpPr txBox="1">
            <a:spLocks noGrp="1"/>
          </p:cNvSpPr>
          <p:nvPr>
            <p:ph type="title"/>
          </p:nvPr>
        </p:nvSpPr>
        <p:spPr>
          <a:xfrm>
            <a:off x="1284758" y="161102"/>
            <a:ext cx="4343400" cy="697230"/>
          </a:xfrm>
          <a:prstGeom prst="rect">
            <a:avLst/>
          </a:prstGeom>
        </p:spPr>
        <p:txBody>
          <a:bodyPr vert="horz" wrap="square" lIns="0" tIns="13335" rIns="0" bIns="0" rtlCol="0">
            <a:spAutoFit/>
          </a:bodyPr>
          <a:lstStyle/>
          <a:p>
            <a:pPr marL="12700">
              <a:lnSpc>
                <a:spcPct val="100000"/>
              </a:lnSpc>
              <a:spcBef>
                <a:spcPts val="105"/>
              </a:spcBef>
            </a:pPr>
            <a:r>
              <a:rPr spc="-25" dirty="0"/>
              <a:t>APPLICATIONS</a:t>
            </a:r>
          </a:p>
        </p:txBody>
      </p:sp>
      <p:sp>
        <p:nvSpPr>
          <p:cNvPr id="3" name="object 3"/>
          <p:cNvSpPr txBox="1"/>
          <p:nvPr/>
        </p:nvSpPr>
        <p:spPr>
          <a:xfrm>
            <a:off x="1317752" y="1313662"/>
            <a:ext cx="5616448" cy="4110741"/>
          </a:xfrm>
          <a:prstGeom prst="rect">
            <a:avLst/>
          </a:prstGeom>
        </p:spPr>
        <p:txBody>
          <a:bodyPr vert="horz" wrap="square" lIns="0" tIns="108585" rIns="0" bIns="0" rtlCol="0">
            <a:spAutoFit/>
          </a:bodyPr>
          <a:lstStyle/>
          <a:p>
            <a:pPr marL="367665" indent="-354965">
              <a:lnSpc>
                <a:spcPct val="100000"/>
              </a:lnSpc>
              <a:spcBef>
                <a:spcPts val="855"/>
              </a:spcBef>
              <a:buFont typeface="Arial"/>
              <a:buChar char="•"/>
              <a:tabLst>
                <a:tab pos="367665" algn="l"/>
              </a:tabLst>
            </a:pPr>
            <a:r>
              <a:rPr lang="en-IN" sz="2000" dirty="0">
                <a:latin typeface="Times New Roman"/>
                <a:cs typeface="Times New Roman"/>
              </a:rPr>
              <a:t>Real-time Crack Detection and Alerts</a:t>
            </a:r>
          </a:p>
          <a:p>
            <a:pPr marL="367665" indent="-354965">
              <a:lnSpc>
                <a:spcPct val="100000"/>
              </a:lnSpc>
              <a:spcBef>
                <a:spcPts val="855"/>
              </a:spcBef>
              <a:buFont typeface="Arial"/>
              <a:buChar char="•"/>
              <a:tabLst>
                <a:tab pos="367665" algn="l"/>
              </a:tabLst>
            </a:pPr>
            <a:r>
              <a:rPr lang="en-IN" sz="2000" dirty="0">
                <a:latin typeface="Times New Roman"/>
                <a:cs typeface="Times New Roman"/>
              </a:rPr>
              <a:t>Autonomous Track Monitoring Vehicles</a:t>
            </a:r>
          </a:p>
          <a:p>
            <a:pPr marL="367665" indent="-354965">
              <a:lnSpc>
                <a:spcPct val="100000"/>
              </a:lnSpc>
              <a:spcBef>
                <a:spcPts val="855"/>
              </a:spcBef>
              <a:buFont typeface="Arial"/>
              <a:buChar char="•"/>
              <a:tabLst>
                <a:tab pos="367665" algn="l"/>
              </a:tabLst>
            </a:pPr>
            <a:r>
              <a:rPr lang="en-IN" sz="2000" dirty="0">
                <a:latin typeface="Times New Roman"/>
                <a:cs typeface="Times New Roman"/>
              </a:rPr>
              <a:t>Wireless Data Transmission</a:t>
            </a:r>
          </a:p>
          <a:p>
            <a:pPr marL="367665" indent="-354965">
              <a:lnSpc>
                <a:spcPct val="100000"/>
              </a:lnSpc>
              <a:spcBef>
                <a:spcPts val="855"/>
              </a:spcBef>
              <a:buFont typeface="Arial"/>
              <a:buChar char="•"/>
              <a:tabLst>
                <a:tab pos="367665" algn="l"/>
              </a:tabLst>
            </a:pPr>
            <a:r>
              <a:rPr lang="en-IN" sz="2000" dirty="0">
                <a:latin typeface="Times New Roman"/>
                <a:cs typeface="Times New Roman"/>
              </a:rPr>
              <a:t>Low-Cost Detection System for Developing Region</a:t>
            </a:r>
          </a:p>
          <a:p>
            <a:pPr marL="367665" indent="-354965">
              <a:lnSpc>
                <a:spcPct val="100000"/>
              </a:lnSpc>
              <a:spcBef>
                <a:spcPts val="855"/>
              </a:spcBef>
              <a:buFont typeface="Arial"/>
              <a:buChar char="•"/>
              <a:tabLst>
                <a:tab pos="367665" algn="l"/>
              </a:tabLst>
            </a:pPr>
            <a:r>
              <a:rPr lang="en-IN" sz="2000" dirty="0">
                <a:latin typeface="Times New Roman"/>
                <a:cs typeface="Times New Roman"/>
              </a:rPr>
              <a:t>Remote Monitoring via IoT</a:t>
            </a:r>
          </a:p>
          <a:p>
            <a:pPr marL="367665" indent="-354965">
              <a:lnSpc>
                <a:spcPct val="100000"/>
              </a:lnSpc>
              <a:spcBef>
                <a:spcPts val="855"/>
              </a:spcBef>
              <a:buFont typeface="Arial"/>
              <a:buChar char="•"/>
              <a:tabLst>
                <a:tab pos="367665" algn="l"/>
              </a:tabLst>
            </a:pPr>
            <a:r>
              <a:rPr lang="en-IN" sz="2000" dirty="0">
                <a:latin typeface="Times New Roman"/>
                <a:cs typeface="Times New Roman"/>
              </a:rPr>
              <a:t>Automated Railway Track Surveillance Drones</a:t>
            </a:r>
          </a:p>
          <a:p>
            <a:pPr marL="367665" indent="-354965">
              <a:lnSpc>
                <a:spcPct val="100000"/>
              </a:lnSpc>
              <a:spcBef>
                <a:spcPts val="855"/>
              </a:spcBef>
              <a:buFont typeface="Arial"/>
              <a:buChar char="•"/>
              <a:tabLst>
                <a:tab pos="367665" algn="l"/>
              </a:tabLst>
            </a:pPr>
            <a:r>
              <a:rPr lang="en-IN" sz="2000" dirty="0">
                <a:latin typeface="Times New Roman"/>
                <a:cs typeface="Times New Roman"/>
              </a:rPr>
              <a:t>Track Crack Detection Robots</a:t>
            </a:r>
          </a:p>
          <a:p>
            <a:pPr marL="367665" indent="-354965">
              <a:lnSpc>
                <a:spcPct val="100000"/>
              </a:lnSpc>
              <a:spcBef>
                <a:spcPts val="855"/>
              </a:spcBef>
              <a:buFont typeface="Arial"/>
              <a:buChar char="•"/>
              <a:tabLst>
                <a:tab pos="367665" algn="l"/>
              </a:tabLst>
            </a:pPr>
            <a:r>
              <a:rPr lang="en-IN" sz="2000" dirty="0">
                <a:latin typeface="Times New Roman"/>
                <a:cs typeface="Times New Roman"/>
              </a:rPr>
              <a:t>Mobile Inspection Units </a:t>
            </a:r>
          </a:p>
          <a:p>
            <a:pPr marL="367665" indent="-354965">
              <a:lnSpc>
                <a:spcPct val="100000"/>
              </a:lnSpc>
              <a:spcBef>
                <a:spcPts val="855"/>
              </a:spcBef>
              <a:buFont typeface="Arial"/>
              <a:buChar char="•"/>
              <a:tabLst>
                <a:tab pos="367665" algn="l"/>
              </a:tabLst>
            </a:pPr>
            <a:r>
              <a:rPr lang="en-IN" sz="2000" dirty="0">
                <a:latin typeface="Times New Roman"/>
                <a:cs typeface="Times New Roman"/>
              </a:rPr>
              <a:t>Energy-Efficient, Battery-Powered Track Sensors</a:t>
            </a:r>
          </a:p>
        </p:txBody>
      </p:sp>
      <p:sp>
        <p:nvSpPr>
          <p:cNvPr id="6" name="Slide Number Placeholder 5">
            <a:extLst>
              <a:ext uri="{FF2B5EF4-FFF2-40B4-BE49-F238E27FC236}">
                <a16:creationId xmlns:a16="http://schemas.microsoft.com/office/drawing/2014/main" id="{CDDEB87C-0107-B066-D2D8-A22A3B1B53C4}"/>
              </a:ext>
            </a:extLst>
          </p:cNvPr>
          <p:cNvSpPr>
            <a:spLocks noGrp="1"/>
          </p:cNvSpPr>
          <p:nvPr>
            <p:ph type="sldNum" sz="quarter" idx="7"/>
          </p:nvPr>
        </p:nvSpPr>
        <p:spPr/>
        <p:txBody>
          <a:bodyPr/>
          <a:lstStyle/>
          <a:p>
            <a:pPr marL="38100">
              <a:lnSpc>
                <a:spcPts val="1240"/>
              </a:lnSpc>
            </a:pPr>
            <a:fld id="{81D60167-4931-47E6-BA6A-407CBD079E47}" type="slidenum">
              <a:rPr lang="en-IN" spc="-25" smtClean="0"/>
              <a:t>6</a:t>
            </a:fld>
            <a:endParaRPr lang="en-IN" spc="-25"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 name="object 5"/>
          <p:cNvSpPr txBox="1">
            <a:spLocks noGrp="1"/>
          </p:cNvSpPr>
          <p:nvPr>
            <p:ph type="dt" sz="half" idx="6"/>
          </p:nvPr>
        </p:nvSpPr>
        <p:spPr>
          <a:prstGeom prst="rect">
            <a:avLst/>
          </a:prstGeom>
        </p:spPr>
        <p:txBody>
          <a:bodyPr vert="horz" wrap="square" lIns="0" tIns="100888" rIns="0" bIns="0" rtlCol="0">
            <a:spAutoFit/>
          </a:bodyPr>
          <a:lstStyle/>
          <a:p>
            <a:pPr marL="639445">
              <a:lnSpc>
                <a:spcPts val="1150"/>
              </a:lnSpc>
            </a:pPr>
            <a:fld id="{342F7C50-FA20-4C20-B344-9AE7F38E59AC}" type="datetime1">
              <a:rPr lang="en-US" sz="1100" smtClean="0"/>
              <a:t>9/23/2024</a:t>
            </a:fld>
            <a:endParaRPr sz="1100"/>
          </a:p>
        </p:txBody>
      </p:sp>
      <p:sp>
        <p:nvSpPr>
          <p:cNvPr id="2" name="object 2"/>
          <p:cNvSpPr txBox="1">
            <a:spLocks noGrp="1"/>
          </p:cNvSpPr>
          <p:nvPr>
            <p:ph type="title"/>
          </p:nvPr>
        </p:nvSpPr>
        <p:spPr>
          <a:xfrm>
            <a:off x="1044041" y="271348"/>
            <a:ext cx="7945755" cy="697230"/>
          </a:xfrm>
          <a:prstGeom prst="rect">
            <a:avLst/>
          </a:prstGeom>
        </p:spPr>
        <p:txBody>
          <a:bodyPr vert="horz" wrap="square" lIns="0" tIns="13335" rIns="0" bIns="0" rtlCol="0">
            <a:spAutoFit/>
          </a:bodyPr>
          <a:lstStyle/>
          <a:p>
            <a:pPr marL="12700">
              <a:lnSpc>
                <a:spcPct val="100000"/>
              </a:lnSpc>
              <a:spcBef>
                <a:spcPts val="105"/>
              </a:spcBef>
            </a:pPr>
            <a:r>
              <a:rPr spc="-70" dirty="0"/>
              <a:t>SOFTWARE</a:t>
            </a:r>
            <a:r>
              <a:rPr spc="-240" dirty="0"/>
              <a:t> </a:t>
            </a:r>
            <a:r>
              <a:rPr dirty="0"/>
              <a:t>AND</a:t>
            </a:r>
            <a:r>
              <a:rPr spc="5" dirty="0"/>
              <a:t> </a:t>
            </a:r>
            <a:r>
              <a:rPr spc="20" dirty="0"/>
              <a:t>HARD</a:t>
            </a:r>
            <a:r>
              <a:rPr spc="-490" dirty="0"/>
              <a:t>W</a:t>
            </a:r>
            <a:r>
              <a:rPr spc="20" dirty="0"/>
              <a:t>ARE</a:t>
            </a:r>
          </a:p>
        </p:txBody>
      </p:sp>
      <p:sp>
        <p:nvSpPr>
          <p:cNvPr id="3" name="object 3"/>
          <p:cNvSpPr txBox="1"/>
          <p:nvPr/>
        </p:nvSpPr>
        <p:spPr>
          <a:xfrm>
            <a:off x="1044041" y="1447927"/>
            <a:ext cx="10209530" cy="3580467"/>
          </a:xfrm>
          <a:prstGeom prst="rect">
            <a:avLst/>
          </a:prstGeom>
        </p:spPr>
        <p:txBody>
          <a:bodyPr vert="horz" wrap="square" lIns="0" tIns="12700" rIns="0" bIns="0" rtlCol="0">
            <a:spAutoFit/>
          </a:bodyPr>
          <a:lstStyle/>
          <a:p>
            <a:pPr marL="12700">
              <a:lnSpc>
                <a:spcPct val="100000"/>
              </a:lnSpc>
              <a:spcBef>
                <a:spcPts val="100"/>
              </a:spcBef>
            </a:pPr>
            <a:r>
              <a:rPr sz="3200" b="1" spc="-10" dirty="0">
                <a:latin typeface="Times New Roman"/>
                <a:cs typeface="Times New Roman"/>
              </a:rPr>
              <a:t>SOFTWARE:</a:t>
            </a:r>
            <a:endParaRPr sz="3200" dirty="0">
              <a:latin typeface="Times New Roman"/>
              <a:cs typeface="Times New Roman"/>
            </a:endParaRPr>
          </a:p>
          <a:p>
            <a:pPr>
              <a:lnSpc>
                <a:spcPct val="100000"/>
              </a:lnSpc>
              <a:spcBef>
                <a:spcPts val="1670"/>
              </a:spcBef>
            </a:pPr>
            <a:endParaRPr sz="2400" dirty="0">
              <a:latin typeface="Times New Roman"/>
              <a:cs typeface="Times New Roman"/>
            </a:endParaRPr>
          </a:p>
          <a:p>
            <a:pPr marL="240029" marR="61594" indent="-227965" algn="just">
              <a:lnSpc>
                <a:spcPts val="2160"/>
              </a:lnSpc>
              <a:buFont typeface="Wingdings"/>
              <a:buChar char=""/>
              <a:tabLst>
                <a:tab pos="241300" algn="l"/>
              </a:tabLst>
            </a:pPr>
            <a:r>
              <a:rPr sz="2000" dirty="0">
                <a:latin typeface="Times New Roman"/>
                <a:cs typeface="Times New Roman"/>
              </a:rPr>
              <a:t>Arduino</a:t>
            </a:r>
            <a:r>
              <a:rPr sz="2000" spc="-40" dirty="0">
                <a:latin typeface="Times New Roman"/>
                <a:cs typeface="Times New Roman"/>
              </a:rPr>
              <a:t> </a:t>
            </a:r>
            <a:r>
              <a:rPr sz="2000" dirty="0">
                <a:latin typeface="Times New Roman"/>
                <a:cs typeface="Times New Roman"/>
              </a:rPr>
              <a:t>IDE</a:t>
            </a:r>
            <a:r>
              <a:rPr sz="2000" spc="-10" dirty="0">
                <a:latin typeface="Times New Roman"/>
                <a:cs typeface="Times New Roman"/>
              </a:rPr>
              <a:t> </a:t>
            </a:r>
            <a:r>
              <a:rPr sz="2000" dirty="0">
                <a:latin typeface="Times New Roman"/>
                <a:cs typeface="Times New Roman"/>
              </a:rPr>
              <a:t>(Integrated</a:t>
            </a:r>
            <a:r>
              <a:rPr sz="2000" spc="-40" dirty="0">
                <a:latin typeface="Times New Roman"/>
                <a:cs typeface="Times New Roman"/>
              </a:rPr>
              <a:t> </a:t>
            </a:r>
            <a:r>
              <a:rPr sz="2000" dirty="0">
                <a:latin typeface="Times New Roman"/>
                <a:cs typeface="Times New Roman"/>
              </a:rPr>
              <a:t>Development</a:t>
            </a:r>
            <a:r>
              <a:rPr sz="2000" spc="-35" dirty="0">
                <a:latin typeface="Times New Roman"/>
                <a:cs typeface="Times New Roman"/>
              </a:rPr>
              <a:t> </a:t>
            </a:r>
            <a:r>
              <a:rPr sz="2000" dirty="0">
                <a:latin typeface="Times New Roman"/>
                <a:cs typeface="Times New Roman"/>
              </a:rPr>
              <a:t>Environment)</a:t>
            </a:r>
            <a:r>
              <a:rPr sz="2000" spc="-40" dirty="0">
                <a:latin typeface="Times New Roman"/>
                <a:cs typeface="Times New Roman"/>
              </a:rPr>
              <a:t> </a:t>
            </a:r>
            <a:r>
              <a:rPr sz="2000" dirty="0">
                <a:latin typeface="Times New Roman"/>
                <a:cs typeface="Times New Roman"/>
              </a:rPr>
              <a:t>is</a:t>
            </a:r>
            <a:r>
              <a:rPr sz="2000" spc="-15" dirty="0">
                <a:latin typeface="Times New Roman"/>
                <a:cs typeface="Times New Roman"/>
              </a:rPr>
              <a:t> </a:t>
            </a:r>
            <a:r>
              <a:rPr sz="2000" dirty="0">
                <a:latin typeface="Times New Roman"/>
                <a:cs typeface="Times New Roman"/>
              </a:rPr>
              <a:t>a</a:t>
            </a:r>
            <a:r>
              <a:rPr sz="2000" spc="-10" dirty="0">
                <a:latin typeface="Times New Roman"/>
                <a:cs typeface="Times New Roman"/>
              </a:rPr>
              <a:t> </a:t>
            </a:r>
            <a:r>
              <a:rPr sz="2000" dirty="0">
                <a:latin typeface="Times New Roman"/>
                <a:cs typeface="Times New Roman"/>
              </a:rPr>
              <a:t>software</a:t>
            </a:r>
            <a:r>
              <a:rPr sz="2000" spc="-35" dirty="0">
                <a:latin typeface="Times New Roman"/>
                <a:cs typeface="Times New Roman"/>
              </a:rPr>
              <a:t> </a:t>
            </a:r>
            <a:r>
              <a:rPr sz="2000" dirty="0">
                <a:latin typeface="Times New Roman"/>
                <a:cs typeface="Times New Roman"/>
              </a:rPr>
              <a:t>platform</a:t>
            </a:r>
            <a:r>
              <a:rPr sz="2000" spc="-45" dirty="0">
                <a:latin typeface="Times New Roman"/>
                <a:cs typeface="Times New Roman"/>
              </a:rPr>
              <a:t> </a:t>
            </a:r>
            <a:r>
              <a:rPr sz="2000" dirty="0">
                <a:latin typeface="Times New Roman"/>
                <a:cs typeface="Times New Roman"/>
              </a:rPr>
              <a:t>used</a:t>
            </a:r>
            <a:r>
              <a:rPr sz="2000" spc="-30" dirty="0">
                <a:latin typeface="Times New Roman"/>
                <a:cs typeface="Times New Roman"/>
              </a:rPr>
              <a:t> </a:t>
            </a:r>
            <a:r>
              <a:rPr sz="2000" dirty="0">
                <a:latin typeface="Times New Roman"/>
                <a:cs typeface="Times New Roman"/>
              </a:rPr>
              <a:t>to</a:t>
            </a:r>
            <a:r>
              <a:rPr sz="2000" spc="-10" dirty="0">
                <a:latin typeface="Times New Roman"/>
                <a:cs typeface="Times New Roman"/>
              </a:rPr>
              <a:t> </a:t>
            </a:r>
            <a:r>
              <a:rPr sz="2000" dirty="0">
                <a:latin typeface="Times New Roman"/>
                <a:cs typeface="Times New Roman"/>
              </a:rPr>
              <a:t>program</a:t>
            </a:r>
            <a:r>
              <a:rPr sz="2000" spc="-55" dirty="0">
                <a:latin typeface="Times New Roman"/>
                <a:cs typeface="Times New Roman"/>
              </a:rPr>
              <a:t> </a:t>
            </a:r>
            <a:r>
              <a:rPr sz="2000" spc="-25" dirty="0">
                <a:latin typeface="Times New Roman"/>
                <a:cs typeface="Times New Roman"/>
              </a:rPr>
              <a:t>and 	</a:t>
            </a:r>
            <a:r>
              <a:rPr sz="2000" dirty="0">
                <a:latin typeface="Times New Roman"/>
                <a:cs typeface="Times New Roman"/>
              </a:rPr>
              <a:t>develop</a:t>
            </a:r>
            <a:r>
              <a:rPr sz="2000" spc="-50" dirty="0">
                <a:latin typeface="Times New Roman"/>
                <a:cs typeface="Times New Roman"/>
              </a:rPr>
              <a:t> </a:t>
            </a:r>
            <a:r>
              <a:rPr sz="2000" dirty="0">
                <a:latin typeface="Times New Roman"/>
                <a:cs typeface="Times New Roman"/>
              </a:rPr>
              <a:t>applications</a:t>
            </a:r>
            <a:r>
              <a:rPr sz="2000" spc="-35" dirty="0">
                <a:latin typeface="Times New Roman"/>
                <a:cs typeface="Times New Roman"/>
              </a:rPr>
              <a:t> </a:t>
            </a:r>
            <a:r>
              <a:rPr sz="2000" dirty="0">
                <a:latin typeface="Times New Roman"/>
                <a:cs typeface="Times New Roman"/>
              </a:rPr>
              <a:t>for</a:t>
            </a:r>
            <a:r>
              <a:rPr sz="2000" spc="-20" dirty="0">
                <a:latin typeface="Times New Roman"/>
                <a:cs typeface="Times New Roman"/>
              </a:rPr>
              <a:t> </a:t>
            </a:r>
            <a:r>
              <a:rPr sz="2000" dirty="0">
                <a:latin typeface="Times New Roman"/>
                <a:cs typeface="Times New Roman"/>
              </a:rPr>
              <a:t>the</a:t>
            </a:r>
            <a:r>
              <a:rPr sz="2000" spc="-114" dirty="0">
                <a:latin typeface="Times New Roman"/>
                <a:cs typeface="Times New Roman"/>
              </a:rPr>
              <a:t> </a:t>
            </a:r>
            <a:r>
              <a:rPr sz="2000" dirty="0">
                <a:latin typeface="Times New Roman"/>
                <a:cs typeface="Times New Roman"/>
              </a:rPr>
              <a:t>Arduino</a:t>
            </a:r>
            <a:r>
              <a:rPr sz="2000" spc="-35" dirty="0">
                <a:latin typeface="Times New Roman"/>
                <a:cs typeface="Times New Roman"/>
              </a:rPr>
              <a:t> </a:t>
            </a:r>
            <a:r>
              <a:rPr sz="2000" dirty="0">
                <a:latin typeface="Times New Roman"/>
                <a:cs typeface="Times New Roman"/>
              </a:rPr>
              <a:t>microcontroller</a:t>
            </a:r>
            <a:r>
              <a:rPr sz="2000" spc="-50" dirty="0">
                <a:latin typeface="Times New Roman"/>
                <a:cs typeface="Times New Roman"/>
              </a:rPr>
              <a:t> </a:t>
            </a:r>
            <a:r>
              <a:rPr sz="2000" spc="-10" dirty="0">
                <a:latin typeface="Times New Roman"/>
                <a:cs typeface="Times New Roman"/>
              </a:rPr>
              <a:t>boards.</a:t>
            </a:r>
            <a:r>
              <a:rPr sz="2000" spc="-114" dirty="0">
                <a:latin typeface="Times New Roman"/>
                <a:cs typeface="Times New Roman"/>
              </a:rPr>
              <a:t> </a:t>
            </a:r>
            <a:r>
              <a:rPr sz="2000" dirty="0">
                <a:latin typeface="Times New Roman"/>
                <a:cs typeface="Times New Roman"/>
              </a:rPr>
              <a:t>Arduino</a:t>
            </a:r>
            <a:r>
              <a:rPr sz="2000" spc="-30" dirty="0">
                <a:latin typeface="Times New Roman"/>
                <a:cs typeface="Times New Roman"/>
              </a:rPr>
              <a:t> </a:t>
            </a:r>
            <a:r>
              <a:rPr sz="2000" dirty="0">
                <a:latin typeface="Times New Roman"/>
                <a:cs typeface="Times New Roman"/>
              </a:rPr>
              <a:t>is</a:t>
            </a:r>
            <a:r>
              <a:rPr sz="2000" spc="-10" dirty="0">
                <a:latin typeface="Times New Roman"/>
                <a:cs typeface="Times New Roman"/>
              </a:rPr>
              <a:t> </a:t>
            </a:r>
            <a:r>
              <a:rPr sz="2000" dirty="0">
                <a:latin typeface="Times New Roman"/>
                <a:cs typeface="Times New Roman"/>
              </a:rPr>
              <a:t>an</a:t>
            </a:r>
            <a:r>
              <a:rPr sz="2000" spc="5" dirty="0">
                <a:latin typeface="Times New Roman"/>
                <a:cs typeface="Times New Roman"/>
              </a:rPr>
              <a:t> </a:t>
            </a:r>
            <a:r>
              <a:rPr sz="2000" dirty="0">
                <a:latin typeface="Times New Roman"/>
                <a:cs typeface="Times New Roman"/>
              </a:rPr>
              <a:t>opensource</a:t>
            </a:r>
            <a:r>
              <a:rPr sz="2000" spc="-40" dirty="0">
                <a:latin typeface="Times New Roman"/>
                <a:cs typeface="Times New Roman"/>
              </a:rPr>
              <a:t> </a:t>
            </a:r>
            <a:r>
              <a:rPr sz="2000" spc="-10" dirty="0">
                <a:latin typeface="Times New Roman"/>
                <a:cs typeface="Times New Roman"/>
              </a:rPr>
              <a:t>hardware 	</a:t>
            </a:r>
            <a:r>
              <a:rPr sz="2000" dirty="0">
                <a:latin typeface="Times New Roman"/>
                <a:cs typeface="Times New Roman"/>
              </a:rPr>
              <a:t>and</a:t>
            </a:r>
            <a:r>
              <a:rPr sz="2000" spc="-20" dirty="0">
                <a:latin typeface="Times New Roman"/>
                <a:cs typeface="Times New Roman"/>
              </a:rPr>
              <a:t> </a:t>
            </a:r>
            <a:r>
              <a:rPr sz="2000" dirty="0">
                <a:latin typeface="Times New Roman"/>
                <a:cs typeface="Times New Roman"/>
              </a:rPr>
              <a:t>software</a:t>
            </a:r>
            <a:r>
              <a:rPr sz="2000" spc="-35" dirty="0">
                <a:latin typeface="Times New Roman"/>
                <a:cs typeface="Times New Roman"/>
              </a:rPr>
              <a:t> </a:t>
            </a:r>
            <a:r>
              <a:rPr sz="2000" dirty="0">
                <a:latin typeface="Times New Roman"/>
                <a:cs typeface="Times New Roman"/>
              </a:rPr>
              <a:t>platform</a:t>
            </a:r>
            <a:r>
              <a:rPr sz="2000" spc="-65" dirty="0">
                <a:latin typeface="Times New Roman"/>
                <a:cs typeface="Times New Roman"/>
              </a:rPr>
              <a:t> </a:t>
            </a:r>
            <a:r>
              <a:rPr sz="2000" dirty="0">
                <a:latin typeface="Times New Roman"/>
                <a:cs typeface="Times New Roman"/>
              </a:rPr>
              <a:t>used</a:t>
            </a:r>
            <a:r>
              <a:rPr sz="2000" spc="-15" dirty="0">
                <a:latin typeface="Times New Roman"/>
                <a:cs typeface="Times New Roman"/>
              </a:rPr>
              <a:t> </a:t>
            </a:r>
            <a:r>
              <a:rPr sz="2000" dirty="0">
                <a:latin typeface="Times New Roman"/>
                <a:cs typeface="Times New Roman"/>
              </a:rPr>
              <a:t>to</a:t>
            </a:r>
            <a:r>
              <a:rPr sz="2000" spc="-15" dirty="0">
                <a:latin typeface="Times New Roman"/>
                <a:cs typeface="Times New Roman"/>
              </a:rPr>
              <a:t> </a:t>
            </a:r>
            <a:r>
              <a:rPr sz="2000" dirty="0">
                <a:latin typeface="Times New Roman"/>
                <a:cs typeface="Times New Roman"/>
              </a:rPr>
              <a:t>build</a:t>
            </a:r>
            <a:r>
              <a:rPr sz="2000" spc="-30" dirty="0">
                <a:latin typeface="Times New Roman"/>
                <a:cs typeface="Times New Roman"/>
              </a:rPr>
              <a:t> </a:t>
            </a:r>
            <a:r>
              <a:rPr sz="2000" dirty="0">
                <a:latin typeface="Times New Roman"/>
                <a:cs typeface="Times New Roman"/>
              </a:rPr>
              <a:t>electronics</a:t>
            </a:r>
            <a:r>
              <a:rPr sz="2000" spc="-40" dirty="0">
                <a:latin typeface="Times New Roman"/>
                <a:cs typeface="Times New Roman"/>
              </a:rPr>
              <a:t> </a:t>
            </a:r>
            <a:r>
              <a:rPr sz="2000" dirty="0">
                <a:latin typeface="Times New Roman"/>
                <a:cs typeface="Times New Roman"/>
              </a:rPr>
              <a:t>projects,</a:t>
            </a:r>
            <a:r>
              <a:rPr sz="2000" spc="-45" dirty="0">
                <a:latin typeface="Times New Roman"/>
                <a:cs typeface="Times New Roman"/>
              </a:rPr>
              <a:t> </a:t>
            </a:r>
            <a:r>
              <a:rPr sz="2000" dirty="0">
                <a:latin typeface="Times New Roman"/>
                <a:cs typeface="Times New Roman"/>
              </a:rPr>
              <a:t>which</a:t>
            </a:r>
            <a:r>
              <a:rPr sz="2000" spc="-15" dirty="0">
                <a:latin typeface="Times New Roman"/>
                <a:cs typeface="Times New Roman"/>
              </a:rPr>
              <a:t> </a:t>
            </a:r>
            <a:r>
              <a:rPr sz="2000" dirty="0">
                <a:latin typeface="Times New Roman"/>
                <a:cs typeface="Times New Roman"/>
              </a:rPr>
              <a:t>is</a:t>
            </a:r>
            <a:r>
              <a:rPr sz="2000" spc="-20" dirty="0">
                <a:latin typeface="Times New Roman"/>
                <a:cs typeface="Times New Roman"/>
              </a:rPr>
              <a:t> </a:t>
            </a:r>
            <a:r>
              <a:rPr sz="2000" dirty="0">
                <a:latin typeface="Times New Roman"/>
                <a:cs typeface="Times New Roman"/>
              </a:rPr>
              <a:t>designed</a:t>
            </a:r>
            <a:r>
              <a:rPr sz="2000" spc="-30" dirty="0">
                <a:latin typeface="Times New Roman"/>
                <a:cs typeface="Times New Roman"/>
              </a:rPr>
              <a:t> </a:t>
            </a:r>
            <a:r>
              <a:rPr sz="2000" dirty="0">
                <a:latin typeface="Times New Roman"/>
                <a:cs typeface="Times New Roman"/>
              </a:rPr>
              <a:t>for</a:t>
            </a:r>
            <a:r>
              <a:rPr sz="2000" spc="-35" dirty="0">
                <a:latin typeface="Times New Roman"/>
                <a:cs typeface="Times New Roman"/>
              </a:rPr>
              <a:t> </a:t>
            </a:r>
            <a:r>
              <a:rPr sz="2000" dirty="0">
                <a:latin typeface="Times New Roman"/>
                <a:cs typeface="Times New Roman"/>
              </a:rPr>
              <a:t>makers, </a:t>
            </a:r>
            <a:r>
              <a:rPr sz="2000" spc="-10" dirty="0">
                <a:latin typeface="Times New Roman"/>
                <a:cs typeface="Times New Roman"/>
              </a:rPr>
              <a:t>hobbyists, 	</a:t>
            </a:r>
            <a:r>
              <a:rPr sz="2000" dirty="0">
                <a:latin typeface="Times New Roman"/>
                <a:cs typeface="Times New Roman"/>
              </a:rPr>
              <a:t>and</a:t>
            </a:r>
            <a:r>
              <a:rPr sz="2000" spc="-15" dirty="0">
                <a:latin typeface="Times New Roman"/>
                <a:cs typeface="Times New Roman"/>
              </a:rPr>
              <a:t> </a:t>
            </a:r>
            <a:r>
              <a:rPr sz="2000" spc="-10" dirty="0">
                <a:latin typeface="Times New Roman"/>
                <a:cs typeface="Times New Roman"/>
              </a:rPr>
              <a:t>professionals.</a:t>
            </a:r>
            <a:endParaRPr sz="2000" dirty="0">
              <a:latin typeface="Times New Roman"/>
              <a:cs typeface="Times New Roman"/>
            </a:endParaRPr>
          </a:p>
          <a:p>
            <a:pPr marL="240029" marR="5080" indent="-227965">
              <a:lnSpc>
                <a:spcPct val="90000"/>
              </a:lnSpc>
              <a:spcBef>
                <a:spcPts val="965"/>
              </a:spcBef>
              <a:buFont typeface="Wingdings"/>
              <a:buChar char=""/>
              <a:tabLst>
                <a:tab pos="241300" algn="l"/>
              </a:tabLst>
            </a:pPr>
            <a:r>
              <a:rPr sz="2000" dirty="0">
                <a:latin typeface="Times New Roman"/>
                <a:cs typeface="Times New Roman"/>
              </a:rPr>
              <a:t>The</a:t>
            </a:r>
            <a:r>
              <a:rPr sz="2000" spc="-125" dirty="0">
                <a:latin typeface="Times New Roman"/>
                <a:cs typeface="Times New Roman"/>
              </a:rPr>
              <a:t> </a:t>
            </a:r>
            <a:r>
              <a:rPr sz="2000" dirty="0">
                <a:latin typeface="Times New Roman"/>
                <a:cs typeface="Times New Roman"/>
              </a:rPr>
              <a:t>Arduino</a:t>
            </a:r>
            <a:r>
              <a:rPr sz="2000" spc="-50" dirty="0">
                <a:latin typeface="Times New Roman"/>
                <a:cs typeface="Times New Roman"/>
              </a:rPr>
              <a:t> </a:t>
            </a:r>
            <a:r>
              <a:rPr sz="2000" dirty="0">
                <a:latin typeface="Times New Roman"/>
                <a:cs typeface="Times New Roman"/>
              </a:rPr>
              <a:t>IDE</a:t>
            </a:r>
            <a:r>
              <a:rPr sz="2000" spc="-15" dirty="0">
                <a:latin typeface="Times New Roman"/>
                <a:cs typeface="Times New Roman"/>
              </a:rPr>
              <a:t> </a:t>
            </a:r>
            <a:r>
              <a:rPr sz="2000" dirty="0">
                <a:latin typeface="Times New Roman"/>
                <a:cs typeface="Times New Roman"/>
              </a:rPr>
              <a:t>provides</a:t>
            </a:r>
            <a:r>
              <a:rPr sz="2000" spc="-55" dirty="0">
                <a:latin typeface="Times New Roman"/>
                <a:cs typeface="Times New Roman"/>
              </a:rPr>
              <a:t> </a:t>
            </a:r>
            <a:r>
              <a:rPr sz="2000" dirty="0">
                <a:latin typeface="Times New Roman"/>
                <a:cs typeface="Times New Roman"/>
              </a:rPr>
              <a:t>a</a:t>
            </a:r>
            <a:r>
              <a:rPr sz="2000" spc="-5" dirty="0">
                <a:latin typeface="Times New Roman"/>
                <a:cs typeface="Times New Roman"/>
              </a:rPr>
              <a:t> </a:t>
            </a:r>
            <a:r>
              <a:rPr sz="2000" dirty="0">
                <a:latin typeface="Times New Roman"/>
                <a:cs typeface="Times New Roman"/>
              </a:rPr>
              <a:t>simple</a:t>
            </a:r>
            <a:r>
              <a:rPr sz="2000" spc="-15" dirty="0">
                <a:latin typeface="Times New Roman"/>
                <a:cs typeface="Times New Roman"/>
              </a:rPr>
              <a:t> </a:t>
            </a:r>
            <a:r>
              <a:rPr sz="2000" dirty="0">
                <a:latin typeface="Times New Roman"/>
                <a:cs typeface="Times New Roman"/>
              </a:rPr>
              <a:t>and</a:t>
            </a:r>
            <a:r>
              <a:rPr sz="2000" spc="-25" dirty="0">
                <a:latin typeface="Times New Roman"/>
                <a:cs typeface="Times New Roman"/>
              </a:rPr>
              <a:t> </a:t>
            </a:r>
            <a:r>
              <a:rPr sz="2000" spc="-10" dirty="0">
                <a:latin typeface="Times New Roman"/>
                <a:cs typeface="Times New Roman"/>
              </a:rPr>
              <a:t>user-</a:t>
            </a:r>
            <a:r>
              <a:rPr sz="2000" dirty="0">
                <a:latin typeface="Times New Roman"/>
                <a:cs typeface="Times New Roman"/>
              </a:rPr>
              <a:t>friendly</a:t>
            </a:r>
            <a:r>
              <a:rPr sz="2000" spc="-50" dirty="0">
                <a:latin typeface="Times New Roman"/>
                <a:cs typeface="Times New Roman"/>
              </a:rPr>
              <a:t> </a:t>
            </a:r>
            <a:r>
              <a:rPr sz="2000" dirty="0">
                <a:latin typeface="Times New Roman"/>
                <a:cs typeface="Times New Roman"/>
              </a:rPr>
              <a:t>interface</a:t>
            </a:r>
            <a:r>
              <a:rPr sz="2000" spc="-40" dirty="0">
                <a:latin typeface="Times New Roman"/>
                <a:cs typeface="Times New Roman"/>
              </a:rPr>
              <a:t> </a:t>
            </a:r>
            <a:r>
              <a:rPr sz="2000" dirty="0">
                <a:latin typeface="Times New Roman"/>
                <a:cs typeface="Times New Roman"/>
              </a:rPr>
              <a:t>to</a:t>
            </a:r>
            <a:r>
              <a:rPr sz="2000" spc="-15" dirty="0">
                <a:latin typeface="Times New Roman"/>
                <a:cs typeface="Times New Roman"/>
              </a:rPr>
              <a:t> </a:t>
            </a:r>
            <a:r>
              <a:rPr sz="2000" dirty="0">
                <a:latin typeface="Times New Roman"/>
                <a:cs typeface="Times New Roman"/>
              </a:rPr>
              <a:t>write,</a:t>
            </a:r>
            <a:r>
              <a:rPr sz="2000" spc="-30" dirty="0">
                <a:latin typeface="Times New Roman"/>
                <a:cs typeface="Times New Roman"/>
              </a:rPr>
              <a:t> </a:t>
            </a:r>
            <a:r>
              <a:rPr sz="2000" dirty="0">
                <a:latin typeface="Times New Roman"/>
                <a:cs typeface="Times New Roman"/>
              </a:rPr>
              <a:t>compile,</a:t>
            </a:r>
            <a:r>
              <a:rPr sz="2000" spc="-10" dirty="0">
                <a:latin typeface="Times New Roman"/>
                <a:cs typeface="Times New Roman"/>
              </a:rPr>
              <a:t> </a:t>
            </a:r>
            <a:r>
              <a:rPr sz="2000" dirty="0">
                <a:latin typeface="Times New Roman"/>
                <a:cs typeface="Times New Roman"/>
              </a:rPr>
              <a:t>and</a:t>
            </a:r>
            <a:r>
              <a:rPr sz="2000" spc="-25" dirty="0">
                <a:latin typeface="Times New Roman"/>
                <a:cs typeface="Times New Roman"/>
              </a:rPr>
              <a:t> </a:t>
            </a:r>
            <a:r>
              <a:rPr sz="2000" dirty="0">
                <a:latin typeface="Times New Roman"/>
                <a:cs typeface="Times New Roman"/>
              </a:rPr>
              <a:t>upload</a:t>
            </a:r>
            <a:r>
              <a:rPr sz="2000" spc="-40" dirty="0">
                <a:latin typeface="Times New Roman"/>
                <a:cs typeface="Times New Roman"/>
              </a:rPr>
              <a:t> </a:t>
            </a:r>
            <a:r>
              <a:rPr sz="2000" spc="-20" dirty="0">
                <a:latin typeface="Times New Roman"/>
                <a:cs typeface="Times New Roman"/>
              </a:rPr>
              <a:t>code 	</a:t>
            </a:r>
            <a:r>
              <a:rPr sz="2000" dirty="0">
                <a:latin typeface="Times New Roman"/>
                <a:cs typeface="Times New Roman"/>
              </a:rPr>
              <a:t>to</a:t>
            </a:r>
            <a:r>
              <a:rPr sz="2000" spc="-125" dirty="0">
                <a:latin typeface="Times New Roman"/>
                <a:cs typeface="Times New Roman"/>
              </a:rPr>
              <a:t> </a:t>
            </a:r>
            <a:r>
              <a:rPr sz="2000" dirty="0">
                <a:latin typeface="Times New Roman"/>
                <a:cs typeface="Times New Roman"/>
              </a:rPr>
              <a:t>Arduino</a:t>
            </a:r>
            <a:r>
              <a:rPr sz="2000" spc="-40" dirty="0">
                <a:latin typeface="Times New Roman"/>
                <a:cs typeface="Times New Roman"/>
              </a:rPr>
              <a:t> </a:t>
            </a:r>
            <a:r>
              <a:rPr sz="2000" dirty="0">
                <a:latin typeface="Times New Roman"/>
                <a:cs typeface="Times New Roman"/>
              </a:rPr>
              <a:t>boards.</a:t>
            </a:r>
            <a:r>
              <a:rPr sz="2000" spc="-35" dirty="0">
                <a:latin typeface="Times New Roman"/>
                <a:cs typeface="Times New Roman"/>
              </a:rPr>
              <a:t> </a:t>
            </a:r>
            <a:r>
              <a:rPr sz="2000" dirty="0">
                <a:latin typeface="Times New Roman"/>
                <a:cs typeface="Times New Roman"/>
              </a:rPr>
              <a:t>It</a:t>
            </a:r>
            <a:r>
              <a:rPr sz="2000" spc="-25" dirty="0">
                <a:latin typeface="Times New Roman"/>
                <a:cs typeface="Times New Roman"/>
              </a:rPr>
              <a:t> </a:t>
            </a:r>
            <a:r>
              <a:rPr sz="2000" dirty="0">
                <a:latin typeface="Times New Roman"/>
                <a:cs typeface="Times New Roman"/>
              </a:rPr>
              <a:t>supports</a:t>
            </a:r>
            <a:r>
              <a:rPr sz="2000" spc="-40" dirty="0">
                <a:latin typeface="Times New Roman"/>
                <a:cs typeface="Times New Roman"/>
              </a:rPr>
              <a:t> </a:t>
            </a:r>
            <a:r>
              <a:rPr sz="2000" dirty="0">
                <a:latin typeface="Times New Roman"/>
                <a:cs typeface="Times New Roman"/>
              </a:rPr>
              <a:t>the</a:t>
            </a:r>
            <a:r>
              <a:rPr sz="2000" spc="-25" dirty="0">
                <a:latin typeface="Times New Roman"/>
                <a:cs typeface="Times New Roman"/>
              </a:rPr>
              <a:t> </a:t>
            </a:r>
            <a:r>
              <a:rPr sz="2000" dirty="0">
                <a:latin typeface="Times New Roman"/>
                <a:cs typeface="Times New Roman"/>
              </a:rPr>
              <a:t>C</a:t>
            </a:r>
            <a:r>
              <a:rPr sz="2000" spc="-5" dirty="0">
                <a:latin typeface="Times New Roman"/>
                <a:cs typeface="Times New Roman"/>
              </a:rPr>
              <a:t> </a:t>
            </a:r>
            <a:r>
              <a:rPr sz="2000" dirty="0">
                <a:latin typeface="Times New Roman"/>
                <a:cs typeface="Times New Roman"/>
              </a:rPr>
              <a:t>and</a:t>
            </a:r>
            <a:r>
              <a:rPr sz="2000" spc="-10" dirty="0">
                <a:latin typeface="Times New Roman"/>
                <a:cs typeface="Times New Roman"/>
              </a:rPr>
              <a:t> </a:t>
            </a:r>
            <a:r>
              <a:rPr sz="2000" dirty="0">
                <a:latin typeface="Times New Roman"/>
                <a:cs typeface="Times New Roman"/>
              </a:rPr>
              <a:t>C++</a:t>
            </a:r>
            <a:r>
              <a:rPr sz="2000" spc="-15" dirty="0">
                <a:latin typeface="Times New Roman"/>
                <a:cs typeface="Times New Roman"/>
              </a:rPr>
              <a:t> </a:t>
            </a:r>
            <a:r>
              <a:rPr sz="2000" dirty="0">
                <a:latin typeface="Times New Roman"/>
                <a:cs typeface="Times New Roman"/>
              </a:rPr>
              <a:t>programming</a:t>
            </a:r>
            <a:r>
              <a:rPr sz="2000" spc="-35" dirty="0">
                <a:latin typeface="Times New Roman"/>
                <a:cs typeface="Times New Roman"/>
              </a:rPr>
              <a:t> </a:t>
            </a:r>
            <a:r>
              <a:rPr sz="2000" dirty="0">
                <a:latin typeface="Times New Roman"/>
                <a:cs typeface="Times New Roman"/>
              </a:rPr>
              <a:t>Languages,</a:t>
            </a:r>
            <a:r>
              <a:rPr sz="2000" spc="-45" dirty="0">
                <a:latin typeface="Times New Roman"/>
                <a:cs typeface="Times New Roman"/>
              </a:rPr>
              <a:t> </a:t>
            </a:r>
            <a:r>
              <a:rPr sz="2000" dirty="0">
                <a:latin typeface="Times New Roman"/>
                <a:cs typeface="Times New Roman"/>
              </a:rPr>
              <a:t>and</a:t>
            </a:r>
            <a:r>
              <a:rPr sz="2000" spc="-5" dirty="0">
                <a:latin typeface="Times New Roman"/>
                <a:cs typeface="Times New Roman"/>
              </a:rPr>
              <a:t> </a:t>
            </a:r>
            <a:r>
              <a:rPr sz="2000" dirty="0">
                <a:latin typeface="Times New Roman"/>
                <a:cs typeface="Times New Roman"/>
              </a:rPr>
              <a:t>also</a:t>
            </a:r>
            <a:r>
              <a:rPr sz="2000" spc="-15" dirty="0">
                <a:latin typeface="Times New Roman"/>
                <a:cs typeface="Times New Roman"/>
              </a:rPr>
              <a:t> </a:t>
            </a:r>
            <a:r>
              <a:rPr sz="2000" dirty="0">
                <a:latin typeface="Times New Roman"/>
                <a:cs typeface="Times New Roman"/>
              </a:rPr>
              <a:t>provides</a:t>
            </a:r>
            <a:r>
              <a:rPr sz="2000" spc="-40" dirty="0">
                <a:latin typeface="Times New Roman"/>
                <a:cs typeface="Times New Roman"/>
              </a:rPr>
              <a:t> </a:t>
            </a:r>
            <a:r>
              <a:rPr sz="2000" dirty="0">
                <a:latin typeface="Times New Roman"/>
                <a:cs typeface="Times New Roman"/>
              </a:rPr>
              <a:t>a</a:t>
            </a:r>
            <a:r>
              <a:rPr sz="2000" spc="-10" dirty="0">
                <a:latin typeface="Times New Roman"/>
                <a:cs typeface="Times New Roman"/>
              </a:rPr>
              <a:t> range 	</a:t>
            </a:r>
            <a:r>
              <a:rPr sz="2000" dirty="0">
                <a:latin typeface="Times New Roman"/>
                <a:cs typeface="Times New Roman"/>
              </a:rPr>
              <a:t>of</a:t>
            </a:r>
            <a:r>
              <a:rPr sz="2000" spc="-15" dirty="0">
                <a:latin typeface="Times New Roman"/>
                <a:cs typeface="Times New Roman"/>
              </a:rPr>
              <a:t> </a:t>
            </a:r>
            <a:r>
              <a:rPr sz="2000" dirty="0">
                <a:latin typeface="Times New Roman"/>
                <a:cs typeface="Times New Roman"/>
              </a:rPr>
              <a:t>libraries</a:t>
            </a:r>
            <a:r>
              <a:rPr sz="2000" spc="-40" dirty="0">
                <a:latin typeface="Times New Roman"/>
                <a:cs typeface="Times New Roman"/>
              </a:rPr>
              <a:t> </a:t>
            </a:r>
            <a:r>
              <a:rPr sz="2000" dirty="0">
                <a:latin typeface="Times New Roman"/>
                <a:cs typeface="Times New Roman"/>
              </a:rPr>
              <a:t>and</a:t>
            </a:r>
            <a:r>
              <a:rPr sz="2000" spc="-15" dirty="0">
                <a:latin typeface="Times New Roman"/>
                <a:cs typeface="Times New Roman"/>
              </a:rPr>
              <a:t> </a:t>
            </a:r>
            <a:r>
              <a:rPr sz="2000" dirty="0">
                <a:latin typeface="Times New Roman"/>
                <a:cs typeface="Times New Roman"/>
              </a:rPr>
              <a:t>functions</a:t>
            </a:r>
            <a:r>
              <a:rPr sz="2000" spc="-45" dirty="0">
                <a:latin typeface="Times New Roman"/>
                <a:cs typeface="Times New Roman"/>
              </a:rPr>
              <a:t> </a:t>
            </a:r>
            <a:r>
              <a:rPr sz="2000" dirty="0">
                <a:latin typeface="Times New Roman"/>
                <a:cs typeface="Times New Roman"/>
              </a:rPr>
              <a:t>that</a:t>
            </a:r>
            <a:r>
              <a:rPr sz="2000" spc="-15" dirty="0">
                <a:latin typeface="Times New Roman"/>
                <a:cs typeface="Times New Roman"/>
              </a:rPr>
              <a:t> </a:t>
            </a:r>
            <a:r>
              <a:rPr sz="2000" dirty="0">
                <a:latin typeface="Times New Roman"/>
                <a:cs typeface="Times New Roman"/>
              </a:rPr>
              <a:t>can</a:t>
            </a:r>
            <a:r>
              <a:rPr sz="2000" spc="-5" dirty="0">
                <a:latin typeface="Times New Roman"/>
                <a:cs typeface="Times New Roman"/>
              </a:rPr>
              <a:t> </a:t>
            </a:r>
            <a:r>
              <a:rPr sz="2000" dirty="0">
                <a:latin typeface="Times New Roman"/>
                <a:cs typeface="Times New Roman"/>
              </a:rPr>
              <a:t>be used</a:t>
            </a:r>
            <a:r>
              <a:rPr sz="2000" spc="-10" dirty="0">
                <a:latin typeface="Times New Roman"/>
                <a:cs typeface="Times New Roman"/>
              </a:rPr>
              <a:t> </a:t>
            </a:r>
            <a:r>
              <a:rPr sz="2000" dirty="0">
                <a:latin typeface="Times New Roman"/>
                <a:cs typeface="Times New Roman"/>
              </a:rPr>
              <a:t>to</a:t>
            </a:r>
            <a:r>
              <a:rPr sz="2000" spc="-10" dirty="0">
                <a:latin typeface="Times New Roman"/>
                <a:cs typeface="Times New Roman"/>
              </a:rPr>
              <a:t> </a:t>
            </a:r>
            <a:r>
              <a:rPr sz="2000" dirty="0">
                <a:latin typeface="Times New Roman"/>
                <a:cs typeface="Times New Roman"/>
              </a:rPr>
              <a:t>interface</a:t>
            </a:r>
            <a:r>
              <a:rPr sz="2000" spc="-50" dirty="0">
                <a:latin typeface="Times New Roman"/>
                <a:cs typeface="Times New Roman"/>
              </a:rPr>
              <a:t> </a:t>
            </a:r>
            <a:r>
              <a:rPr sz="2000" dirty="0">
                <a:latin typeface="Times New Roman"/>
                <a:cs typeface="Times New Roman"/>
              </a:rPr>
              <a:t>with</a:t>
            </a:r>
            <a:r>
              <a:rPr sz="2000" spc="-5" dirty="0">
                <a:latin typeface="Times New Roman"/>
                <a:cs typeface="Times New Roman"/>
              </a:rPr>
              <a:t> </a:t>
            </a:r>
            <a:r>
              <a:rPr sz="2000" dirty="0">
                <a:latin typeface="Times New Roman"/>
                <a:cs typeface="Times New Roman"/>
              </a:rPr>
              <a:t>various</a:t>
            </a:r>
            <a:r>
              <a:rPr sz="2000" spc="-45" dirty="0">
                <a:latin typeface="Times New Roman"/>
                <a:cs typeface="Times New Roman"/>
              </a:rPr>
              <a:t> </a:t>
            </a:r>
            <a:r>
              <a:rPr sz="2000" dirty="0">
                <a:latin typeface="Times New Roman"/>
                <a:cs typeface="Times New Roman"/>
              </a:rPr>
              <a:t>sensors,</a:t>
            </a:r>
            <a:r>
              <a:rPr sz="2000" spc="-40" dirty="0">
                <a:latin typeface="Times New Roman"/>
                <a:cs typeface="Times New Roman"/>
              </a:rPr>
              <a:t> </a:t>
            </a:r>
            <a:r>
              <a:rPr sz="2000" dirty="0">
                <a:latin typeface="Times New Roman"/>
                <a:cs typeface="Times New Roman"/>
              </a:rPr>
              <a:t>actuators,</a:t>
            </a:r>
            <a:r>
              <a:rPr sz="2000" spc="-45" dirty="0">
                <a:latin typeface="Times New Roman"/>
                <a:cs typeface="Times New Roman"/>
              </a:rPr>
              <a:t> </a:t>
            </a:r>
            <a:r>
              <a:rPr sz="2000" dirty="0">
                <a:latin typeface="Times New Roman"/>
                <a:cs typeface="Times New Roman"/>
              </a:rPr>
              <a:t>and</a:t>
            </a:r>
            <a:r>
              <a:rPr sz="2000" spc="5" dirty="0">
                <a:latin typeface="Times New Roman"/>
                <a:cs typeface="Times New Roman"/>
              </a:rPr>
              <a:t> </a:t>
            </a:r>
            <a:r>
              <a:rPr sz="2000" spc="-10" dirty="0">
                <a:latin typeface="Times New Roman"/>
                <a:cs typeface="Times New Roman"/>
              </a:rPr>
              <a:t>other 	components.</a:t>
            </a:r>
            <a:endParaRPr sz="2000" dirty="0">
              <a:latin typeface="Times New Roman"/>
              <a:cs typeface="Times New Roman"/>
            </a:endParaRPr>
          </a:p>
        </p:txBody>
      </p:sp>
      <p:sp>
        <p:nvSpPr>
          <p:cNvPr id="6" name="Slide Number Placeholder 5">
            <a:extLst>
              <a:ext uri="{FF2B5EF4-FFF2-40B4-BE49-F238E27FC236}">
                <a16:creationId xmlns:a16="http://schemas.microsoft.com/office/drawing/2014/main" id="{07115240-CEA9-AC3C-20AE-69250872A23F}"/>
              </a:ext>
            </a:extLst>
          </p:cNvPr>
          <p:cNvSpPr>
            <a:spLocks noGrp="1"/>
          </p:cNvSpPr>
          <p:nvPr>
            <p:ph type="sldNum" sz="quarter" idx="7"/>
          </p:nvPr>
        </p:nvSpPr>
        <p:spPr/>
        <p:txBody>
          <a:bodyPr/>
          <a:lstStyle/>
          <a:p>
            <a:pPr marL="38100">
              <a:lnSpc>
                <a:spcPts val="1240"/>
              </a:lnSpc>
            </a:pPr>
            <a:fld id="{81D60167-4931-47E6-BA6A-407CBD079E47}" type="slidenum">
              <a:rPr lang="en-IN" spc="-25" smtClean="0"/>
              <a:t>7</a:t>
            </a:fld>
            <a:endParaRPr lang="en-IN" spc="-25"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065682" y="471677"/>
            <a:ext cx="3349625" cy="696595"/>
          </a:xfrm>
          <a:prstGeom prst="rect">
            <a:avLst/>
          </a:prstGeom>
        </p:spPr>
        <p:txBody>
          <a:bodyPr vert="horz" wrap="square" lIns="0" tIns="13335" rIns="0" bIns="0" rtlCol="0">
            <a:spAutoFit/>
          </a:bodyPr>
          <a:lstStyle/>
          <a:p>
            <a:pPr marL="12700">
              <a:lnSpc>
                <a:spcPct val="100000"/>
              </a:lnSpc>
              <a:spcBef>
                <a:spcPts val="105"/>
              </a:spcBef>
            </a:pPr>
            <a:r>
              <a:rPr spc="5" dirty="0"/>
              <a:t>HARD</a:t>
            </a:r>
            <a:r>
              <a:rPr spc="-495" dirty="0"/>
              <a:t>W</a:t>
            </a:r>
            <a:r>
              <a:rPr spc="5" dirty="0"/>
              <a:t>ARE</a:t>
            </a:r>
          </a:p>
        </p:txBody>
      </p:sp>
      <p:sp>
        <p:nvSpPr>
          <p:cNvPr id="3" name="object 3"/>
          <p:cNvSpPr txBox="1"/>
          <p:nvPr/>
        </p:nvSpPr>
        <p:spPr>
          <a:xfrm>
            <a:off x="1065682" y="1422666"/>
            <a:ext cx="5487518" cy="4512261"/>
          </a:xfrm>
          <a:prstGeom prst="rect">
            <a:avLst/>
          </a:prstGeom>
        </p:spPr>
        <p:txBody>
          <a:bodyPr vert="horz" wrap="square" lIns="0" tIns="107950" rIns="0" bIns="0" rtlCol="0">
            <a:spAutoFit/>
          </a:bodyPr>
          <a:lstStyle/>
          <a:p>
            <a:pPr marL="224790" indent="-213995">
              <a:lnSpc>
                <a:spcPct val="100000"/>
              </a:lnSpc>
              <a:spcBef>
                <a:spcPts val="850"/>
              </a:spcBef>
              <a:buSzPct val="95000"/>
              <a:buAutoNum type="arabicParenR"/>
              <a:tabLst>
                <a:tab pos="224790" algn="l"/>
              </a:tabLst>
            </a:pPr>
            <a:r>
              <a:rPr sz="2000" dirty="0">
                <a:latin typeface="Times New Roman"/>
                <a:cs typeface="Times New Roman"/>
              </a:rPr>
              <a:t>ESP32-</a:t>
            </a:r>
            <a:r>
              <a:rPr lang="en-US" sz="2000" spc="-10" dirty="0">
                <a:latin typeface="Times New Roman"/>
                <a:cs typeface="Times New Roman"/>
              </a:rPr>
              <a:t>Microcontroller</a:t>
            </a:r>
            <a:endParaRPr sz="2000" dirty="0">
              <a:latin typeface="Times New Roman"/>
              <a:cs typeface="Times New Roman"/>
            </a:endParaRPr>
          </a:p>
          <a:p>
            <a:pPr marL="286385" indent="-273685">
              <a:lnSpc>
                <a:spcPct val="100000"/>
              </a:lnSpc>
              <a:spcBef>
                <a:spcPts val="755"/>
              </a:spcBef>
              <a:buSzPct val="95000"/>
              <a:buAutoNum type="arabicParenR"/>
              <a:tabLst>
                <a:tab pos="286385" algn="l"/>
              </a:tabLst>
            </a:pPr>
            <a:r>
              <a:rPr sz="2000" dirty="0">
                <a:latin typeface="Times New Roman"/>
                <a:cs typeface="Times New Roman"/>
              </a:rPr>
              <a:t>L293d</a:t>
            </a:r>
            <a:r>
              <a:rPr sz="2000" spc="470" dirty="0">
                <a:latin typeface="Times New Roman"/>
                <a:cs typeface="Times New Roman"/>
              </a:rPr>
              <a:t> </a:t>
            </a:r>
            <a:r>
              <a:rPr sz="2000" dirty="0">
                <a:latin typeface="Times New Roman"/>
                <a:cs typeface="Times New Roman"/>
              </a:rPr>
              <a:t>Motor</a:t>
            </a:r>
            <a:r>
              <a:rPr sz="2000" spc="-30" dirty="0">
                <a:latin typeface="Times New Roman"/>
                <a:cs typeface="Times New Roman"/>
              </a:rPr>
              <a:t> </a:t>
            </a:r>
            <a:r>
              <a:rPr sz="2000" spc="-10" dirty="0">
                <a:latin typeface="Times New Roman"/>
                <a:cs typeface="Times New Roman"/>
              </a:rPr>
              <a:t>Driver</a:t>
            </a:r>
            <a:endParaRPr sz="2000" dirty="0">
              <a:latin typeface="Times New Roman"/>
              <a:cs typeface="Times New Roman"/>
            </a:endParaRPr>
          </a:p>
          <a:p>
            <a:pPr marL="285750" indent="-273050">
              <a:lnSpc>
                <a:spcPct val="100000"/>
              </a:lnSpc>
              <a:spcBef>
                <a:spcPts val="770"/>
              </a:spcBef>
              <a:buSzPct val="95000"/>
              <a:buAutoNum type="arabicParenR"/>
              <a:tabLst>
                <a:tab pos="285750" algn="l"/>
              </a:tabLst>
            </a:pPr>
            <a:r>
              <a:rPr sz="2000" dirty="0">
                <a:latin typeface="Times New Roman"/>
                <a:cs typeface="Times New Roman"/>
              </a:rPr>
              <a:t>DC</a:t>
            </a:r>
            <a:r>
              <a:rPr sz="2000" spc="-30" dirty="0">
                <a:latin typeface="Times New Roman"/>
                <a:cs typeface="Times New Roman"/>
              </a:rPr>
              <a:t> </a:t>
            </a:r>
            <a:r>
              <a:rPr sz="2000" spc="-10" dirty="0">
                <a:latin typeface="Times New Roman"/>
                <a:cs typeface="Times New Roman"/>
              </a:rPr>
              <a:t>Motors</a:t>
            </a:r>
            <a:endParaRPr sz="2000" dirty="0">
              <a:latin typeface="Times New Roman"/>
              <a:cs typeface="Times New Roman"/>
            </a:endParaRPr>
          </a:p>
          <a:p>
            <a:pPr marL="12700" marR="1532255" indent="-1905">
              <a:lnSpc>
                <a:spcPct val="131500"/>
              </a:lnSpc>
              <a:buSzPct val="95000"/>
              <a:buAutoNum type="arabicParenR"/>
              <a:tabLst>
                <a:tab pos="224790" algn="l"/>
              </a:tabLst>
            </a:pPr>
            <a:r>
              <a:rPr sz="2000" dirty="0">
                <a:latin typeface="Times New Roman"/>
                <a:cs typeface="Times New Roman"/>
              </a:rPr>
              <a:t>	</a:t>
            </a:r>
            <a:r>
              <a:rPr lang="en-US" sz="2000" dirty="0">
                <a:latin typeface="Times New Roman"/>
                <a:cs typeface="Times New Roman"/>
              </a:rPr>
              <a:t>Ultra Sonic Sensor</a:t>
            </a:r>
            <a:r>
              <a:rPr sz="2000" spc="-10" dirty="0">
                <a:latin typeface="Times New Roman"/>
                <a:cs typeface="Times New Roman"/>
              </a:rPr>
              <a:t> </a:t>
            </a:r>
            <a:endParaRPr lang="en-US" sz="2000" spc="-10" dirty="0">
              <a:latin typeface="Times New Roman"/>
              <a:cs typeface="Times New Roman"/>
            </a:endParaRPr>
          </a:p>
          <a:p>
            <a:pPr marL="12700" marR="1532255" indent="-1905">
              <a:lnSpc>
                <a:spcPct val="131500"/>
              </a:lnSpc>
              <a:buSzPct val="95000"/>
              <a:buAutoNum type="arabicParenR"/>
              <a:tabLst>
                <a:tab pos="224790" algn="l"/>
              </a:tabLst>
            </a:pPr>
            <a:r>
              <a:rPr lang="en-US" sz="2000" spc="-10" dirty="0">
                <a:latin typeface="Times New Roman"/>
                <a:cs typeface="Times New Roman"/>
              </a:rPr>
              <a:t>Global Positioning System(GPS)</a:t>
            </a:r>
            <a:endParaRPr sz="2000" dirty="0">
              <a:latin typeface="Times New Roman"/>
              <a:cs typeface="Times New Roman"/>
            </a:endParaRPr>
          </a:p>
          <a:p>
            <a:pPr marL="225425" indent="-214629">
              <a:lnSpc>
                <a:spcPct val="100000"/>
              </a:lnSpc>
              <a:spcBef>
                <a:spcPts val="770"/>
              </a:spcBef>
              <a:buSzPct val="95000"/>
              <a:buAutoNum type="arabicParenR" startAt="6"/>
              <a:tabLst>
                <a:tab pos="225425" algn="l"/>
              </a:tabLst>
            </a:pPr>
            <a:r>
              <a:rPr lang="en-US" sz="2000" dirty="0">
                <a:latin typeface="Times New Roman"/>
                <a:cs typeface="Times New Roman"/>
              </a:rPr>
              <a:t>Global System For Mobile Communication(GSM)</a:t>
            </a:r>
            <a:endParaRPr sz="2000" dirty="0">
              <a:latin typeface="Times New Roman"/>
              <a:cs typeface="Times New Roman"/>
            </a:endParaRPr>
          </a:p>
          <a:p>
            <a:pPr marL="224790" indent="-213995">
              <a:lnSpc>
                <a:spcPct val="100000"/>
              </a:lnSpc>
              <a:spcBef>
                <a:spcPts val="760"/>
              </a:spcBef>
              <a:buSzPct val="95000"/>
              <a:buAutoNum type="arabicParenR" startAt="6"/>
              <a:tabLst>
                <a:tab pos="224790" algn="l"/>
              </a:tabLst>
            </a:pPr>
            <a:r>
              <a:rPr sz="2000" dirty="0">
                <a:latin typeface="Times New Roman"/>
                <a:cs typeface="Times New Roman"/>
              </a:rPr>
              <a:t>Jumper</a:t>
            </a:r>
            <a:r>
              <a:rPr sz="2000" spc="-55" dirty="0">
                <a:latin typeface="Times New Roman"/>
                <a:cs typeface="Times New Roman"/>
              </a:rPr>
              <a:t> </a:t>
            </a:r>
            <a:r>
              <a:rPr sz="2000" spc="-10" dirty="0">
                <a:latin typeface="Times New Roman"/>
                <a:cs typeface="Times New Roman"/>
              </a:rPr>
              <a:t>wires</a:t>
            </a:r>
            <a:endParaRPr sz="2000" dirty="0">
              <a:latin typeface="Times New Roman"/>
              <a:cs typeface="Times New Roman"/>
            </a:endParaRPr>
          </a:p>
          <a:p>
            <a:pPr marL="12700" marR="5080" indent="-1905">
              <a:lnSpc>
                <a:spcPts val="2160"/>
              </a:lnSpc>
              <a:spcBef>
                <a:spcPts val="1025"/>
              </a:spcBef>
              <a:buSzPct val="95000"/>
              <a:buAutoNum type="arabicParenR" startAt="6"/>
              <a:tabLst>
                <a:tab pos="224790" algn="l"/>
              </a:tabLst>
            </a:pPr>
            <a:r>
              <a:rPr sz="2000" dirty="0">
                <a:latin typeface="Times New Roman"/>
                <a:cs typeface="Times New Roman"/>
              </a:rPr>
              <a:t>	</a:t>
            </a:r>
            <a:r>
              <a:rPr lang="en-US" sz="2000" dirty="0">
                <a:latin typeface="Times New Roman"/>
                <a:cs typeface="Times New Roman"/>
              </a:rPr>
              <a:t>Rechargeable Batteries</a:t>
            </a:r>
          </a:p>
          <a:p>
            <a:pPr marL="12700" marR="5080" indent="-1905">
              <a:lnSpc>
                <a:spcPts val="2160"/>
              </a:lnSpc>
              <a:spcBef>
                <a:spcPts val="1025"/>
              </a:spcBef>
              <a:buSzPct val="95000"/>
              <a:buAutoNum type="arabicParenR" startAt="6"/>
              <a:tabLst>
                <a:tab pos="224790" algn="l"/>
              </a:tabLst>
            </a:pPr>
            <a:r>
              <a:rPr lang="en-US" sz="2000" dirty="0">
                <a:latin typeface="Times New Roman"/>
                <a:cs typeface="Times New Roman"/>
              </a:rPr>
              <a:t>Light Emitting Diode(LED)</a:t>
            </a:r>
          </a:p>
          <a:p>
            <a:pPr marL="12700" marR="5080" indent="-1905">
              <a:lnSpc>
                <a:spcPts val="2160"/>
              </a:lnSpc>
              <a:spcBef>
                <a:spcPts val="1025"/>
              </a:spcBef>
              <a:buSzPct val="95000"/>
              <a:buAutoNum type="arabicParenR" startAt="6"/>
              <a:tabLst>
                <a:tab pos="224790" algn="l"/>
              </a:tabLst>
            </a:pPr>
            <a:r>
              <a:rPr lang="en-US" sz="2000" dirty="0">
                <a:latin typeface="Times New Roman"/>
                <a:cs typeface="Times New Roman"/>
              </a:rPr>
              <a:t>Buzzer</a:t>
            </a:r>
          </a:p>
          <a:p>
            <a:pPr marL="12700" marR="5080" indent="-1905">
              <a:lnSpc>
                <a:spcPts val="2160"/>
              </a:lnSpc>
              <a:spcBef>
                <a:spcPts val="1025"/>
              </a:spcBef>
              <a:buSzPct val="95000"/>
              <a:buAutoNum type="arabicParenR" startAt="6"/>
              <a:tabLst>
                <a:tab pos="224790" algn="l"/>
              </a:tabLst>
            </a:pPr>
            <a:r>
              <a:rPr lang="en-US" sz="2000" dirty="0">
                <a:latin typeface="Times New Roman"/>
                <a:cs typeface="Times New Roman"/>
              </a:rPr>
              <a:t>Liquid Crystal Display</a:t>
            </a:r>
            <a:endParaRPr sz="2000" dirty="0">
              <a:latin typeface="Times New Roman"/>
              <a:cs typeface="Times New Roman"/>
            </a:endParaRPr>
          </a:p>
        </p:txBody>
      </p:sp>
      <p:sp>
        <p:nvSpPr>
          <p:cNvPr id="5" name="object 5"/>
          <p:cNvSpPr txBox="1">
            <a:spLocks noGrp="1"/>
          </p:cNvSpPr>
          <p:nvPr>
            <p:ph type="dt" sz="half" idx="6"/>
          </p:nvPr>
        </p:nvSpPr>
        <p:spPr>
          <a:prstGeom prst="rect">
            <a:avLst/>
          </a:prstGeom>
        </p:spPr>
        <p:txBody>
          <a:bodyPr vert="horz" wrap="square" lIns="0" tIns="45720" rIns="0" bIns="0" rtlCol="0">
            <a:spAutoFit/>
          </a:bodyPr>
          <a:lstStyle/>
          <a:p>
            <a:pPr marL="164465">
              <a:lnSpc>
                <a:spcPts val="1240"/>
              </a:lnSpc>
            </a:pPr>
            <a:fld id="{EC5EDB19-D326-4A55-9423-31CED67BEF33}" type="datetime1">
              <a:rPr lang="en-US" spc="-10" smtClean="0"/>
              <a:t>9/23/2024</a:t>
            </a:fld>
            <a:endParaRPr spc="-10" dirty="0"/>
          </a:p>
        </p:txBody>
      </p:sp>
      <p:sp>
        <p:nvSpPr>
          <p:cNvPr id="6" name="object 6"/>
          <p:cNvSpPr txBox="1">
            <a:spLocks noGrp="1"/>
          </p:cNvSpPr>
          <p:nvPr>
            <p:ph type="sldNum" sz="quarter" idx="7"/>
          </p:nvPr>
        </p:nvSpPr>
        <p:spPr>
          <a:prstGeom prst="rect">
            <a:avLst/>
          </a:prstGeom>
        </p:spPr>
        <p:txBody>
          <a:bodyPr vert="horz" wrap="square" lIns="0" tIns="0" rIns="0" bIns="0" rtlCol="0">
            <a:spAutoFit/>
          </a:bodyPr>
          <a:lstStyle/>
          <a:p>
            <a:pPr marL="38100">
              <a:lnSpc>
                <a:spcPts val="1240"/>
              </a:lnSpc>
            </a:pPr>
            <a:fld id="{81D60167-4931-47E6-BA6A-407CBD079E47}" type="slidenum">
              <a:rPr spc="-25" dirty="0"/>
              <a:t>8</a:t>
            </a:fld>
            <a:endParaRPr spc="-25"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00937" y="256313"/>
            <a:ext cx="5712461" cy="566181"/>
          </a:xfrm>
          <a:prstGeom prst="rect">
            <a:avLst/>
          </a:prstGeom>
        </p:spPr>
        <p:txBody>
          <a:bodyPr vert="horz" wrap="square" lIns="0" tIns="12065" rIns="0" bIns="0" rtlCol="0">
            <a:spAutoFit/>
          </a:bodyPr>
          <a:lstStyle/>
          <a:p>
            <a:pPr marL="12700">
              <a:lnSpc>
                <a:spcPct val="100000"/>
              </a:lnSpc>
              <a:spcBef>
                <a:spcPts val="95"/>
              </a:spcBef>
            </a:pPr>
            <a:r>
              <a:rPr lang="en-US" sz="3600" spc="-10" dirty="0">
                <a:latin typeface="Times New Roman"/>
                <a:cs typeface="Times New Roman"/>
              </a:rPr>
              <a:t>ESP-32 Microcontroller</a:t>
            </a:r>
            <a:endParaRPr sz="3600" dirty="0">
              <a:latin typeface="Times New Roman"/>
              <a:cs typeface="Times New Roman"/>
            </a:endParaRPr>
          </a:p>
        </p:txBody>
      </p:sp>
      <p:sp>
        <p:nvSpPr>
          <p:cNvPr id="3" name="object 3"/>
          <p:cNvSpPr txBox="1"/>
          <p:nvPr/>
        </p:nvSpPr>
        <p:spPr>
          <a:xfrm>
            <a:off x="838200" y="990600"/>
            <a:ext cx="10668000" cy="1636344"/>
          </a:xfrm>
          <a:prstGeom prst="rect">
            <a:avLst/>
          </a:prstGeom>
        </p:spPr>
        <p:txBody>
          <a:bodyPr vert="horz" wrap="square" lIns="0" tIns="45719" rIns="0" bIns="0" rtlCol="0">
            <a:spAutoFit/>
          </a:bodyPr>
          <a:lstStyle/>
          <a:p>
            <a:pPr marL="12700" marR="5080" algn="just">
              <a:spcBef>
                <a:spcPts val="359"/>
              </a:spcBef>
            </a:pPr>
            <a:r>
              <a:rPr lang="en-US" sz="2000" dirty="0">
                <a:latin typeface="Times New Roman"/>
                <a:cs typeface="Times New Roman"/>
              </a:rPr>
              <a:t>A low-cost System on Chip (SoC) that is perfect for Internet of Things (IoT) applications that need connection is the ESP32 microcontroller. It is a flexible option for developing Internet of Things applications because it has Bluetooth and ESP8266, which is solely meant for Wi-Fi networking.</a:t>
            </a:r>
          </a:p>
          <a:p>
            <a:pPr marL="12700" marR="5080" algn="just">
              <a:spcBef>
                <a:spcPts val="359"/>
              </a:spcBef>
            </a:pPr>
            <a:r>
              <a:rPr lang="en-US" sz="2000" dirty="0">
                <a:latin typeface="Times New Roman"/>
                <a:cs typeface="Times New Roman"/>
              </a:rPr>
              <a:t> These include serial communication, high-resolution Wi-Fi capabilities. The ESP32 has more functions than the ADCs, and DACs.</a:t>
            </a:r>
            <a:endParaRPr sz="2000" dirty="0">
              <a:latin typeface="Times New Roman"/>
              <a:cs typeface="Times New Roman"/>
            </a:endParaRPr>
          </a:p>
        </p:txBody>
      </p:sp>
      <p:pic>
        <p:nvPicPr>
          <p:cNvPr id="4" name="object 4"/>
          <p:cNvPicPr/>
          <p:nvPr/>
        </p:nvPicPr>
        <p:blipFill>
          <a:blip r:embed="rId2" cstate="print"/>
          <a:stretch>
            <a:fillRect/>
          </a:stretch>
        </p:blipFill>
        <p:spPr>
          <a:xfrm>
            <a:off x="4267200" y="2817546"/>
            <a:ext cx="4229100" cy="3049853"/>
          </a:xfrm>
          <a:prstGeom prst="rect">
            <a:avLst/>
          </a:prstGeom>
        </p:spPr>
      </p:pic>
      <p:sp>
        <p:nvSpPr>
          <p:cNvPr id="7" name="Date Placeholder 6">
            <a:extLst>
              <a:ext uri="{FF2B5EF4-FFF2-40B4-BE49-F238E27FC236}">
                <a16:creationId xmlns:a16="http://schemas.microsoft.com/office/drawing/2014/main" id="{21BC089E-C484-9F62-0716-15B9EC733AE3}"/>
              </a:ext>
            </a:extLst>
          </p:cNvPr>
          <p:cNvSpPr>
            <a:spLocks noGrp="1"/>
          </p:cNvSpPr>
          <p:nvPr>
            <p:ph type="dt" sz="half" idx="6"/>
          </p:nvPr>
        </p:nvSpPr>
        <p:spPr/>
        <p:txBody>
          <a:bodyPr/>
          <a:lstStyle/>
          <a:p>
            <a:pPr marL="234315">
              <a:lnSpc>
                <a:spcPts val="1240"/>
              </a:lnSpc>
            </a:pPr>
            <a:fld id="{B564F05B-9F61-4226-9818-D4D62FEF9F77}" type="datetime1">
              <a:rPr lang="en-US" spc="-10" smtClean="0"/>
              <a:t>9/23/2024</a:t>
            </a:fld>
            <a:endParaRPr lang="en-US" spc="-10" dirty="0"/>
          </a:p>
        </p:txBody>
      </p:sp>
      <p:sp>
        <p:nvSpPr>
          <p:cNvPr id="8" name="Slide Number Placeholder 7">
            <a:extLst>
              <a:ext uri="{FF2B5EF4-FFF2-40B4-BE49-F238E27FC236}">
                <a16:creationId xmlns:a16="http://schemas.microsoft.com/office/drawing/2014/main" id="{95236FBB-DDBC-9CAD-FB9B-73C4FB7F9E5F}"/>
              </a:ext>
            </a:extLst>
          </p:cNvPr>
          <p:cNvSpPr>
            <a:spLocks noGrp="1"/>
          </p:cNvSpPr>
          <p:nvPr>
            <p:ph type="sldNum" sz="quarter" idx="7"/>
          </p:nvPr>
        </p:nvSpPr>
        <p:spPr/>
        <p:txBody>
          <a:bodyPr/>
          <a:lstStyle/>
          <a:p>
            <a:pPr marL="38100">
              <a:lnSpc>
                <a:spcPts val="1240"/>
              </a:lnSpc>
            </a:pPr>
            <a:fld id="{81D60167-4931-47E6-BA6A-407CBD079E47}" type="slidenum">
              <a:rPr lang="en-IN" spc="-25" smtClean="0"/>
              <a:t>9</a:t>
            </a:fld>
            <a:endParaRPr lang="en-IN" spc="-25"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ctrTitle"/>
          </p:nvPr>
        </p:nvSpPr>
        <p:spPr>
          <a:xfrm>
            <a:off x="794237" y="544597"/>
            <a:ext cx="5778602" cy="566181"/>
          </a:xfrm>
          <a:prstGeom prst="rect">
            <a:avLst/>
          </a:prstGeom>
        </p:spPr>
        <p:txBody>
          <a:bodyPr vert="horz" wrap="square" lIns="0" tIns="12065" rIns="0" bIns="0" rtlCol="0">
            <a:spAutoFit/>
          </a:bodyPr>
          <a:lstStyle/>
          <a:p>
            <a:pPr marL="12700">
              <a:lnSpc>
                <a:spcPct val="100000"/>
              </a:lnSpc>
              <a:spcBef>
                <a:spcPts val="95"/>
              </a:spcBef>
            </a:pPr>
            <a:r>
              <a:rPr sz="3600" dirty="0">
                <a:latin typeface="Times New Roman" panose="02020603050405020304" pitchFamily="18" charset="0"/>
                <a:cs typeface="Times New Roman" panose="02020603050405020304" pitchFamily="18" charset="0"/>
              </a:rPr>
              <a:t>L293D</a:t>
            </a:r>
            <a:r>
              <a:rPr sz="3600" spc="-125" dirty="0">
                <a:latin typeface="Times New Roman" panose="02020603050405020304" pitchFamily="18" charset="0"/>
                <a:cs typeface="Times New Roman" panose="02020603050405020304" pitchFamily="18" charset="0"/>
              </a:rPr>
              <a:t> </a:t>
            </a:r>
            <a:r>
              <a:rPr sz="3600" spc="-75" dirty="0">
                <a:latin typeface="Times New Roman" panose="02020603050405020304" pitchFamily="18" charset="0"/>
                <a:cs typeface="Times New Roman" panose="02020603050405020304" pitchFamily="18" charset="0"/>
              </a:rPr>
              <a:t>M</a:t>
            </a:r>
            <a:r>
              <a:rPr lang="en-US" sz="3600" spc="-75" dirty="0">
                <a:latin typeface="Times New Roman" panose="02020603050405020304" pitchFamily="18" charset="0"/>
                <a:cs typeface="Times New Roman" panose="02020603050405020304" pitchFamily="18" charset="0"/>
              </a:rPr>
              <a:t>otor</a:t>
            </a:r>
            <a:r>
              <a:rPr sz="3600" spc="-125" dirty="0">
                <a:latin typeface="Times New Roman" panose="02020603050405020304" pitchFamily="18" charset="0"/>
                <a:cs typeface="Times New Roman" panose="02020603050405020304" pitchFamily="18" charset="0"/>
              </a:rPr>
              <a:t> </a:t>
            </a:r>
            <a:r>
              <a:rPr sz="3600" spc="-10" dirty="0">
                <a:latin typeface="Times New Roman" panose="02020603050405020304" pitchFamily="18" charset="0"/>
                <a:cs typeface="Times New Roman" panose="02020603050405020304" pitchFamily="18" charset="0"/>
              </a:rPr>
              <a:t>D</a:t>
            </a:r>
            <a:r>
              <a:rPr lang="en-US" sz="3600" spc="-10" dirty="0">
                <a:latin typeface="Times New Roman" panose="02020603050405020304" pitchFamily="18" charset="0"/>
                <a:cs typeface="Times New Roman" panose="02020603050405020304" pitchFamily="18" charset="0"/>
              </a:rPr>
              <a:t>river</a:t>
            </a:r>
            <a:endParaRPr sz="3600" dirty="0">
              <a:latin typeface="Times New Roman" panose="02020603050405020304" pitchFamily="18" charset="0"/>
              <a:cs typeface="Times New Roman" panose="02020603050405020304" pitchFamily="18" charset="0"/>
            </a:endParaRPr>
          </a:p>
        </p:txBody>
      </p:sp>
      <p:sp>
        <p:nvSpPr>
          <p:cNvPr id="3" name="object 3"/>
          <p:cNvSpPr txBox="1"/>
          <p:nvPr/>
        </p:nvSpPr>
        <p:spPr>
          <a:xfrm>
            <a:off x="774598" y="1362837"/>
            <a:ext cx="9810115" cy="873760"/>
          </a:xfrm>
          <a:prstGeom prst="rect">
            <a:avLst/>
          </a:prstGeom>
        </p:spPr>
        <p:txBody>
          <a:bodyPr vert="horz" wrap="square" lIns="0" tIns="46355" rIns="0" bIns="0" rtlCol="0">
            <a:spAutoFit/>
          </a:bodyPr>
          <a:lstStyle/>
          <a:p>
            <a:pPr marL="12700" marR="5080">
              <a:lnSpc>
                <a:spcPct val="89000"/>
              </a:lnSpc>
              <a:spcBef>
                <a:spcPts val="365"/>
              </a:spcBef>
            </a:pPr>
            <a:r>
              <a:rPr sz="2000" dirty="0">
                <a:latin typeface="Times New Roman"/>
                <a:cs typeface="Times New Roman"/>
              </a:rPr>
              <a:t>The</a:t>
            </a:r>
            <a:r>
              <a:rPr sz="2000" spc="-5" dirty="0">
                <a:latin typeface="Times New Roman"/>
                <a:cs typeface="Times New Roman"/>
              </a:rPr>
              <a:t> </a:t>
            </a:r>
            <a:r>
              <a:rPr sz="2000" dirty="0">
                <a:latin typeface="Times New Roman"/>
                <a:cs typeface="Times New Roman"/>
              </a:rPr>
              <a:t>L293d</a:t>
            </a:r>
            <a:r>
              <a:rPr sz="2000" spc="-25" dirty="0">
                <a:latin typeface="Times New Roman"/>
                <a:cs typeface="Times New Roman"/>
              </a:rPr>
              <a:t> </a:t>
            </a:r>
            <a:r>
              <a:rPr sz="2000" dirty="0">
                <a:latin typeface="Times New Roman"/>
                <a:cs typeface="Times New Roman"/>
              </a:rPr>
              <a:t>is</a:t>
            </a:r>
            <a:r>
              <a:rPr sz="2000" spc="-20" dirty="0">
                <a:latin typeface="Times New Roman"/>
                <a:cs typeface="Times New Roman"/>
              </a:rPr>
              <a:t> </a:t>
            </a:r>
            <a:r>
              <a:rPr sz="2000" dirty="0">
                <a:latin typeface="Times New Roman"/>
                <a:cs typeface="Times New Roman"/>
              </a:rPr>
              <a:t>popular</a:t>
            </a:r>
            <a:r>
              <a:rPr sz="2000" spc="-40" dirty="0">
                <a:latin typeface="Times New Roman"/>
                <a:cs typeface="Times New Roman"/>
              </a:rPr>
              <a:t> </a:t>
            </a:r>
            <a:r>
              <a:rPr sz="2000" dirty="0">
                <a:latin typeface="Times New Roman"/>
                <a:cs typeface="Times New Roman"/>
              </a:rPr>
              <a:t>16-pin</a:t>
            </a:r>
            <a:r>
              <a:rPr sz="2000" spc="-40" dirty="0">
                <a:latin typeface="Times New Roman"/>
                <a:cs typeface="Times New Roman"/>
              </a:rPr>
              <a:t> </a:t>
            </a:r>
            <a:r>
              <a:rPr sz="2000" dirty="0">
                <a:latin typeface="Times New Roman"/>
                <a:cs typeface="Times New Roman"/>
              </a:rPr>
              <a:t>motor</a:t>
            </a:r>
            <a:r>
              <a:rPr sz="2000" spc="-5" dirty="0">
                <a:latin typeface="Times New Roman"/>
                <a:cs typeface="Times New Roman"/>
              </a:rPr>
              <a:t> </a:t>
            </a:r>
            <a:r>
              <a:rPr sz="2000" dirty="0">
                <a:latin typeface="Times New Roman"/>
                <a:cs typeface="Times New Roman"/>
              </a:rPr>
              <a:t>driver</a:t>
            </a:r>
            <a:r>
              <a:rPr sz="2000" spc="-45" dirty="0">
                <a:latin typeface="Times New Roman"/>
                <a:cs typeface="Times New Roman"/>
              </a:rPr>
              <a:t> </a:t>
            </a:r>
            <a:r>
              <a:rPr sz="2000" dirty="0">
                <a:latin typeface="Times New Roman"/>
                <a:cs typeface="Times New Roman"/>
              </a:rPr>
              <a:t>IC.As</a:t>
            </a:r>
            <a:r>
              <a:rPr sz="2000" spc="-10" dirty="0">
                <a:latin typeface="Times New Roman"/>
                <a:cs typeface="Times New Roman"/>
              </a:rPr>
              <a:t> </a:t>
            </a:r>
            <a:r>
              <a:rPr sz="2000" dirty="0">
                <a:latin typeface="Times New Roman"/>
                <a:cs typeface="Times New Roman"/>
              </a:rPr>
              <a:t>the</a:t>
            </a:r>
            <a:r>
              <a:rPr sz="2000" spc="-15" dirty="0">
                <a:latin typeface="Times New Roman"/>
                <a:cs typeface="Times New Roman"/>
              </a:rPr>
              <a:t> </a:t>
            </a:r>
            <a:r>
              <a:rPr sz="2000" dirty="0">
                <a:latin typeface="Times New Roman"/>
                <a:cs typeface="Times New Roman"/>
              </a:rPr>
              <a:t>name suggests</a:t>
            </a:r>
            <a:r>
              <a:rPr sz="2000" spc="-45" dirty="0">
                <a:latin typeface="Times New Roman"/>
                <a:cs typeface="Times New Roman"/>
              </a:rPr>
              <a:t> </a:t>
            </a:r>
            <a:r>
              <a:rPr sz="2000" dirty="0">
                <a:latin typeface="Times New Roman"/>
                <a:cs typeface="Times New Roman"/>
              </a:rPr>
              <a:t>it</a:t>
            </a:r>
            <a:r>
              <a:rPr sz="2000" spc="-25" dirty="0">
                <a:latin typeface="Times New Roman"/>
                <a:cs typeface="Times New Roman"/>
              </a:rPr>
              <a:t> </a:t>
            </a:r>
            <a:r>
              <a:rPr sz="2000" dirty="0">
                <a:latin typeface="Times New Roman"/>
                <a:cs typeface="Times New Roman"/>
              </a:rPr>
              <a:t>is</a:t>
            </a:r>
            <a:r>
              <a:rPr sz="2000" spc="-15" dirty="0">
                <a:latin typeface="Times New Roman"/>
                <a:cs typeface="Times New Roman"/>
              </a:rPr>
              <a:t> </a:t>
            </a:r>
            <a:r>
              <a:rPr sz="2000" dirty="0">
                <a:latin typeface="Times New Roman"/>
                <a:cs typeface="Times New Roman"/>
              </a:rPr>
              <a:t>mainly</a:t>
            </a:r>
            <a:r>
              <a:rPr sz="2000" spc="-5" dirty="0">
                <a:latin typeface="Times New Roman"/>
                <a:cs typeface="Times New Roman"/>
              </a:rPr>
              <a:t> </a:t>
            </a:r>
            <a:r>
              <a:rPr sz="2000" dirty="0">
                <a:latin typeface="Times New Roman"/>
                <a:cs typeface="Times New Roman"/>
              </a:rPr>
              <a:t>used</a:t>
            </a:r>
            <a:r>
              <a:rPr sz="2000" spc="-15" dirty="0">
                <a:latin typeface="Times New Roman"/>
                <a:cs typeface="Times New Roman"/>
              </a:rPr>
              <a:t> </a:t>
            </a:r>
            <a:r>
              <a:rPr sz="2000" dirty="0">
                <a:latin typeface="Times New Roman"/>
                <a:cs typeface="Times New Roman"/>
              </a:rPr>
              <a:t>to</a:t>
            </a:r>
            <a:r>
              <a:rPr sz="2000" spc="-10" dirty="0">
                <a:latin typeface="Times New Roman"/>
                <a:cs typeface="Times New Roman"/>
              </a:rPr>
              <a:t> drive motors.A</a:t>
            </a:r>
            <a:r>
              <a:rPr sz="2000" spc="-130" dirty="0">
                <a:latin typeface="Times New Roman"/>
                <a:cs typeface="Times New Roman"/>
              </a:rPr>
              <a:t> </a:t>
            </a:r>
            <a:r>
              <a:rPr sz="2000" dirty="0">
                <a:latin typeface="Times New Roman"/>
                <a:cs typeface="Times New Roman"/>
              </a:rPr>
              <a:t>single</a:t>
            </a:r>
            <a:r>
              <a:rPr sz="2000" spc="-40" dirty="0">
                <a:latin typeface="Times New Roman"/>
                <a:cs typeface="Times New Roman"/>
              </a:rPr>
              <a:t> </a:t>
            </a:r>
            <a:r>
              <a:rPr sz="2000" dirty="0">
                <a:latin typeface="Times New Roman"/>
                <a:cs typeface="Times New Roman"/>
              </a:rPr>
              <a:t>L293D</a:t>
            </a:r>
            <a:r>
              <a:rPr sz="2000" spc="-15" dirty="0">
                <a:latin typeface="Times New Roman"/>
                <a:cs typeface="Times New Roman"/>
              </a:rPr>
              <a:t> </a:t>
            </a:r>
            <a:r>
              <a:rPr sz="2000" dirty="0">
                <a:latin typeface="Times New Roman"/>
                <a:cs typeface="Times New Roman"/>
              </a:rPr>
              <a:t>IC</a:t>
            </a:r>
            <a:r>
              <a:rPr sz="2000" spc="-15" dirty="0">
                <a:latin typeface="Times New Roman"/>
                <a:cs typeface="Times New Roman"/>
              </a:rPr>
              <a:t> </a:t>
            </a:r>
            <a:r>
              <a:rPr sz="2000" dirty="0">
                <a:latin typeface="Times New Roman"/>
                <a:cs typeface="Times New Roman"/>
              </a:rPr>
              <a:t>is</a:t>
            </a:r>
            <a:r>
              <a:rPr sz="2000" spc="-20" dirty="0">
                <a:latin typeface="Times New Roman"/>
                <a:cs typeface="Times New Roman"/>
              </a:rPr>
              <a:t> </a:t>
            </a:r>
            <a:r>
              <a:rPr sz="2000" dirty="0">
                <a:latin typeface="Times New Roman"/>
                <a:cs typeface="Times New Roman"/>
              </a:rPr>
              <a:t>capable</a:t>
            </a:r>
            <a:r>
              <a:rPr sz="2000" spc="-35" dirty="0">
                <a:latin typeface="Times New Roman"/>
                <a:cs typeface="Times New Roman"/>
              </a:rPr>
              <a:t> </a:t>
            </a:r>
            <a:r>
              <a:rPr sz="2000" dirty="0">
                <a:latin typeface="Times New Roman"/>
                <a:cs typeface="Times New Roman"/>
              </a:rPr>
              <a:t>of</a:t>
            </a:r>
            <a:r>
              <a:rPr sz="2000" spc="-15" dirty="0">
                <a:latin typeface="Times New Roman"/>
                <a:cs typeface="Times New Roman"/>
              </a:rPr>
              <a:t> </a:t>
            </a:r>
            <a:r>
              <a:rPr sz="2000" dirty="0">
                <a:latin typeface="Times New Roman"/>
                <a:cs typeface="Times New Roman"/>
              </a:rPr>
              <a:t>running</a:t>
            </a:r>
            <a:r>
              <a:rPr sz="2000" spc="-45" dirty="0">
                <a:latin typeface="Times New Roman"/>
                <a:cs typeface="Times New Roman"/>
              </a:rPr>
              <a:t> </a:t>
            </a:r>
            <a:r>
              <a:rPr sz="2000" dirty="0">
                <a:latin typeface="Times New Roman"/>
                <a:cs typeface="Times New Roman"/>
              </a:rPr>
              <a:t>to</a:t>
            </a:r>
            <a:r>
              <a:rPr sz="2000" spc="-25" dirty="0">
                <a:latin typeface="Times New Roman"/>
                <a:cs typeface="Times New Roman"/>
              </a:rPr>
              <a:t> </a:t>
            </a:r>
            <a:r>
              <a:rPr sz="2000" dirty="0">
                <a:latin typeface="Times New Roman"/>
                <a:cs typeface="Times New Roman"/>
              </a:rPr>
              <a:t>DC</a:t>
            </a:r>
            <a:r>
              <a:rPr sz="2000" spc="-5" dirty="0">
                <a:latin typeface="Times New Roman"/>
                <a:cs typeface="Times New Roman"/>
              </a:rPr>
              <a:t> </a:t>
            </a:r>
            <a:r>
              <a:rPr sz="2000" dirty="0">
                <a:latin typeface="Times New Roman"/>
                <a:cs typeface="Times New Roman"/>
              </a:rPr>
              <a:t>motor</a:t>
            </a:r>
            <a:r>
              <a:rPr sz="2000" spc="-5" dirty="0">
                <a:latin typeface="Times New Roman"/>
                <a:cs typeface="Times New Roman"/>
              </a:rPr>
              <a:t> </a:t>
            </a:r>
            <a:r>
              <a:rPr sz="2000" dirty="0">
                <a:latin typeface="Times New Roman"/>
                <a:cs typeface="Times New Roman"/>
              </a:rPr>
              <a:t>at</a:t>
            </a:r>
            <a:r>
              <a:rPr sz="2000" spc="-20" dirty="0">
                <a:latin typeface="Times New Roman"/>
                <a:cs typeface="Times New Roman"/>
              </a:rPr>
              <a:t> </a:t>
            </a:r>
            <a:r>
              <a:rPr sz="2000" dirty="0">
                <a:latin typeface="Times New Roman"/>
                <a:cs typeface="Times New Roman"/>
              </a:rPr>
              <a:t>the</a:t>
            </a:r>
            <a:r>
              <a:rPr sz="2000" spc="-15" dirty="0">
                <a:latin typeface="Times New Roman"/>
                <a:cs typeface="Times New Roman"/>
              </a:rPr>
              <a:t> </a:t>
            </a:r>
            <a:r>
              <a:rPr sz="2000" dirty="0">
                <a:latin typeface="Times New Roman"/>
                <a:cs typeface="Times New Roman"/>
              </a:rPr>
              <a:t>same</a:t>
            </a:r>
            <a:r>
              <a:rPr sz="2000" spc="15" dirty="0">
                <a:latin typeface="Times New Roman"/>
                <a:cs typeface="Times New Roman"/>
              </a:rPr>
              <a:t> </a:t>
            </a:r>
            <a:r>
              <a:rPr sz="2000" dirty="0">
                <a:latin typeface="Times New Roman"/>
                <a:cs typeface="Times New Roman"/>
              </a:rPr>
              <a:t>time;also</a:t>
            </a:r>
            <a:r>
              <a:rPr sz="2000" spc="-10" dirty="0">
                <a:latin typeface="Times New Roman"/>
                <a:cs typeface="Times New Roman"/>
              </a:rPr>
              <a:t> </a:t>
            </a:r>
            <a:r>
              <a:rPr sz="2000" dirty="0">
                <a:latin typeface="Times New Roman"/>
                <a:cs typeface="Times New Roman"/>
              </a:rPr>
              <a:t>the</a:t>
            </a:r>
            <a:r>
              <a:rPr sz="2000" spc="-15" dirty="0">
                <a:latin typeface="Times New Roman"/>
                <a:cs typeface="Times New Roman"/>
              </a:rPr>
              <a:t> </a:t>
            </a:r>
            <a:r>
              <a:rPr sz="2000" spc="-10" dirty="0">
                <a:latin typeface="Times New Roman"/>
                <a:cs typeface="Times New Roman"/>
              </a:rPr>
              <a:t>direction </a:t>
            </a:r>
            <a:r>
              <a:rPr sz="2000" dirty="0">
                <a:latin typeface="Times New Roman"/>
                <a:cs typeface="Times New Roman"/>
              </a:rPr>
              <a:t>of</a:t>
            </a:r>
            <a:r>
              <a:rPr sz="2000" spc="-30" dirty="0">
                <a:latin typeface="Times New Roman"/>
                <a:cs typeface="Times New Roman"/>
              </a:rPr>
              <a:t> </a:t>
            </a:r>
            <a:r>
              <a:rPr sz="2000" dirty="0">
                <a:latin typeface="Times New Roman"/>
                <a:cs typeface="Times New Roman"/>
              </a:rPr>
              <a:t>these</a:t>
            </a:r>
            <a:r>
              <a:rPr sz="2000" spc="-25" dirty="0">
                <a:latin typeface="Times New Roman"/>
                <a:cs typeface="Times New Roman"/>
              </a:rPr>
              <a:t> </a:t>
            </a:r>
            <a:r>
              <a:rPr sz="2000" dirty="0">
                <a:latin typeface="Times New Roman"/>
                <a:cs typeface="Times New Roman"/>
              </a:rPr>
              <a:t>two</a:t>
            </a:r>
            <a:r>
              <a:rPr sz="2000" spc="-25" dirty="0">
                <a:latin typeface="Times New Roman"/>
                <a:cs typeface="Times New Roman"/>
              </a:rPr>
              <a:t> </a:t>
            </a:r>
            <a:r>
              <a:rPr sz="2000" dirty="0">
                <a:latin typeface="Times New Roman"/>
                <a:cs typeface="Times New Roman"/>
              </a:rPr>
              <a:t>motors</a:t>
            </a:r>
            <a:r>
              <a:rPr sz="2000" spc="-30" dirty="0">
                <a:latin typeface="Times New Roman"/>
                <a:cs typeface="Times New Roman"/>
              </a:rPr>
              <a:t> </a:t>
            </a:r>
            <a:r>
              <a:rPr sz="2000" dirty="0">
                <a:latin typeface="Times New Roman"/>
                <a:cs typeface="Times New Roman"/>
              </a:rPr>
              <a:t>can</a:t>
            </a:r>
            <a:r>
              <a:rPr sz="2000" spc="-15" dirty="0">
                <a:latin typeface="Times New Roman"/>
                <a:cs typeface="Times New Roman"/>
              </a:rPr>
              <a:t> </a:t>
            </a:r>
            <a:r>
              <a:rPr sz="2000" dirty="0">
                <a:latin typeface="Times New Roman"/>
                <a:cs typeface="Times New Roman"/>
              </a:rPr>
              <a:t>be</a:t>
            </a:r>
            <a:r>
              <a:rPr sz="2000" spc="-15" dirty="0">
                <a:latin typeface="Times New Roman"/>
                <a:cs typeface="Times New Roman"/>
              </a:rPr>
              <a:t> </a:t>
            </a:r>
            <a:r>
              <a:rPr sz="2000" dirty="0">
                <a:latin typeface="Times New Roman"/>
                <a:cs typeface="Times New Roman"/>
              </a:rPr>
              <a:t>controlled</a:t>
            </a:r>
            <a:r>
              <a:rPr sz="2000" spc="-45" dirty="0">
                <a:latin typeface="Times New Roman"/>
                <a:cs typeface="Times New Roman"/>
              </a:rPr>
              <a:t> </a:t>
            </a:r>
            <a:r>
              <a:rPr sz="2000" spc="-10" dirty="0">
                <a:latin typeface="Times New Roman"/>
                <a:cs typeface="Times New Roman"/>
              </a:rPr>
              <a:t>independently</a:t>
            </a:r>
            <a:endParaRPr sz="2000" dirty="0">
              <a:latin typeface="Times New Roman"/>
              <a:cs typeface="Times New Roman"/>
            </a:endParaRPr>
          </a:p>
        </p:txBody>
      </p:sp>
      <p:pic>
        <p:nvPicPr>
          <p:cNvPr id="4" name="object 4"/>
          <p:cNvPicPr/>
          <p:nvPr/>
        </p:nvPicPr>
        <p:blipFill>
          <a:blip r:embed="rId2" cstate="print"/>
          <a:stretch>
            <a:fillRect/>
          </a:stretch>
        </p:blipFill>
        <p:spPr>
          <a:xfrm>
            <a:off x="3589035" y="2892612"/>
            <a:ext cx="5286728" cy="2970885"/>
          </a:xfrm>
          <a:prstGeom prst="rect">
            <a:avLst/>
          </a:prstGeom>
        </p:spPr>
      </p:pic>
      <p:sp>
        <p:nvSpPr>
          <p:cNvPr id="7" name="Date Placeholder 6">
            <a:extLst>
              <a:ext uri="{FF2B5EF4-FFF2-40B4-BE49-F238E27FC236}">
                <a16:creationId xmlns:a16="http://schemas.microsoft.com/office/drawing/2014/main" id="{18CA9234-EDB3-C917-0297-6DD714D9E804}"/>
              </a:ext>
            </a:extLst>
          </p:cNvPr>
          <p:cNvSpPr>
            <a:spLocks noGrp="1"/>
          </p:cNvSpPr>
          <p:nvPr>
            <p:ph type="dt" sz="half" idx="6"/>
          </p:nvPr>
        </p:nvSpPr>
        <p:spPr/>
        <p:txBody>
          <a:bodyPr/>
          <a:lstStyle/>
          <a:p>
            <a:pPr marL="234315">
              <a:lnSpc>
                <a:spcPts val="1240"/>
              </a:lnSpc>
            </a:pPr>
            <a:fld id="{7A78B67C-13C0-46DA-B1DD-E490AF3C0A95}" type="datetime1">
              <a:rPr lang="en-US" spc="-10" smtClean="0"/>
              <a:t>9/23/2024</a:t>
            </a:fld>
            <a:endParaRPr lang="en-US" spc="-10" dirty="0"/>
          </a:p>
        </p:txBody>
      </p:sp>
      <p:sp>
        <p:nvSpPr>
          <p:cNvPr id="8" name="Slide Number Placeholder 7">
            <a:extLst>
              <a:ext uri="{FF2B5EF4-FFF2-40B4-BE49-F238E27FC236}">
                <a16:creationId xmlns:a16="http://schemas.microsoft.com/office/drawing/2014/main" id="{34CC0A69-C3E4-9AAE-04FA-EDDDB79F0352}"/>
              </a:ext>
            </a:extLst>
          </p:cNvPr>
          <p:cNvSpPr>
            <a:spLocks noGrp="1"/>
          </p:cNvSpPr>
          <p:nvPr>
            <p:ph type="sldNum" sz="quarter" idx="7"/>
          </p:nvPr>
        </p:nvSpPr>
        <p:spPr/>
        <p:txBody>
          <a:bodyPr/>
          <a:lstStyle/>
          <a:p>
            <a:pPr marL="38100">
              <a:lnSpc>
                <a:spcPts val="1240"/>
              </a:lnSpc>
            </a:pPr>
            <a:fld id="{81D60167-4931-47E6-BA6A-407CBD079E47}" type="slidenum">
              <a:rPr lang="en-IN" spc="-25" smtClean="0"/>
              <a:t>10</a:t>
            </a:fld>
            <a:endParaRPr lang="en-IN" spc="-25"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516953" y="1307211"/>
            <a:ext cx="341630" cy="176530"/>
          </a:xfrm>
          <a:custGeom>
            <a:avLst/>
            <a:gdLst/>
            <a:ahLst/>
            <a:cxnLst/>
            <a:rect l="l" t="t" r="r" b="b"/>
            <a:pathLst>
              <a:path w="341630" h="176530">
                <a:moveTo>
                  <a:pt x="68707" y="3683"/>
                </a:moveTo>
                <a:lnTo>
                  <a:pt x="114" y="3683"/>
                </a:lnTo>
                <a:lnTo>
                  <a:pt x="114" y="8254"/>
                </a:lnTo>
                <a:lnTo>
                  <a:pt x="12827" y="8254"/>
                </a:lnTo>
                <a:lnTo>
                  <a:pt x="17627" y="10160"/>
                </a:lnTo>
                <a:lnTo>
                  <a:pt x="20853" y="13715"/>
                </a:lnTo>
                <a:lnTo>
                  <a:pt x="23177" y="16383"/>
                </a:lnTo>
                <a:lnTo>
                  <a:pt x="24333" y="22987"/>
                </a:lnTo>
                <a:lnTo>
                  <a:pt x="24203" y="152163"/>
                </a:lnTo>
                <a:lnTo>
                  <a:pt x="23329" y="157987"/>
                </a:lnTo>
                <a:lnTo>
                  <a:pt x="18529" y="165353"/>
                </a:lnTo>
                <a:lnTo>
                  <a:pt x="13474" y="167639"/>
                </a:lnTo>
                <a:lnTo>
                  <a:pt x="12" y="167639"/>
                </a:lnTo>
                <a:lnTo>
                  <a:pt x="0" y="172212"/>
                </a:lnTo>
                <a:lnTo>
                  <a:pt x="75311" y="172212"/>
                </a:lnTo>
                <a:lnTo>
                  <a:pt x="98287" y="170568"/>
                </a:lnTo>
                <a:lnTo>
                  <a:pt x="118127" y="165639"/>
                </a:lnTo>
                <a:lnTo>
                  <a:pt x="122323" y="163575"/>
                </a:lnTo>
                <a:lnTo>
                  <a:pt x="74574" y="163575"/>
                </a:lnTo>
                <a:lnTo>
                  <a:pt x="68911" y="163341"/>
                </a:lnTo>
                <a:lnTo>
                  <a:pt x="62612" y="162655"/>
                </a:lnTo>
                <a:lnTo>
                  <a:pt x="55677" y="161540"/>
                </a:lnTo>
                <a:lnTo>
                  <a:pt x="48107" y="160019"/>
                </a:lnTo>
                <a:lnTo>
                  <a:pt x="48196" y="16763"/>
                </a:lnTo>
                <a:lnTo>
                  <a:pt x="55147" y="15190"/>
                </a:lnTo>
                <a:lnTo>
                  <a:pt x="61710" y="14081"/>
                </a:lnTo>
                <a:lnTo>
                  <a:pt x="67886" y="13424"/>
                </a:lnTo>
                <a:lnTo>
                  <a:pt x="73672" y="13208"/>
                </a:lnTo>
                <a:lnTo>
                  <a:pt x="127839" y="13208"/>
                </a:lnTo>
                <a:lnTo>
                  <a:pt x="126174" y="12318"/>
                </a:lnTo>
                <a:lnTo>
                  <a:pt x="115202" y="8558"/>
                </a:lnTo>
                <a:lnTo>
                  <a:pt x="101965" y="5857"/>
                </a:lnTo>
                <a:lnTo>
                  <a:pt x="86465" y="4228"/>
                </a:lnTo>
                <a:lnTo>
                  <a:pt x="68707" y="3683"/>
                </a:lnTo>
                <a:close/>
              </a:path>
              <a:path w="341630" h="176530">
                <a:moveTo>
                  <a:pt x="127839" y="13208"/>
                </a:moveTo>
                <a:lnTo>
                  <a:pt x="73672" y="13208"/>
                </a:lnTo>
                <a:lnTo>
                  <a:pt x="87910" y="14468"/>
                </a:lnTo>
                <a:lnTo>
                  <a:pt x="100793" y="18240"/>
                </a:lnTo>
                <a:lnTo>
                  <a:pt x="130812" y="44297"/>
                </a:lnTo>
                <a:lnTo>
                  <a:pt x="141478" y="88391"/>
                </a:lnTo>
                <a:lnTo>
                  <a:pt x="140280" y="104822"/>
                </a:lnTo>
                <a:lnTo>
                  <a:pt x="122428" y="143255"/>
                </a:lnTo>
                <a:lnTo>
                  <a:pt x="88373" y="162311"/>
                </a:lnTo>
                <a:lnTo>
                  <a:pt x="74574" y="163575"/>
                </a:lnTo>
                <a:lnTo>
                  <a:pt x="122323" y="163575"/>
                </a:lnTo>
                <a:lnTo>
                  <a:pt x="157760" y="133395"/>
                </a:lnTo>
                <a:lnTo>
                  <a:pt x="169811" y="87122"/>
                </a:lnTo>
                <a:lnTo>
                  <a:pt x="169071" y="74433"/>
                </a:lnTo>
                <a:lnTo>
                  <a:pt x="151375" y="31607"/>
                </a:lnTo>
                <a:lnTo>
                  <a:pt x="135540" y="17319"/>
                </a:lnTo>
                <a:lnTo>
                  <a:pt x="127839" y="13208"/>
                </a:lnTo>
                <a:close/>
              </a:path>
              <a:path w="341630" h="176530">
                <a:moveTo>
                  <a:pt x="275107" y="0"/>
                </a:moveTo>
                <a:lnTo>
                  <a:pt x="231800" y="11556"/>
                </a:lnTo>
                <a:lnTo>
                  <a:pt x="200647" y="44323"/>
                </a:lnTo>
                <a:lnTo>
                  <a:pt x="189306" y="90677"/>
                </a:lnTo>
                <a:lnTo>
                  <a:pt x="190368" y="105796"/>
                </a:lnTo>
                <a:lnTo>
                  <a:pt x="206425" y="145034"/>
                </a:lnTo>
                <a:lnTo>
                  <a:pt x="251515" y="174216"/>
                </a:lnTo>
                <a:lnTo>
                  <a:pt x="271272" y="176149"/>
                </a:lnTo>
                <a:lnTo>
                  <a:pt x="282497" y="175557"/>
                </a:lnTo>
                <a:lnTo>
                  <a:pt x="292930" y="173609"/>
                </a:lnTo>
                <a:lnTo>
                  <a:pt x="302570" y="170326"/>
                </a:lnTo>
                <a:lnTo>
                  <a:pt x="311416" y="165735"/>
                </a:lnTo>
                <a:lnTo>
                  <a:pt x="312119" y="165226"/>
                </a:lnTo>
                <a:lnTo>
                  <a:pt x="280593" y="165226"/>
                </a:lnTo>
                <a:lnTo>
                  <a:pt x="271414" y="164677"/>
                </a:lnTo>
                <a:lnTo>
                  <a:pt x="234118" y="145399"/>
                </a:lnTo>
                <a:lnTo>
                  <a:pt x="218089" y="101980"/>
                </a:lnTo>
                <a:lnTo>
                  <a:pt x="217639" y="90931"/>
                </a:lnTo>
                <a:lnTo>
                  <a:pt x="218135" y="77616"/>
                </a:lnTo>
                <a:lnTo>
                  <a:pt x="229685" y="35883"/>
                </a:lnTo>
                <a:lnTo>
                  <a:pt x="261124" y="11049"/>
                </a:lnTo>
                <a:lnTo>
                  <a:pt x="277088" y="8889"/>
                </a:lnTo>
                <a:lnTo>
                  <a:pt x="310861" y="8889"/>
                </a:lnTo>
                <a:lnTo>
                  <a:pt x="302232" y="5089"/>
                </a:lnTo>
                <a:lnTo>
                  <a:pt x="293252" y="2270"/>
                </a:lnTo>
                <a:lnTo>
                  <a:pt x="284210" y="569"/>
                </a:lnTo>
                <a:lnTo>
                  <a:pt x="275107" y="0"/>
                </a:lnTo>
                <a:close/>
              </a:path>
              <a:path w="341630" h="176530">
                <a:moveTo>
                  <a:pt x="337159" y="130428"/>
                </a:moveTo>
                <a:lnTo>
                  <a:pt x="309562" y="158241"/>
                </a:lnTo>
                <a:lnTo>
                  <a:pt x="280593" y="165226"/>
                </a:lnTo>
                <a:lnTo>
                  <a:pt x="312119" y="165226"/>
                </a:lnTo>
                <a:lnTo>
                  <a:pt x="319608" y="159809"/>
                </a:lnTo>
                <a:lnTo>
                  <a:pt x="327271" y="152336"/>
                </a:lnTo>
                <a:lnTo>
                  <a:pt x="334407" y="143339"/>
                </a:lnTo>
                <a:lnTo>
                  <a:pt x="341020" y="132841"/>
                </a:lnTo>
                <a:lnTo>
                  <a:pt x="337159" y="130428"/>
                </a:lnTo>
                <a:close/>
              </a:path>
              <a:path w="341630" h="176530">
                <a:moveTo>
                  <a:pt x="310861" y="8889"/>
                </a:moveTo>
                <a:lnTo>
                  <a:pt x="277088" y="8889"/>
                </a:lnTo>
                <a:lnTo>
                  <a:pt x="286740" y="9604"/>
                </a:lnTo>
                <a:lnTo>
                  <a:pt x="295673" y="11747"/>
                </a:lnTo>
                <a:lnTo>
                  <a:pt x="329102" y="45323"/>
                </a:lnTo>
                <a:lnTo>
                  <a:pt x="333362" y="57276"/>
                </a:lnTo>
                <a:lnTo>
                  <a:pt x="337210" y="57276"/>
                </a:lnTo>
                <a:lnTo>
                  <a:pt x="334177" y="11684"/>
                </a:lnTo>
                <a:lnTo>
                  <a:pt x="317106" y="11684"/>
                </a:lnTo>
                <a:lnTo>
                  <a:pt x="314629" y="10794"/>
                </a:lnTo>
                <a:lnTo>
                  <a:pt x="311150" y="9016"/>
                </a:lnTo>
                <a:lnTo>
                  <a:pt x="310861" y="8889"/>
                </a:lnTo>
                <a:close/>
              </a:path>
              <a:path w="341630" h="176530">
                <a:moveTo>
                  <a:pt x="333400" y="0"/>
                </a:moveTo>
                <a:lnTo>
                  <a:pt x="329044" y="0"/>
                </a:lnTo>
                <a:lnTo>
                  <a:pt x="328129" y="4063"/>
                </a:lnTo>
                <a:lnTo>
                  <a:pt x="326593" y="7112"/>
                </a:lnTo>
                <a:lnTo>
                  <a:pt x="324407" y="9433"/>
                </a:lnTo>
                <a:lnTo>
                  <a:pt x="322783" y="10922"/>
                </a:lnTo>
                <a:lnTo>
                  <a:pt x="320840" y="11684"/>
                </a:lnTo>
                <a:lnTo>
                  <a:pt x="334177" y="11684"/>
                </a:lnTo>
                <a:lnTo>
                  <a:pt x="333400" y="0"/>
                </a:lnTo>
                <a:close/>
              </a:path>
            </a:pathLst>
          </a:custGeom>
          <a:solidFill>
            <a:srgbClr val="000000"/>
          </a:solidFill>
        </p:spPr>
        <p:txBody>
          <a:bodyPr wrap="square" lIns="0" tIns="0" rIns="0" bIns="0" rtlCol="0"/>
          <a:lstStyle/>
          <a:p>
            <a:endParaRPr/>
          </a:p>
        </p:txBody>
      </p:sp>
      <p:pic>
        <p:nvPicPr>
          <p:cNvPr id="3" name="object 3"/>
          <p:cNvPicPr/>
          <p:nvPr/>
        </p:nvPicPr>
        <p:blipFill>
          <a:blip r:embed="rId2" cstate="print"/>
          <a:stretch>
            <a:fillRect/>
          </a:stretch>
        </p:blipFill>
        <p:spPr>
          <a:xfrm>
            <a:off x="1022273" y="1328674"/>
            <a:ext cx="752678" cy="193928"/>
          </a:xfrm>
          <a:prstGeom prst="rect">
            <a:avLst/>
          </a:prstGeom>
        </p:spPr>
      </p:pic>
      <p:pic>
        <p:nvPicPr>
          <p:cNvPr id="4" name="object 4"/>
          <p:cNvPicPr/>
          <p:nvPr/>
        </p:nvPicPr>
        <p:blipFill>
          <a:blip r:embed="rId3" cstate="print"/>
          <a:stretch>
            <a:fillRect/>
          </a:stretch>
        </p:blipFill>
        <p:spPr>
          <a:xfrm>
            <a:off x="1949316" y="1363091"/>
            <a:ext cx="204222" cy="120776"/>
          </a:xfrm>
          <a:prstGeom prst="rect">
            <a:avLst/>
          </a:prstGeom>
        </p:spPr>
      </p:pic>
      <p:sp>
        <p:nvSpPr>
          <p:cNvPr id="5" name="object 5"/>
          <p:cNvSpPr/>
          <p:nvPr/>
        </p:nvSpPr>
        <p:spPr>
          <a:xfrm>
            <a:off x="2313304" y="1303908"/>
            <a:ext cx="570230" cy="180340"/>
          </a:xfrm>
          <a:custGeom>
            <a:avLst/>
            <a:gdLst/>
            <a:ahLst/>
            <a:cxnLst/>
            <a:rect l="l" t="t" r="r" b="b"/>
            <a:pathLst>
              <a:path w="570230" h="180340">
                <a:moveTo>
                  <a:pt x="106984" y="163829"/>
                </a:moveTo>
                <a:lnTo>
                  <a:pt x="79882" y="163829"/>
                </a:lnTo>
                <a:lnTo>
                  <a:pt x="79882" y="180212"/>
                </a:lnTo>
                <a:lnTo>
                  <a:pt x="85597" y="180212"/>
                </a:lnTo>
                <a:lnTo>
                  <a:pt x="119380" y="166115"/>
                </a:lnTo>
                <a:lnTo>
                  <a:pt x="118681" y="163956"/>
                </a:lnTo>
                <a:lnTo>
                  <a:pt x="107314" y="163956"/>
                </a:lnTo>
                <a:lnTo>
                  <a:pt x="106984" y="163829"/>
                </a:lnTo>
                <a:close/>
              </a:path>
              <a:path w="570230" h="180340">
                <a:moveTo>
                  <a:pt x="55118" y="59308"/>
                </a:moveTo>
                <a:lnTo>
                  <a:pt x="15493" y="79628"/>
                </a:lnTo>
                <a:lnTo>
                  <a:pt x="0" y="124460"/>
                </a:lnTo>
                <a:lnTo>
                  <a:pt x="859" y="136122"/>
                </a:lnTo>
                <a:lnTo>
                  <a:pt x="21103" y="171299"/>
                </a:lnTo>
                <a:lnTo>
                  <a:pt x="46481" y="180086"/>
                </a:lnTo>
                <a:lnTo>
                  <a:pt x="52577" y="180086"/>
                </a:lnTo>
                <a:lnTo>
                  <a:pt x="58293" y="178942"/>
                </a:lnTo>
                <a:lnTo>
                  <a:pt x="68961" y="173862"/>
                </a:lnTo>
                <a:lnTo>
                  <a:pt x="74294" y="169671"/>
                </a:lnTo>
                <a:lnTo>
                  <a:pt x="77331" y="166496"/>
                </a:lnTo>
                <a:lnTo>
                  <a:pt x="58038" y="166496"/>
                </a:lnTo>
                <a:lnTo>
                  <a:pt x="51442" y="165663"/>
                </a:lnTo>
                <a:lnTo>
                  <a:pt x="25479" y="136778"/>
                </a:lnTo>
                <a:lnTo>
                  <a:pt x="22732" y="114680"/>
                </a:lnTo>
                <a:lnTo>
                  <a:pt x="23445" y="102963"/>
                </a:lnTo>
                <a:lnTo>
                  <a:pt x="46355" y="67055"/>
                </a:lnTo>
                <a:lnTo>
                  <a:pt x="77614" y="67055"/>
                </a:lnTo>
                <a:lnTo>
                  <a:pt x="74745" y="64773"/>
                </a:lnTo>
                <a:lnTo>
                  <a:pt x="68849" y="61753"/>
                </a:lnTo>
                <a:lnTo>
                  <a:pt x="62311" y="59924"/>
                </a:lnTo>
                <a:lnTo>
                  <a:pt x="55118" y="59308"/>
                </a:lnTo>
                <a:close/>
              </a:path>
              <a:path w="570230" h="180340">
                <a:moveTo>
                  <a:pt x="77614" y="67055"/>
                </a:moveTo>
                <a:lnTo>
                  <a:pt x="57531" y="67055"/>
                </a:lnTo>
                <a:lnTo>
                  <a:pt x="61468" y="68199"/>
                </a:lnTo>
                <a:lnTo>
                  <a:pt x="65658" y="70612"/>
                </a:lnTo>
                <a:lnTo>
                  <a:pt x="69722" y="73025"/>
                </a:lnTo>
                <a:lnTo>
                  <a:pt x="73025" y="76453"/>
                </a:lnTo>
                <a:lnTo>
                  <a:pt x="75437" y="81152"/>
                </a:lnTo>
                <a:lnTo>
                  <a:pt x="77977" y="85725"/>
                </a:lnTo>
                <a:lnTo>
                  <a:pt x="79501" y="90931"/>
                </a:lnTo>
                <a:lnTo>
                  <a:pt x="79882" y="96519"/>
                </a:lnTo>
                <a:lnTo>
                  <a:pt x="79882" y="155193"/>
                </a:lnTo>
                <a:lnTo>
                  <a:pt x="72897" y="162687"/>
                </a:lnTo>
                <a:lnTo>
                  <a:pt x="65531" y="166496"/>
                </a:lnTo>
                <a:lnTo>
                  <a:pt x="77331" y="166496"/>
                </a:lnTo>
                <a:lnTo>
                  <a:pt x="79882" y="163829"/>
                </a:lnTo>
                <a:lnTo>
                  <a:pt x="106984" y="163829"/>
                </a:lnTo>
                <a:lnTo>
                  <a:pt x="105663" y="163321"/>
                </a:lnTo>
                <a:lnTo>
                  <a:pt x="104267" y="162178"/>
                </a:lnTo>
                <a:lnTo>
                  <a:pt x="102996" y="161036"/>
                </a:lnTo>
                <a:lnTo>
                  <a:pt x="101979" y="158996"/>
                </a:lnTo>
                <a:lnTo>
                  <a:pt x="101345" y="155955"/>
                </a:lnTo>
                <a:lnTo>
                  <a:pt x="100711" y="153035"/>
                </a:lnTo>
                <a:lnTo>
                  <a:pt x="100513" y="146700"/>
                </a:lnTo>
                <a:lnTo>
                  <a:pt x="100456" y="68961"/>
                </a:lnTo>
                <a:lnTo>
                  <a:pt x="80009" y="68961"/>
                </a:lnTo>
                <a:lnTo>
                  <a:pt x="77614" y="67055"/>
                </a:lnTo>
                <a:close/>
              </a:path>
              <a:path w="570230" h="180340">
                <a:moveTo>
                  <a:pt x="117982" y="161798"/>
                </a:moveTo>
                <a:lnTo>
                  <a:pt x="114300" y="163194"/>
                </a:lnTo>
                <a:lnTo>
                  <a:pt x="111378" y="163956"/>
                </a:lnTo>
                <a:lnTo>
                  <a:pt x="118681" y="163956"/>
                </a:lnTo>
                <a:lnTo>
                  <a:pt x="117982" y="161798"/>
                </a:lnTo>
                <a:close/>
              </a:path>
              <a:path w="570230" h="180340">
                <a:moveTo>
                  <a:pt x="100456" y="16255"/>
                </a:moveTo>
                <a:lnTo>
                  <a:pt x="73151" y="16255"/>
                </a:lnTo>
                <a:lnTo>
                  <a:pt x="74802" y="16763"/>
                </a:lnTo>
                <a:lnTo>
                  <a:pt x="76072" y="17906"/>
                </a:lnTo>
                <a:lnTo>
                  <a:pt x="77469" y="18923"/>
                </a:lnTo>
                <a:lnTo>
                  <a:pt x="78486" y="20954"/>
                </a:lnTo>
                <a:lnTo>
                  <a:pt x="78993" y="24002"/>
                </a:lnTo>
                <a:lnTo>
                  <a:pt x="79628" y="26924"/>
                </a:lnTo>
                <a:lnTo>
                  <a:pt x="80009" y="34925"/>
                </a:lnTo>
                <a:lnTo>
                  <a:pt x="80009" y="68961"/>
                </a:lnTo>
                <a:lnTo>
                  <a:pt x="100456" y="68961"/>
                </a:lnTo>
                <a:lnTo>
                  <a:pt x="100456" y="16255"/>
                </a:lnTo>
                <a:close/>
              </a:path>
              <a:path w="570230" h="180340">
                <a:moveTo>
                  <a:pt x="100456" y="0"/>
                </a:moveTo>
                <a:lnTo>
                  <a:pt x="94868" y="0"/>
                </a:lnTo>
                <a:lnTo>
                  <a:pt x="60959" y="13842"/>
                </a:lnTo>
                <a:lnTo>
                  <a:pt x="62611" y="18161"/>
                </a:lnTo>
                <a:lnTo>
                  <a:pt x="66167" y="16890"/>
                </a:lnTo>
                <a:lnTo>
                  <a:pt x="68961" y="16255"/>
                </a:lnTo>
                <a:lnTo>
                  <a:pt x="100456" y="16255"/>
                </a:lnTo>
                <a:lnTo>
                  <a:pt x="100456" y="0"/>
                </a:lnTo>
                <a:close/>
              </a:path>
              <a:path w="570230" h="180340">
                <a:moveTo>
                  <a:pt x="160019" y="0"/>
                </a:moveTo>
                <a:lnTo>
                  <a:pt x="153034" y="0"/>
                </a:lnTo>
                <a:lnTo>
                  <a:pt x="149987" y="1269"/>
                </a:lnTo>
                <a:lnTo>
                  <a:pt x="145161" y="6095"/>
                </a:lnTo>
                <a:lnTo>
                  <a:pt x="143890" y="9016"/>
                </a:lnTo>
                <a:lnTo>
                  <a:pt x="143890" y="16001"/>
                </a:lnTo>
                <a:lnTo>
                  <a:pt x="145161" y="19050"/>
                </a:lnTo>
                <a:lnTo>
                  <a:pt x="150113" y="24002"/>
                </a:lnTo>
                <a:lnTo>
                  <a:pt x="153034" y="25273"/>
                </a:lnTo>
                <a:lnTo>
                  <a:pt x="160019" y="25273"/>
                </a:lnTo>
                <a:lnTo>
                  <a:pt x="162940" y="24002"/>
                </a:lnTo>
                <a:lnTo>
                  <a:pt x="167894" y="19050"/>
                </a:lnTo>
                <a:lnTo>
                  <a:pt x="169163" y="16001"/>
                </a:lnTo>
                <a:lnTo>
                  <a:pt x="169111" y="9016"/>
                </a:lnTo>
                <a:lnTo>
                  <a:pt x="167894" y="6095"/>
                </a:lnTo>
                <a:lnTo>
                  <a:pt x="163068" y="1269"/>
                </a:lnTo>
                <a:lnTo>
                  <a:pt x="160019" y="0"/>
                </a:lnTo>
                <a:close/>
              </a:path>
              <a:path w="570230" h="180340">
                <a:moveTo>
                  <a:pt x="184022" y="172212"/>
                </a:moveTo>
                <a:lnTo>
                  <a:pt x="128777" y="172212"/>
                </a:lnTo>
                <a:lnTo>
                  <a:pt x="128777" y="176656"/>
                </a:lnTo>
                <a:lnTo>
                  <a:pt x="184022" y="176783"/>
                </a:lnTo>
                <a:lnTo>
                  <a:pt x="184022" y="172212"/>
                </a:lnTo>
                <a:close/>
              </a:path>
              <a:path w="570230" h="180340">
                <a:moveTo>
                  <a:pt x="166855" y="76073"/>
                </a:moveTo>
                <a:lnTo>
                  <a:pt x="139445" y="76073"/>
                </a:lnTo>
                <a:lnTo>
                  <a:pt x="141096" y="76580"/>
                </a:lnTo>
                <a:lnTo>
                  <a:pt x="143637" y="78612"/>
                </a:lnTo>
                <a:lnTo>
                  <a:pt x="144525" y="80517"/>
                </a:lnTo>
                <a:lnTo>
                  <a:pt x="145033" y="83185"/>
                </a:lnTo>
                <a:lnTo>
                  <a:pt x="145795" y="86740"/>
                </a:lnTo>
                <a:lnTo>
                  <a:pt x="146176" y="94741"/>
                </a:lnTo>
                <a:lnTo>
                  <a:pt x="146160" y="158114"/>
                </a:lnTo>
                <a:lnTo>
                  <a:pt x="145542" y="162813"/>
                </a:lnTo>
                <a:lnTo>
                  <a:pt x="134238" y="172212"/>
                </a:lnTo>
                <a:lnTo>
                  <a:pt x="178688" y="172212"/>
                </a:lnTo>
                <a:lnTo>
                  <a:pt x="166750" y="158114"/>
                </a:lnTo>
                <a:lnTo>
                  <a:pt x="166855" y="76073"/>
                </a:lnTo>
                <a:close/>
              </a:path>
              <a:path w="570230" h="180340">
                <a:moveTo>
                  <a:pt x="166877" y="59562"/>
                </a:moveTo>
                <a:lnTo>
                  <a:pt x="161417" y="59562"/>
                </a:lnTo>
                <a:lnTo>
                  <a:pt x="127126" y="73405"/>
                </a:lnTo>
                <a:lnTo>
                  <a:pt x="128777" y="77977"/>
                </a:lnTo>
                <a:lnTo>
                  <a:pt x="132080" y="76707"/>
                </a:lnTo>
                <a:lnTo>
                  <a:pt x="134874" y="76073"/>
                </a:lnTo>
                <a:lnTo>
                  <a:pt x="166855" y="76073"/>
                </a:lnTo>
                <a:lnTo>
                  <a:pt x="166877" y="59562"/>
                </a:lnTo>
                <a:close/>
              </a:path>
              <a:path w="570230" h="180340">
                <a:moveTo>
                  <a:pt x="249300" y="172338"/>
                </a:moveTo>
                <a:lnTo>
                  <a:pt x="191007" y="172338"/>
                </a:lnTo>
                <a:lnTo>
                  <a:pt x="191007" y="176783"/>
                </a:lnTo>
                <a:lnTo>
                  <a:pt x="249300" y="176783"/>
                </a:lnTo>
                <a:lnTo>
                  <a:pt x="249300" y="172338"/>
                </a:lnTo>
                <a:close/>
              </a:path>
              <a:path w="570230" h="180340">
                <a:moveTo>
                  <a:pt x="229488" y="76073"/>
                </a:moveTo>
                <a:lnTo>
                  <a:pt x="201930" y="76073"/>
                </a:lnTo>
                <a:lnTo>
                  <a:pt x="203707" y="76707"/>
                </a:lnTo>
                <a:lnTo>
                  <a:pt x="205105" y="77850"/>
                </a:lnTo>
                <a:lnTo>
                  <a:pt x="206628" y="78993"/>
                </a:lnTo>
                <a:lnTo>
                  <a:pt x="207644" y="80899"/>
                </a:lnTo>
                <a:lnTo>
                  <a:pt x="208661" y="85851"/>
                </a:lnTo>
                <a:lnTo>
                  <a:pt x="208914" y="93852"/>
                </a:lnTo>
                <a:lnTo>
                  <a:pt x="208914" y="157733"/>
                </a:lnTo>
                <a:lnTo>
                  <a:pt x="196722" y="172338"/>
                </a:lnTo>
                <a:lnTo>
                  <a:pt x="244094" y="172338"/>
                </a:lnTo>
                <a:lnTo>
                  <a:pt x="240156" y="171576"/>
                </a:lnTo>
                <a:lnTo>
                  <a:pt x="237489" y="170052"/>
                </a:lnTo>
                <a:lnTo>
                  <a:pt x="234695" y="168528"/>
                </a:lnTo>
                <a:lnTo>
                  <a:pt x="232790" y="166750"/>
                </a:lnTo>
                <a:lnTo>
                  <a:pt x="231775" y="164464"/>
                </a:lnTo>
                <a:lnTo>
                  <a:pt x="230124" y="161289"/>
                </a:lnTo>
                <a:lnTo>
                  <a:pt x="229362" y="156463"/>
                </a:lnTo>
                <a:lnTo>
                  <a:pt x="229488" y="95630"/>
                </a:lnTo>
                <a:lnTo>
                  <a:pt x="233425" y="87883"/>
                </a:lnTo>
                <a:lnTo>
                  <a:pt x="235244" y="85216"/>
                </a:lnTo>
                <a:lnTo>
                  <a:pt x="229488" y="85216"/>
                </a:lnTo>
                <a:lnTo>
                  <a:pt x="229488" y="76073"/>
                </a:lnTo>
                <a:close/>
              </a:path>
              <a:path w="570230" h="180340">
                <a:moveTo>
                  <a:pt x="263397" y="59562"/>
                </a:moveTo>
                <a:lnTo>
                  <a:pt x="258825" y="59562"/>
                </a:lnTo>
                <a:lnTo>
                  <a:pt x="251348" y="61160"/>
                </a:lnTo>
                <a:lnTo>
                  <a:pt x="243966" y="65960"/>
                </a:lnTo>
                <a:lnTo>
                  <a:pt x="236680" y="73975"/>
                </a:lnTo>
                <a:lnTo>
                  <a:pt x="229488" y="85216"/>
                </a:lnTo>
                <a:lnTo>
                  <a:pt x="235244" y="85216"/>
                </a:lnTo>
                <a:lnTo>
                  <a:pt x="237236" y="82295"/>
                </a:lnTo>
                <a:lnTo>
                  <a:pt x="241045" y="78866"/>
                </a:lnTo>
                <a:lnTo>
                  <a:pt x="242696" y="77215"/>
                </a:lnTo>
                <a:lnTo>
                  <a:pt x="244347" y="76326"/>
                </a:lnTo>
                <a:lnTo>
                  <a:pt x="274574" y="76326"/>
                </a:lnTo>
                <a:lnTo>
                  <a:pt x="274574" y="69723"/>
                </a:lnTo>
                <a:lnTo>
                  <a:pt x="273050" y="66548"/>
                </a:lnTo>
                <a:lnTo>
                  <a:pt x="270128" y="63753"/>
                </a:lnTo>
                <a:lnTo>
                  <a:pt x="267081" y="60960"/>
                </a:lnTo>
                <a:lnTo>
                  <a:pt x="263397" y="59562"/>
                </a:lnTo>
                <a:close/>
              </a:path>
              <a:path w="570230" h="180340">
                <a:moveTo>
                  <a:pt x="274574" y="76326"/>
                </a:moveTo>
                <a:lnTo>
                  <a:pt x="247650" y="76326"/>
                </a:lnTo>
                <a:lnTo>
                  <a:pt x="250317" y="77850"/>
                </a:lnTo>
                <a:lnTo>
                  <a:pt x="253872" y="80644"/>
                </a:lnTo>
                <a:lnTo>
                  <a:pt x="257428" y="83565"/>
                </a:lnTo>
                <a:lnTo>
                  <a:pt x="260731" y="84962"/>
                </a:lnTo>
                <a:lnTo>
                  <a:pt x="266572" y="84962"/>
                </a:lnTo>
                <a:lnTo>
                  <a:pt x="269113" y="83819"/>
                </a:lnTo>
                <a:lnTo>
                  <a:pt x="271271" y="81661"/>
                </a:lnTo>
                <a:lnTo>
                  <a:pt x="273431" y="79375"/>
                </a:lnTo>
                <a:lnTo>
                  <a:pt x="274522" y="76707"/>
                </a:lnTo>
                <a:lnTo>
                  <a:pt x="274574" y="76326"/>
                </a:lnTo>
                <a:close/>
              </a:path>
              <a:path w="570230" h="180340">
                <a:moveTo>
                  <a:pt x="229488" y="59562"/>
                </a:moveTo>
                <a:lnTo>
                  <a:pt x="224281" y="59562"/>
                </a:lnTo>
                <a:lnTo>
                  <a:pt x="189864" y="73532"/>
                </a:lnTo>
                <a:lnTo>
                  <a:pt x="191007" y="77977"/>
                </a:lnTo>
                <a:lnTo>
                  <a:pt x="194309" y="76707"/>
                </a:lnTo>
                <a:lnTo>
                  <a:pt x="197231" y="76073"/>
                </a:lnTo>
                <a:lnTo>
                  <a:pt x="229488" y="76073"/>
                </a:lnTo>
                <a:lnTo>
                  <a:pt x="229488" y="59562"/>
                </a:lnTo>
                <a:close/>
              </a:path>
              <a:path w="570230" h="180340">
                <a:moveTo>
                  <a:pt x="335533" y="59562"/>
                </a:moveTo>
                <a:lnTo>
                  <a:pt x="297942" y="75818"/>
                </a:lnTo>
                <a:lnTo>
                  <a:pt x="282956" y="121412"/>
                </a:lnTo>
                <a:lnTo>
                  <a:pt x="283862" y="134173"/>
                </a:lnTo>
                <a:lnTo>
                  <a:pt x="305181" y="171338"/>
                </a:lnTo>
                <a:lnTo>
                  <a:pt x="332613" y="180339"/>
                </a:lnTo>
                <a:lnTo>
                  <a:pt x="341659" y="179460"/>
                </a:lnTo>
                <a:lnTo>
                  <a:pt x="349932" y="176831"/>
                </a:lnTo>
                <a:lnTo>
                  <a:pt x="357419" y="172464"/>
                </a:lnTo>
                <a:lnTo>
                  <a:pt x="364108" y="166369"/>
                </a:lnTo>
                <a:lnTo>
                  <a:pt x="369115" y="160019"/>
                </a:lnTo>
                <a:lnTo>
                  <a:pt x="342138" y="160019"/>
                </a:lnTo>
                <a:lnTo>
                  <a:pt x="333966" y="159117"/>
                </a:lnTo>
                <a:lnTo>
                  <a:pt x="303577" y="128508"/>
                </a:lnTo>
                <a:lnTo>
                  <a:pt x="300608" y="105917"/>
                </a:lnTo>
                <a:lnTo>
                  <a:pt x="379221" y="105917"/>
                </a:lnTo>
                <a:lnTo>
                  <a:pt x="378672" y="98678"/>
                </a:lnTo>
                <a:lnTo>
                  <a:pt x="300608" y="98678"/>
                </a:lnTo>
                <a:lnTo>
                  <a:pt x="301497" y="89153"/>
                </a:lnTo>
                <a:lnTo>
                  <a:pt x="304672" y="81661"/>
                </a:lnTo>
                <a:lnTo>
                  <a:pt x="315594" y="70992"/>
                </a:lnTo>
                <a:lnTo>
                  <a:pt x="321690" y="68325"/>
                </a:lnTo>
                <a:lnTo>
                  <a:pt x="362458" y="68325"/>
                </a:lnTo>
                <a:lnTo>
                  <a:pt x="360429" y="66635"/>
                </a:lnTo>
                <a:lnTo>
                  <a:pt x="352996" y="62706"/>
                </a:lnTo>
                <a:lnTo>
                  <a:pt x="344705" y="60348"/>
                </a:lnTo>
                <a:lnTo>
                  <a:pt x="335533" y="59562"/>
                </a:lnTo>
                <a:close/>
              </a:path>
              <a:path w="570230" h="180340">
                <a:moveTo>
                  <a:pt x="375412" y="132841"/>
                </a:moveTo>
                <a:lnTo>
                  <a:pt x="349503" y="160019"/>
                </a:lnTo>
                <a:lnTo>
                  <a:pt x="369115" y="160019"/>
                </a:lnTo>
                <a:lnTo>
                  <a:pt x="369756" y="159206"/>
                </a:lnTo>
                <a:lnTo>
                  <a:pt x="374141" y="151637"/>
                </a:lnTo>
                <a:lnTo>
                  <a:pt x="377289" y="143688"/>
                </a:lnTo>
                <a:lnTo>
                  <a:pt x="379221" y="135381"/>
                </a:lnTo>
                <a:lnTo>
                  <a:pt x="375412" y="132841"/>
                </a:lnTo>
                <a:close/>
              </a:path>
              <a:path w="570230" h="180340">
                <a:moveTo>
                  <a:pt x="362458" y="68325"/>
                </a:moveTo>
                <a:lnTo>
                  <a:pt x="333120" y="68325"/>
                </a:lnTo>
                <a:lnTo>
                  <a:pt x="337312" y="69723"/>
                </a:lnTo>
                <a:lnTo>
                  <a:pt x="341502" y="72389"/>
                </a:lnTo>
                <a:lnTo>
                  <a:pt x="345567" y="74929"/>
                </a:lnTo>
                <a:lnTo>
                  <a:pt x="348614" y="78612"/>
                </a:lnTo>
                <a:lnTo>
                  <a:pt x="350646" y="83312"/>
                </a:lnTo>
                <a:lnTo>
                  <a:pt x="352044" y="86232"/>
                </a:lnTo>
                <a:lnTo>
                  <a:pt x="352932" y="91439"/>
                </a:lnTo>
                <a:lnTo>
                  <a:pt x="353313" y="98678"/>
                </a:lnTo>
                <a:lnTo>
                  <a:pt x="378672" y="98678"/>
                </a:lnTo>
                <a:lnTo>
                  <a:pt x="378459" y="95871"/>
                </a:lnTo>
                <a:lnTo>
                  <a:pt x="376173" y="86883"/>
                </a:lnTo>
                <a:lnTo>
                  <a:pt x="372363" y="78968"/>
                </a:lnTo>
                <a:lnTo>
                  <a:pt x="367030" y="72136"/>
                </a:lnTo>
                <a:lnTo>
                  <a:pt x="362458" y="68325"/>
                </a:lnTo>
                <a:close/>
              </a:path>
              <a:path w="570230" h="180340">
                <a:moveTo>
                  <a:pt x="449325" y="59689"/>
                </a:moveTo>
                <a:lnTo>
                  <a:pt x="410971" y="76453"/>
                </a:lnTo>
                <a:lnTo>
                  <a:pt x="394969" y="120141"/>
                </a:lnTo>
                <a:lnTo>
                  <a:pt x="395872" y="133258"/>
                </a:lnTo>
                <a:lnTo>
                  <a:pt x="416867" y="171231"/>
                </a:lnTo>
                <a:lnTo>
                  <a:pt x="443102" y="180339"/>
                </a:lnTo>
                <a:lnTo>
                  <a:pt x="451104" y="179597"/>
                </a:lnTo>
                <a:lnTo>
                  <a:pt x="479377" y="161036"/>
                </a:lnTo>
                <a:lnTo>
                  <a:pt x="452119" y="161036"/>
                </a:lnTo>
                <a:lnTo>
                  <a:pt x="444071" y="160059"/>
                </a:lnTo>
                <a:lnTo>
                  <a:pt x="417639" y="128635"/>
                </a:lnTo>
                <a:lnTo>
                  <a:pt x="415163" y="109474"/>
                </a:lnTo>
                <a:lnTo>
                  <a:pt x="415784" y="99950"/>
                </a:lnTo>
                <a:lnTo>
                  <a:pt x="436880" y="68071"/>
                </a:lnTo>
                <a:lnTo>
                  <a:pt x="476121" y="68071"/>
                </a:lnTo>
                <a:lnTo>
                  <a:pt x="471096" y="64726"/>
                </a:lnTo>
                <a:lnTo>
                  <a:pt x="464581" y="61944"/>
                </a:lnTo>
                <a:lnTo>
                  <a:pt x="457328" y="60257"/>
                </a:lnTo>
                <a:lnTo>
                  <a:pt x="449325" y="59689"/>
                </a:lnTo>
                <a:close/>
              </a:path>
              <a:path w="570230" h="180340">
                <a:moveTo>
                  <a:pt x="487299" y="131952"/>
                </a:moveTo>
                <a:lnTo>
                  <a:pt x="482981" y="141986"/>
                </a:lnTo>
                <a:lnTo>
                  <a:pt x="478536" y="148843"/>
                </a:lnTo>
                <a:lnTo>
                  <a:pt x="473963" y="152653"/>
                </a:lnTo>
                <a:lnTo>
                  <a:pt x="467487" y="158241"/>
                </a:lnTo>
                <a:lnTo>
                  <a:pt x="460247" y="161036"/>
                </a:lnTo>
                <a:lnTo>
                  <a:pt x="479377" y="161036"/>
                </a:lnTo>
                <a:lnTo>
                  <a:pt x="484076" y="153622"/>
                </a:lnTo>
                <a:lnTo>
                  <a:pt x="488019" y="144325"/>
                </a:lnTo>
                <a:lnTo>
                  <a:pt x="490855" y="133730"/>
                </a:lnTo>
                <a:lnTo>
                  <a:pt x="487299" y="131952"/>
                </a:lnTo>
                <a:close/>
              </a:path>
              <a:path w="570230" h="180340">
                <a:moveTo>
                  <a:pt x="476121" y="68071"/>
                </a:moveTo>
                <a:lnTo>
                  <a:pt x="450342" y="68071"/>
                </a:lnTo>
                <a:lnTo>
                  <a:pt x="454406" y="69341"/>
                </a:lnTo>
                <a:lnTo>
                  <a:pt x="457326" y="71754"/>
                </a:lnTo>
                <a:lnTo>
                  <a:pt x="460120" y="74294"/>
                </a:lnTo>
                <a:lnTo>
                  <a:pt x="461899" y="78104"/>
                </a:lnTo>
                <a:lnTo>
                  <a:pt x="462280" y="82930"/>
                </a:lnTo>
                <a:lnTo>
                  <a:pt x="462788" y="87883"/>
                </a:lnTo>
                <a:lnTo>
                  <a:pt x="463676" y="91186"/>
                </a:lnTo>
                <a:lnTo>
                  <a:pt x="465074" y="92963"/>
                </a:lnTo>
                <a:lnTo>
                  <a:pt x="467613" y="96012"/>
                </a:lnTo>
                <a:lnTo>
                  <a:pt x="471296" y="97662"/>
                </a:lnTo>
                <a:lnTo>
                  <a:pt x="479806" y="97662"/>
                </a:lnTo>
                <a:lnTo>
                  <a:pt x="482600" y="96646"/>
                </a:lnTo>
                <a:lnTo>
                  <a:pt x="486663" y="92837"/>
                </a:lnTo>
                <a:lnTo>
                  <a:pt x="487680" y="90296"/>
                </a:lnTo>
                <a:lnTo>
                  <a:pt x="487680" y="80771"/>
                </a:lnTo>
                <a:lnTo>
                  <a:pt x="484124" y="74549"/>
                </a:lnTo>
                <a:lnTo>
                  <a:pt x="476884" y="68579"/>
                </a:lnTo>
                <a:lnTo>
                  <a:pt x="476121" y="68071"/>
                </a:lnTo>
                <a:close/>
              </a:path>
              <a:path w="570230" h="180340">
                <a:moveTo>
                  <a:pt x="540131" y="25780"/>
                </a:moveTo>
                <a:lnTo>
                  <a:pt x="536320" y="25780"/>
                </a:lnTo>
                <a:lnTo>
                  <a:pt x="532892" y="34036"/>
                </a:lnTo>
                <a:lnTo>
                  <a:pt x="530225" y="39877"/>
                </a:lnTo>
                <a:lnTo>
                  <a:pt x="501522" y="67690"/>
                </a:lnTo>
                <a:lnTo>
                  <a:pt x="501522" y="71754"/>
                </a:lnTo>
                <a:lnTo>
                  <a:pt x="519556" y="71881"/>
                </a:lnTo>
                <a:lnTo>
                  <a:pt x="519556" y="156590"/>
                </a:lnTo>
                <a:lnTo>
                  <a:pt x="520445" y="162687"/>
                </a:lnTo>
                <a:lnTo>
                  <a:pt x="522096" y="166624"/>
                </a:lnTo>
                <a:lnTo>
                  <a:pt x="523875" y="170561"/>
                </a:lnTo>
                <a:lnTo>
                  <a:pt x="526542" y="173608"/>
                </a:lnTo>
                <a:lnTo>
                  <a:pt x="530225" y="175640"/>
                </a:lnTo>
                <a:lnTo>
                  <a:pt x="533907" y="177800"/>
                </a:lnTo>
                <a:lnTo>
                  <a:pt x="537590" y="178815"/>
                </a:lnTo>
                <a:lnTo>
                  <a:pt x="546988" y="178815"/>
                </a:lnTo>
                <a:lnTo>
                  <a:pt x="552450" y="176783"/>
                </a:lnTo>
                <a:lnTo>
                  <a:pt x="563118" y="168655"/>
                </a:lnTo>
                <a:lnTo>
                  <a:pt x="565854" y="164464"/>
                </a:lnTo>
                <a:lnTo>
                  <a:pt x="548005" y="164464"/>
                </a:lnTo>
                <a:lnTo>
                  <a:pt x="545338" y="163194"/>
                </a:lnTo>
                <a:lnTo>
                  <a:pt x="541146" y="157987"/>
                </a:lnTo>
                <a:lnTo>
                  <a:pt x="540003" y="153035"/>
                </a:lnTo>
                <a:lnTo>
                  <a:pt x="540131" y="71881"/>
                </a:lnTo>
                <a:lnTo>
                  <a:pt x="566674" y="71881"/>
                </a:lnTo>
                <a:lnTo>
                  <a:pt x="566674" y="63118"/>
                </a:lnTo>
                <a:lnTo>
                  <a:pt x="540131" y="63118"/>
                </a:lnTo>
                <a:lnTo>
                  <a:pt x="540131" y="25780"/>
                </a:lnTo>
                <a:close/>
              </a:path>
              <a:path w="570230" h="180340">
                <a:moveTo>
                  <a:pt x="570102" y="154431"/>
                </a:moveTo>
                <a:lnTo>
                  <a:pt x="565276" y="154431"/>
                </a:lnTo>
                <a:lnTo>
                  <a:pt x="563880" y="157733"/>
                </a:lnTo>
                <a:lnTo>
                  <a:pt x="561847" y="160146"/>
                </a:lnTo>
                <a:lnTo>
                  <a:pt x="559307" y="161925"/>
                </a:lnTo>
                <a:lnTo>
                  <a:pt x="556768" y="163575"/>
                </a:lnTo>
                <a:lnTo>
                  <a:pt x="554101" y="164464"/>
                </a:lnTo>
                <a:lnTo>
                  <a:pt x="565854" y="164464"/>
                </a:lnTo>
                <a:lnTo>
                  <a:pt x="567182" y="162432"/>
                </a:lnTo>
                <a:lnTo>
                  <a:pt x="570102" y="154431"/>
                </a:lnTo>
                <a:close/>
              </a:path>
            </a:pathLst>
          </a:custGeom>
          <a:solidFill>
            <a:srgbClr val="000000"/>
          </a:solidFill>
        </p:spPr>
        <p:txBody>
          <a:bodyPr wrap="square" lIns="0" tIns="0" rIns="0" bIns="0" rtlCol="0"/>
          <a:lstStyle/>
          <a:p>
            <a:endParaRPr/>
          </a:p>
        </p:txBody>
      </p:sp>
      <p:pic>
        <p:nvPicPr>
          <p:cNvPr id="6" name="object 6"/>
          <p:cNvPicPr/>
          <p:nvPr/>
        </p:nvPicPr>
        <p:blipFill>
          <a:blip r:embed="rId4" cstate="print"/>
          <a:stretch>
            <a:fillRect/>
          </a:stretch>
        </p:blipFill>
        <p:spPr>
          <a:xfrm>
            <a:off x="3045079" y="1330197"/>
            <a:ext cx="708532" cy="154559"/>
          </a:xfrm>
          <a:prstGeom prst="rect">
            <a:avLst/>
          </a:prstGeom>
        </p:spPr>
      </p:pic>
      <p:pic>
        <p:nvPicPr>
          <p:cNvPr id="7" name="object 7"/>
          <p:cNvPicPr/>
          <p:nvPr/>
        </p:nvPicPr>
        <p:blipFill>
          <a:blip r:embed="rId5" cstate="print"/>
          <a:stretch>
            <a:fillRect/>
          </a:stretch>
        </p:blipFill>
        <p:spPr>
          <a:xfrm>
            <a:off x="3908678" y="1330578"/>
            <a:ext cx="751205" cy="193801"/>
          </a:xfrm>
          <a:prstGeom prst="rect">
            <a:avLst/>
          </a:prstGeom>
        </p:spPr>
      </p:pic>
      <p:sp>
        <p:nvSpPr>
          <p:cNvPr id="8" name="object 8"/>
          <p:cNvSpPr/>
          <p:nvPr/>
        </p:nvSpPr>
        <p:spPr>
          <a:xfrm>
            <a:off x="4836159" y="1364996"/>
            <a:ext cx="292100" cy="121285"/>
          </a:xfrm>
          <a:custGeom>
            <a:avLst/>
            <a:gdLst/>
            <a:ahLst/>
            <a:cxnLst/>
            <a:rect l="l" t="t" r="r" b="b"/>
            <a:pathLst>
              <a:path w="292100" h="121284">
                <a:moveTo>
                  <a:pt x="75818" y="7619"/>
                </a:moveTo>
                <a:lnTo>
                  <a:pt x="49149" y="7619"/>
                </a:lnTo>
                <a:lnTo>
                  <a:pt x="54355" y="9651"/>
                </a:lnTo>
                <a:lnTo>
                  <a:pt x="61594" y="18161"/>
                </a:lnTo>
                <a:lnTo>
                  <a:pt x="63373" y="25907"/>
                </a:lnTo>
                <a:lnTo>
                  <a:pt x="63373" y="41782"/>
                </a:lnTo>
                <a:lnTo>
                  <a:pt x="49752" y="46904"/>
                </a:lnTo>
                <a:lnTo>
                  <a:pt x="38226" y="51609"/>
                </a:lnTo>
                <a:lnTo>
                  <a:pt x="3682" y="75818"/>
                </a:lnTo>
                <a:lnTo>
                  <a:pt x="0" y="84581"/>
                </a:lnTo>
                <a:lnTo>
                  <a:pt x="0" y="98932"/>
                </a:lnTo>
                <a:lnTo>
                  <a:pt x="2539" y="106044"/>
                </a:lnTo>
                <a:lnTo>
                  <a:pt x="7738" y="111505"/>
                </a:lnTo>
                <a:lnTo>
                  <a:pt x="12700" y="116839"/>
                </a:lnTo>
                <a:lnTo>
                  <a:pt x="19176" y="119506"/>
                </a:lnTo>
                <a:lnTo>
                  <a:pt x="32130" y="119506"/>
                </a:lnTo>
                <a:lnTo>
                  <a:pt x="57696" y="105155"/>
                </a:lnTo>
                <a:lnTo>
                  <a:pt x="33909" y="105155"/>
                </a:lnTo>
                <a:lnTo>
                  <a:pt x="29717" y="103124"/>
                </a:lnTo>
                <a:lnTo>
                  <a:pt x="22605" y="95250"/>
                </a:lnTo>
                <a:lnTo>
                  <a:pt x="20827" y="90296"/>
                </a:lnTo>
                <a:lnTo>
                  <a:pt x="20827" y="79628"/>
                </a:lnTo>
                <a:lnTo>
                  <a:pt x="22225" y="75311"/>
                </a:lnTo>
                <a:lnTo>
                  <a:pt x="25145" y="71374"/>
                </a:lnTo>
                <a:lnTo>
                  <a:pt x="27939" y="67309"/>
                </a:lnTo>
                <a:lnTo>
                  <a:pt x="63373" y="49402"/>
                </a:lnTo>
                <a:lnTo>
                  <a:pt x="83912" y="49402"/>
                </a:lnTo>
                <a:lnTo>
                  <a:pt x="83947" y="28066"/>
                </a:lnTo>
                <a:lnTo>
                  <a:pt x="83185" y="20700"/>
                </a:lnTo>
                <a:lnTo>
                  <a:pt x="81661" y="17144"/>
                </a:lnTo>
                <a:lnTo>
                  <a:pt x="79375" y="11683"/>
                </a:lnTo>
                <a:lnTo>
                  <a:pt x="75818" y="7619"/>
                </a:lnTo>
                <a:close/>
              </a:path>
              <a:path w="292100" h="121284">
                <a:moveTo>
                  <a:pt x="85187" y="100837"/>
                </a:moveTo>
                <a:lnTo>
                  <a:pt x="63373" y="100837"/>
                </a:lnTo>
                <a:lnTo>
                  <a:pt x="63373" y="107568"/>
                </a:lnTo>
                <a:lnTo>
                  <a:pt x="64642" y="112394"/>
                </a:lnTo>
                <a:lnTo>
                  <a:pt x="69468" y="117982"/>
                </a:lnTo>
                <a:lnTo>
                  <a:pt x="72643" y="119379"/>
                </a:lnTo>
                <a:lnTo>
                  <a:pt x="76707" y="119379"/>
                </a:lnTo>
                <a:lnTo>
                  <a:pt x="83161" y="118286"/>
                </a:lnTo>
                <a:lnTo>
                  <a:pt x="89757" y="114823"/>
                </a:lnTo>
                <a:lnTo>
                  <a:pt x="96496" y="109003"/>
                </a:lnTo>
                <a:lnTo>
                  <a:pt x="100916" y="103758"/>
                </a:lnTo>
                <a:lnTo>
                  <a:pt x="88518" y="103758"/>
                </a:lnTo>
                <a:lnTo>
                  <a:pt x="87502" y="103377"/>
                </a:lnTo>
                <a:lnTo>
                  <a:pt x="85598" y="101726"/>
                </a:lnTo>
                <a:lnTo>
                  <a:pt x="85187" y="100837"/>
                </a:lnTo>
                <a:close/>
              </a:path>
              <a:path w="292100" h="121284">
                <a:moveTo>
                  <a:pt x="83912" y="49402"/>
                </a:moveTo>
                <a:lnTo>
                  <a:pt x="63373" y="49402"/>
                </a:lnTo>
                <a:lnTo>
                  <a:pt x="63373" y="92709"/>
                </a:lnTo>
                <a:lnTo>
                  <a:pt x="56036" y="98137"/>
                </a:lnTo>
                <a:lnTo>
                  <a:pt x="49450" y="102028"/>
                </a:lnTo>
                <a:lnTo>
                  <a:pt x="43602" y="104372"/>
                </a:lnTo>
                <a:lnTo>
                  <a:pt x="38480" y="105155"/>
                </a:lnTo>
                <a:lnTo>
                  <a:pt x="57696" y="105155"/>
                </a:lnTo>
                <a:lnTo>
                  <a:pt x="63373" y="100837"/>
                </a:lnTo>
                <a:lnTo>
                  <a:pt x="85187" y="100837"/>
                </a:lnTo>
                <a:lnTo>
                  <a:pt x="84836" y="100075"/>
                </a:lnTo>
                <a:lnTo>
                  <a:pt x="84074" y="95250"/>
                </a:lnTo>
                <a:lnTo>
                  <a:pt x="83887" y="90296"/>
                </a:lnTo>
                <a:lnTo>
                  <a:pt x="83912" y="49402"/>
                </a:lnTo>
                <a:close/>
              </a:path>
              <a:path w="292100" h="121284">
                <a:moveTo>
                  <a:pt x="103377" y="93852"/>
                </a:moveTo>
                <a:lnTo>
                  <a:pt x="98425" y="98805"/>
                </a:lnTo>
                <a:lnTo>
                  <a:pt x="94995" y="101853"/>
                </a:lnTo>
                <a:lnTo>
                  <a:pt x="92328" y="103504"/>
                </a:lnTo>
                <a:lnTo>
                  <a:pt x="91186" y="103758"/>
                </a:lnTo>
                <a:lnTo>
                  <a:pt x="100916" y="103758"/>
                </a:lnTo>
                <a:lnTo>
                  <a:pt x="103377" y="100837"/>
                </a:lnTo>
                <a:lnTo>
                  <a:pt x="103377" y="93852"/>
                </a:lnTo>
                <a:close/>
              </a:path>
              <a:path w="292100" h="121284">
                <a:moveTo>
                  <a:pt x="45974" y="0"/>
                </a:moveTo>
                <a:lnTo>
                  <a:pt x="8000" y="14858"/>
                </a:lnTo>
                <a:lnTo>
                  <a:pt x="4317" y="21462"/>
                </a:lnTo>
                <a:lnTo>
                  <a:pt x="4406" y="32512"/>
                </a:lnTo>
                <a:lnTo>
                  <a:pt x="5334" y="35178"/>
                </a:lnTo>
                <a:lnTo>
                  <a:pt x="7238" y="37337"/>
                </a:lnTo>
                <a:lnTo>
                  <a:pt x="9270" y="39496"/>
                </a:lnTo>
                <a:lnTo>
                  <a:pt x="11684" y="40639"/>
                </a:lnTo>
                <a:lnTo>
                  <a:pt x="17906" y="40639"/>
                </a:lnTo>
                <a:lnTo>
                  <a:pt x="25145" y="21462"/>
                </a:lnTo>
                <a:lnTo>
                  <a:pt x="25145" y="17779"/>
                </a:lnTo>
                <a:lnTo>
                  <a:pt x="26669" y="14604"/>
                </a:lnTo>
                <a:lnTo>
                  <a:pt x="29844" y="11811"/>
                </a:lnTo>
                <a:lnTo>
                  <a:pt x="32892" y="9016"/>
                </a:lnTo>
                <a:lnTo>
                  <a:pt x="37084" y="7619"/>
                </a:lnTo>
                <a:lnTo>
                  <a:pt x="75818" y="7619"/>
                </a:lnTo>
                <a:lnTo>
                  <a:pt x="70865" y="5079"/>
                </a:lnTo>
                <a:lnTo>
                  <a:pt x="65672" y="2839"/>
                </a:lnTo>
                <a:lnTo>
                  <a:pt x="59801" y="1254"/>
                </a:lnTo>
                <a:lnTo>
                  <a:pt x="53238" y="311"/>
                </a:lnTo>
                <a:lnTo>
                  <a:pt x="45974" y="0"/>
                </a:lnTo>
                <a:close/>
              </a:path>
              <a:path w="292100" h="121284">
                <a:moveTo>
                  <a:pt x="163322" y="112775"/>
                </a:moveTo>
                <a:lnTo>
                  <a:pt x="105028" y="112775"/>
                </a:lnTo>
                <a:lnTo>
                  <a:pt x="105028" y="117220"/>
                </a:lnTo>
                <a:lnTo>
                  <a:pt x="163322" y="117220"/>
                </a:lnTo>
                <a:lnTo>
                  <a:pt x="163322" y="112775"/>
                </a:lnTo>
                <a:close/>
              </a:path>
              <a:path w="292100" h="121284">
                <a:moveTo>
                  <a:pt x="143510" y="16509"/>
                </a:moveTo>
                <a:lnTo>
                  <a:pt x="115950" y="16509"/>
                </a:lnTo>
                <a:lnTo>
                  <a:pt x="117728" y="17144"/>
                </a:lnTo>
                <a:lnTo>
                  <a:pt x="119125" y="18287"/>
                </a:lnTo>
                <a:lnTo>
                  <a:pt x="120650" y="19430"/>
                </a:lnTo>
                <a:lnTo>
                  <a:pt x="121665" y="21336"/>
                </a:lnTo>
                <a:lnTo>
                  <a:pt x="122681" y="26415"/>
                </a:lnTo>
                <a:lnTo>
                  <a:pt x="122936" y="34289"/>
                </a:lnTo>
                <a:lnTo>
                  <a:pt x="122936" y="98298"/>
                </a:lnTo>
                <a:lnTo>
                  <a:pt x="117982" y="109981"/>
                </a:lnTo>
                <a:lnTo>
                  <a:pt x="115062" y="111887"/>
                </a:lnTo>
                <a:lnTo>
                  <a:pt x="110743" y="112775"/>
                </a:lnTo>
                <a:lnTo>
                  <a:pt x="158114" y="112775"/>
                </a:lnTo>
                <a:lnTo>
                  <a:pt x="154177" y="112013"/>
                </a:lnTo>
                <a:lnTo>
                  <a:pt x="151511" y="110489"/>
                </a:lnTo>
                <a:lnTo>
                  <a:pt x="148716" y="109092"/>
                </a:lnTo>
                <a:lnTo>
                  <a:pt x="146812" y="107187"/>
                </a:lnTo>
                <a:lnTo>
                  <a:pt x="145795" y="104901"/>
                </a:lnTo>
                <a:lnTo>
                  <a:pt x="144144" y="101726"/>
                </a:lnTo>
                <a:lnTo>
                  <a:pt x="143382" y="96900"/>
                </a:lnTo>
                <a:lnTo>
                  <a:pt x="143382" y="90677"/>
                </a:lnTo>
                <a:lnTo>
                  <a:pt x="143510" y="36067"/>
                </a:lnTo>
                <a:lnTo>
                  <a:pt x="147447" y="28320"/>
                </a:lnTo>
                <a:lnTo>
                  <a:pt x="149265" y="25653"/>
                </a:lnTo>
                <a:lnTo>
                  <a:pt x="143510" y="25653"/>
                </a:lnTo>
                <a:lnTo>
                  <a:pt x="143510" y="16509"/>
                </a:lnTo>
                <a:close/>
              </a:path>
              <a:path w="292100" h="121284">
                <a:moveTo>
                  <a:pt x="177418" y="126"/>
                </a:moveTo>
                <a:lnTo>
                  <a:pt x="172847" y="126"/>
                </a:lnTo>
                <a:lnTo>
                  <a:pt x="165369" y="1722"/>
                </a:lnTo>
                <a:lnTo>
                  <a:pt x="157988" y="6508"/>
                </a:lnTo>
                <a:lnTo>
                  <a:pt x="150701" y="14485"/>
                </a:lnTo>
                <a:lnTo>
                  <a:pt x="143510" y="25653"/>
                </a:lnTo>
                <a:lnTo>
                  <a:pt x="149265" y="25653"/>
                </a:lnTo>
                <a:lnTo>
                  <a:pt x="151256" y="22732"/>
                </a:lnTo>
                <a:lnTo>
                  <a:pt x="155066" y="19303"/>
                </a:lnTo>
                <a:lnTo>
                  <a:pt x="156717" y="17652"/>
                </a:lnTo>
                <a:lnTo>
                  <a:pt x="158368" y="16890"/>
                </a:lnTo>
                <a:lnTo>
                  <a:pt x="188594" y="16890"/>
                </a:lnTo>
                <a:lnTo>
                  <a:pt x="188594" y="10287"/>
                </a:lnTo>
                <a:lnTo>
                  <a:pt x="187070" y="6984"/>
                </a:lnTo>
                <a:lnTo>
                  <a:pt x="184150" y="4190"/>
                </a:lnTo>
                <a:lnTo>
                  <a:pt x="181101" y="1524"/>
                </a:lnTo>
                <a:lnTo>
                  <a:pt x="177418" y="126"/>
                </a:lnTo>
                <a:close/>
              </a:path>
              <a:path w="292100" h="121284">
                <a:moveTo>
                  <a:pt x="188594" y="16890"/>
                </a:moveTo>
                <a:lnTo>
                  <a:pt x="161670" y="16890"/>
                </a:lnTo>
                <a:lnTo>
                  <a:pt x="164337" y="18287"/>
                </a:lnTo>
                <a:lnTo>
                  <a:pt x="167893" y="21081"/>
                </a:lnTo>
                <a:lnTo>
                  <a:pt x="171450" y="24002"/>
                </a:lnTo>
                <a:lnTo>
                  <a:pt x="174751" y="25400"/>
                </a:lnTo>
                <a:lnTo>
                  <a:pt x="180593" y="25400"/>
                </a:lnTo>
                <a:lnTo>
                  <a:pt x="183134" y="24256"/>
                </a:lnTo>
                <a:lnTo>
                  <a:pt x="185292" y="22098"/>
                </a:lnTo>
                <a:lnTo>
                  <a:pt x="187451" y="19812"/>
                </a:lnTo>
                <a:lnTo>
                  <a:pt x="188594" y="17144"/>
                </a:lnTo>
                <a:lnTo>
                  <a:pt x="188594" y="16890"/>
                </a:lnTo>
                <a:close/>
              </a:path>
              <a:path w="292100" h="121284">
                <a:moveTo>
                  <a:pt x="143510" y="0"/>
                </a:moveTo>
                <a:lnTo>
                  <a:pt x="138302" y="0"/>
                </a:lnTo>
                <a:lnTo>
                  <a:pt x="103886" y="13969"/>
                </a:lnTo>
                <a:lnTo>
                  <a:pt x="105028" y="18414"/>
                </a:lnTo>
                <a:lnTo>
                  <a:pt x="108330" y="17144"/>
                </a:lnTo>
                <a:lnTo>
                  <a:pt x="111251" y="16509"/>
                </a:lnTo>
                <a:lnTo>
                  <a:pt x="143510" y="16509"/>
                </a:lnTo>
                <a:lnTo>
                  <a:pt x="143510" y="0"/>
                </a:lnTo>
                <a:close/>
              </a:path>
              <a:path w="292100" h="121284">
                <a:moveTo>
                  <a:pt x="248030" y="0"/>
                </a:moveTo>
                <a:lnTo>
                  <a:pt x="210438" y="16255"/>
                </a:lnTo>
                <a:lnTo>
                  <a:pt x="195452" y="61849"/>
                </a:lnTo>
                <a:lnTo>
                  <a:pt x="196359" y="74664"/>
                </a:lnTo>
                <a:lnTo>
                  <a:pt x="217677" y="111775"/>
                </a:lnTo>
                <a:lnTo>
                  <a:pt x="245110" y="120776"/>
                </a:lnTo>
                <a:lnTo>
                  <a:pt x="254156" y="119915"/>
                </a:lnTo>
                <a:lnTo>
                  <a:pt x="262429" y="117316"/>
                </a:lnTo>
                <a:lnTo>
                  <a:pt x="269916" y="112954"/>
                </a:lnTo>
                <a:lnTo>
                  <a:pt x="276605" y="106806"/>
                </a:lnTo>
                <a:lnTo>
                  <a:pt x="281511" y="100583"/>
                </a:lnTo>
                <a:lnTo>
                  <a:pt x="254635" y="100583"/>
                </a:lnTo>
                <a:lnTo>
                  <a:pt x="246463" y="99679"/>
                </a:lnTo>
                <a:lnTo>
                  <a:pt x="216074" y="68945"/>
                </a:lnTo>
                <a:lnTo>
                  <a:pt x="213105" y="46354"/>
                </a:lnTo>
                <a:lnTo>
                  <a:pt x="291718" y="46354"/>
                </a:lnTo>
                <a:lnTo>
                  <a:pt x="291168" y="39115"/>
                </a:lnTo>
                <a:lnTo>
                  <a:pt x="213105" y="39115"/>
                </a:lnTo>
                <a:lnTo>
                  <a:pt x="213994" y="29590"/>
                </a:lnTo>
                <a:lnTo>
                  <a:pt x="217169" y="22225"/>
                </a:lnTo>
                <a:lnTo>
                  <a:pt x="222630" y="16763"/>
                </a:lnTo>
                <a:lnTo>
                  <a:pt x="228091" y="11429"/>
                </a:lnTo>
                <a:lnTo>
                  <a:pt x="234187" y="8762"/>
                </a:lnTo>
                <a:lnTo>
                  <a:pt x="274955" y="8762"/>
                </a:lnTo>
                <a:lnTo>
                  <a:pt x="272926" y="7072"/>
                </a:lnTo>
                <a:lnTo>
                  <a:pt x="265493" y="3143"/>
                </a:lnTo>
                <a:lnTo>
                  <a:pt x="257202" y="785"/>
                </a:lnTo>
                <a:lnTo>
                  <a:pt x="248030" y="0"/>
                </a:lnTo>
                <a:close/>
              </a:path>
              <a:path w="292100" h="121284">
                <a:moveTo>
                  <a:pt x="287909" y="73405"/>
                </a:moveTo>
                <a:lnTo>
                  <a:pt x="284099" y="83312"/>
                </a:lnTo>
                <a:lnTo>
                  <a:pt x="279526" y="90296"/>
                </a:lnTo>
                <a:lnTo>
                  <a:pt x="268477" y="98551"/>
                </a:lnTo>
                <a:lnTo>
                  <a:pt x="262000" y="100583"/>
                </a:lnTo>
                <a:lnTo>
                  <a:pt x="281511" y="100583"/>
                </a:lnTo>
                <a:lnTo>
                  <a:pt x="282253" y="99643"/>
                </a:lnTo>
                <a:lnTo>
                  <a:pt x="286638" y="92075"/>
                </a:lnTo>
                <a:lnTo>
                  <a:pt x="289786" y="84125"/>
                </a:lnTo>
                <a:lnTo>
                  <a:pt x="291718" y="75818"/>
                </a:lnTo>
                <a:lnTo>
                  <a:pt x="287909" y="73405"/>
                </a:lnTo>
                <a:close/>
              </a:path>
              <a:path w="292100" h="121284">
                <a:moveTo>
                  <a:pt x="274955" y="8762"/>
                </a:moveTo>
                <a:lnTo>
                  <a:pt x="245617" y="8762"/>
                </a:lnTo>
                <a:lnTo>
                  <a:pt x="249809" y="10159"/>
                </a:lnTo>
                <a:lnTo>
                  <a:pt x="254000" y="12826"/>
                </a:lnTo>
                <a:lnTo>
                  <a:pt x="258063" y="15493"/>
                </a:lnTo>
                <a:lnTo>
                  <a:pt x="261112" y="19050"/>
                </a:lnTo>
                <a:lnTo>
                  <a:pt x="263143" y="23749"/>
                </a:lnTo>
                <a:lnTo>
                  <a:pt x="264540" y="26669"/>
                </a:lnTo>
                <a:lnTo>
                  <a:pt x="265429" y="31876"/>
                </a:lnTo>
                <a:lnTo>
                  <a:pt x="265811" y="39115"/>
                </a:lnTo>
                <a:lnTo>
                  <a:pt x="291168" y="39115"/>
                </a:lnTo>
                <a:lnTo>
                  <a:pt x="290957" y="36325"/>
                </a:lnTo>
                <a:lnTo>
                  <a:pt x="288671" y="27368"/>
                </a:lnTo>
                <a:lnTo>
                  <a:pt x="284861" y="19458"/>
                </a:lnTo>
                <a:lnTo>
                  <a:pt x="279526" y="12573"/>
                </a:lnTo>
                <a:lnTo>
                  <a:pt x="274955" y="8762"/>
                </a:lnTo>
                <a:close/>
              </a:path>
            </a:pathLst>
          </a:custGeom>
          <a:solidFill>
            <a:srgbClr val="000000"/>
          </a:solidFill>
        </p:spPr>
        <p:txBody>
          <a:bodyPr wrap="square" lIns="0" tIns="0" rIns="0" bIns="0" rtlCol="0"/>
          <a:lstStyle/>
          <a:p>
            <a:endParaRPr/>
          </a:p>
        </p:txBody>
      </p:sp>
      <p:pic>
        <p:nvPicPr>
          <p:cNvPr id="9" name="object 9"/>
          <p:cNvPicPr/>
          <p:nvPr/>
        </p:nvPicPr>
        <p:blipFill>
          <a:blip r:embed="rId6" cstate="print"/>
          <a:stretch>
            <a:fillRect/>
          </a:stretch>
        </p:blipFill>
        <p:spPr>
          <a:xfrm>
            <a:off x="5298313" y="1305813"/>
            <a:ext cx="914019" cy="180594"/>
          </a:xfrm>
          <a:prstGeom prst="rect">
            <a:avLst/>
          </a:prstGeom>
        </p:spPr>
      </p:pic>
      <p:pic>
        <p:nvPicPr>
          <p:cNvPr id="10" name="object 10"/>
          <p:cNvPicPr/>
          <p:nvPr/>
        </p:nvPicPr>
        <p:blipFill>
          <a:blip r:embed="rId7" cstate="print"/>
          <a:stretch>
            <a:fillRect/>
          </a:stretch>
        </p:blipFill>
        <p:spPr>
          <a:xfrm>
            <a:off x="6377813" y="1306449"/>
            <a:ext cx="744567" cy="180593"/>
          </a:xfrm>
          <a:prstGeom prst="rect">
            <a:avLst/>
          </a:prstGeom>
        </p:spPr>
      </p:pic>
      <p:sp>
        <p:nvSpPr>
          <p:cNvPr id="11" name="object 11"/>
          <p:cNvSpPr/>
          <p:nvPr/>
        </p:nvSpPr>
        <p:spPr>
          <a:xfrm>
            <a:off x="7286243" y="1307083"/>
            <a:ext cx="378460" cy="179705"/>
          </a:xfrm>
          <a:custGeom>
            <a:avLst/>
            <a:gdLst/>
            <a:ahLst/>
            <a:cxnLst/>
            <a:rect l="l" t="t" r="r" b="b"/>
            <a:pathLst>
              <a:path w="378459" h="179705">
                <a:moveTo>
                  <a:pt x="38607" y="71500"/>
                </a:moveTo>
                <a:lnTo>
                  <a:pt x="18033" y="71500"/>
                </a:lnTo>
                <a:lnTo>
                  <a:pt x="18033" y="156210"/>
                </a:lnTo>
                <a:lnTo>
                  <a:pt x="36067" y="178562"/>
                </a:lnTo>
                <a:lnTo>
                  <a:pt x="45465" y="178562"/>
                </a:lnTo>
                <a:lnTo>
                  <a:pt x="50926" y="176529"/>
                </a:lnTo>
                <a:lnTo>
                  <a:pt x="56260" y="172338"/>
                </a:lnTo>
                <a:lnTo>
                  <a:pt x="61595" y="168275"/>
                </a:lnTo>
                <a:lnTo>
                  <a:pt x="64389" y="164083"/>
                </a:lnTo>
                <a:lnTo>
                  <a:pt x="46481" y="164083"/>
                </a:lnTo>
                <a:lnTo>
                  <a:pt x="43814" y="162813"/>
                </a:lnTo>
                <a:lnTo>
                  <a:pt x="41655" y="160274"/>
                </a:lnTo>
                <a:lnTo>
                  <a:pt x="39624" y="157733"/>
                </a:lnTo>
                <a:lnTo>
                  <a:pt x="38480" y="152653"/>
                </a:lnTo>
                <a:lnTo>
                  <a:pt x="38607" y="71500"/>
                </a:lnTo>
                <a:close/>
              </a:path>
              <a:path w="378459" h="179705">
                <a:moveTo>
                  <a:pt x="170450" y="74549"/>
                </a:moveTo>
                <a:lnTo>
                  <a:pt x="139953" y="74549"/>
                </a:lnTo>
                <a:lnTo>
                  <a:pt x="143382" y="75564"/>
                </a:lnTo>
                <a:lnTo>
                  <a:pt x="146176" y="77469"/>
                </a:lnTo>
                <a:lnTo>
                  <a:pt x="154177" y="98298"/>
                </a:lnTo>
                <a:lnTo>
                  <a:pt x="154137" y="158750"/>
                </a:lnTo>
                <a:lnTo>
                  <a:pt x="149478" y="169799"/>
                </a:lnTo>
                <a:lnTo>
                  <a:pt x="147447" y="171450"/>
                </a:lnTo>
                <a:lnTo>
                  <a:pt x="143763" y="172212"/>
                </a:lnTo>
                <a:lnTo>
                  <a:pt x="135762" y="172212"/>
                </a:lnTo>
                <a:lnTo>
                  <a:pt x="135762" y="176656"/>
                </a:lnTo>
                <a:lnTo>
                  <a:pt x="191770" y="176783"/>
                </a:lnTo>
                <a:lnTo>
                  <a:pt x="191770" y="172338"/>
                </a:lnTo>
                <a:lnTo>
                  <a:pt x="186435" y="172338"/>
                </a:lnTo>
                <a:lnTo>
                  <a:pt x="182752" y="171703"/>
                </a:lnTo>
                <a:lnTo>
                  <a:pt x="174878" y="110743"/>
                </a:lnTo>
                <a:lnTo>
                  <a:pt x="174734" y="101002"/>
                </a:lnTo>
                <a:lnTo>
                  <a:pt x="174291" y="92916"/>
                </a:lnTo>
                <a:lnTo>
                  <a:pt x="173539" y="86473"/>
                </a:lnTo>
                <a:lnTo>
                  <a:pt x="172465" y="81661"/>
                </a:lnTo>
                <a:lnTo>
                  <a:pt x="170450" y="74549"/>
                </a:lnTo>
                <a:close/>
              </a:path>
              <a:path w="378459" h="179705">
                <a:moveTo>
                  <a:pt x="125856" y="172212"/>
                </a:moveTo>
                <a:lnTo>
                  <a:pt x="69469" y="172212"/>
                </a:lnTo>
                <a:lnTo>
                  <a:pt x="69469" y="176656"/>
                </a:lnTo>
                <a:lnTo>
                  <a:pt x="125856" y="176656"/>
                </a:lnTo>
                <a:lnTo>
                  <a:pt x="125856" y="172212"/>
                </a:lnTo>
                <a:close/>
              </a:path>
              <a:path w="378459" h="179705">
                <a:moveTo>
                  <a:pt x="107569" y="16255"/>
                </a:moveTo>
                <a:lnTo>
                  <a:pt x="80136" y="16255"/>
                </a:lnTo>
                <a:lnTo>
                  <a:pt x="81914" y="16763"/>
                </a:lnTo>
                <a:lnTo>
                  <a:pt x="83184" y="17906"/>
                </a:lnTo>
                <a:lnTo>
                  <a:pt x="84454" y="18923"/>
                </a:lnTo>
                <a:lnTo>
                  <a:pt x="85344" y="20954"/>
                </a:lnTo>
                <a:lnTo>
                  <a:pt x="85978" y="24002"/>
                </a:lnTo>
                <a:lnTo>
                  <a:pt x="86613" y="26924"/>
                </a:lnTo>
                <a:lnTo>
                  <a:pt x="86831" y="33781"/>
                </a:lnTo>
                <a:lnTo>
                  <a:pt x="86799" y="158750"/>
                </a:lnTo>
                <a:lnTo>
                  <a:pt x="86359" y="162813"/>
                </a:lnTo>
                <a:lnTo>
                  <a:pt x="84327" y="167386"/>
                </a:lnTo>
                <a:lnTo>
                  <a:pt x="83057" y="169037"/>
                </a:lnTo>
                <a:lnTo>
                  <a:pt x="81406" y="169799"/>
                </a:lnTo>
                <a:lnTo>
                  <a:pt x="78485" y="171450"/>
                </a:lnTo>
                <a:lnTo>
                  <a:pt x="74549" y="172212"/>
                </a:lnTo>
                <a:lnTo>
                  <a:pt x="120014" y="172212"/>
                </a:lnTo>
                <a:lnTo>
                  <a:pt x="115950" y="171576"/>
                </a:lnTo>
                <a:lnTo>
                  <a:pt x="113664" y="170306"/>
                </a:lnTo>
                <a:lnTo>
                  <a:pt x="107562" y="159892"/>
                </a:lnTo>
                <a:lnTo>
                  <a:pt x="107569" y="90804"/>
                </a:lnTo>
                <a:lnTo>
                  <a:pt x="113664" y="84327"/>
                </a:lnTo>
                <a:lnTo>
                  <a:pt x="114855" y="83312"/>
                </a:lnTo>
                <a:lnTo>
                  <a:pt x="107569" y="83312"/>
                </a:lnTo>
                <a:lnTo>
                  <a:pt x="107569" y="16255"/>
                </a:lnTo>
                <a:close/>
              </a:path>
              <a:path w="378459" h="179705">
                <a:moveTo>
                  <a:pt x="68579" y="154050"/>
                </a:moveTo>
                <a:lnTo>
                  <a:pt x="63753" y="154050"/>
                </a:lnTo>
                <a:lnTo>
                  <a:pt x="62356" y="157352"/>
                </a:lnTo>
                <a:lnTo>
                  <a:pt x="60325" y="159892"/>
                </a:lnTo>
                <a:lnTo>
                  <a:pt x="57784" y="161543"/>
                </a:lnTo>
                <a:lnTo>
                  <a:pt x="55245" y="163321"/>
                </a:lnTo>
                <a:lnTo>
                  <a:pt x="52577" y="164083"/>
                </a:lnTo>
                <a:lnTo>
                  <a:pt x="64389" y="164083"/>
                </a:lnTo>
                <a:lnTo>
                  <a:pt x="65658" y="162178"/>
                </a:lnTo>
                <a:lnTo>
                  <a:pt x="68579" y="154050"/>
                </a:lnTo>
                <a:close/>
              </a:path>
              <a:path w="378459" h="179705">
                <a:moveTo>
                  <a:pt x="152019" y="59562"/>
                </a:moveTo>
                <a:lnTo>
                  <a:pt x="140207" y="59562"/>
                </a:lnTo>
                <a:lnTo>
                  <a:pt x="134747" y="60960"/>
                </a:lnTo>
                <a:lnTo>
                  <a:pt x="107569" y="83312"/>
                </a:lnTo>
                <a:lnTo>
                  <a:pt x="114855" y="83312"/>
                </a:lnTo>
                <a:lnTo>
                  <a:pt x="118872" y="79882"/>
                </a:lnTo>
                <a:lnTo>
                  <a:pt x="123316" y="77850"/>
                </a:lnTo>
                <a:lnTo>
                  <a:pt x="127634" y="75691"/>
                </a:lnTo>
                <a:lnTo>
                  <a:pt x="131952" y="74549"/>
                </a:lnTo>
                <a:lnTo>
                  <a:pt x="170450" y="74549"/>
                </a:lnTo>
                <a:lnTo>
                  <a:pt x="170306" y="74040"/>
                </a:lnTo>
                <a:lnTo>
                  <a:pt x="166877" y="68452"/>
                </a:lnTo>
                <a:lnTo>
                  <a:pt x="162178" y="64896"/>
                </a:lnTo>
                <a:lnTo>
                  <a:pt x="157606" y="61340"/>
                </a:lnTo>
                <a:lnTo>
                  <a:pt x="152019" y="59562"/>
                </a:lnTo>
                <a:close/>
              </a:path>
              <a:path w="378459" h="179705">
                <a:moveTo>
                  <a:pt x="38607" y="25400"/>
                </a:moveTo>
                <a:lnTo>
                  <a:pt x="34798" y="25400"/>
                </a:lnTo>
                <a:lnTo>
                  <a:pt x="31369" y="33781"/>
                </a:lnTo>
                <a:lnTo>
                  <a:pt x="28701" y="39496"/>
                </a:lnTo>
                <a:lnTo>
                  <a:pt x="0" y="67437"/>
                </a:lnTo>
                <a:lnTo>
                  <a:pt x="0" y="71500"/>
                </a:lnTo>
                <a:lnTo>
                  <a:pt x="65150" y="71500"/>
                </a:lnTo>
                <a:lnTo>
                  <a:pt x="65150" y="62864"/>
                </a:lnTo>
                <a:lnTo>
                  <a:pt x="38607" y="62864"/>
                </a:lnTo>
                <a:lnTo>
                  <a:pt x="38607" y="25400"/>
                </a:lnTo>
                <a:close/>
              </a:path>
              <a:path w="378459" h="179705">
                <a:moveTo>
                  <a:pt x="107569" y="0"/>
                </a:moveTo>
                <a:lnTo>
                  <a:pt x="101853" y="0"/>
                </a:lnTo>
                <a:lnTo>
                  <a:pt x="67817" y="13842"/>
                </a:lnTo>
                <a:lnTo>
                  <a:pt x="69469" y="18287"/>
                </a:lnTo>
                <a:lnTo>
                  <a:pt x="73405" y="16890"/>
                </a:lnTo>
                <a:lnTo>
                  <a:pt x="76200" y="16255"/>
                </a:lnTo>
                <a:lnTo>
                  <a:pt x="107569" y="16255"/>
                </a:lnTo>
                <a:lnTo>
                  <a:pt x="107569" y="0"/>
                </a:lnTo>
                <a:close/>
              </a:path>
              <a:path w="378459" h="179705">
                <a:moveTo>
                  <a:pt x="278650" y="67182"/>
                </a:moveTo>
                <a:lnTo>
                  <a:pt x="252349" y="67182"/>
                </a:lnTo>
                <a:lnTo>
                  <a:pt x="257555" y="69341"/>
                </a:lnTo>
                <a:lnTo>
                  <a:pt x="261238" y="73532"/>
                </a:lnTo>
                <a:lnTo>
                  <a:pt x="264795" y="77724"/>
                </a:lnTo>
                <a:lnTo>
                  <a:pt x="266573" y="85598"/>
                </a:lnTo>
                <a:lnTo>
                  <a:pt x="266573" y="101345"/>
                </a:lnTo>
                <a:lnTo>
                  <a:pt x="252952" y="106487"/>
                </a:lnTo>
                <a:lnTo>
                  <a:pt x="241426" y="111236"/>
                </a:lnTo>
                <a:lnTo>
                  <a:pt x="206882" y="135381"/>
                </a:lnTo>
                <a:lnTo>
                  <a:pt x="203200" y="144271"/>
                </a:lnTo>
                <a:lnTo>
                  <a:pt x="203200" y="158623"/>
                </a:lnTo>
                <a:lnTo>
                  <a:pt x="205739" y="165607"/>
                </a:lnTo>
                <a:lnTo>
                  <a:pt x="210820" y="171068"/>
                </a:lnTo>
                <a:lnTo>
                  <a:pt x="215900" y="176402"/>
                </a:lnTo>
                <a:lnTo>
                  <a:pt x="222376" y="179196"/>
                </a:lnTo>
                <a:lnTo>
                  <a:pt x="235330" y="179196"/>
                </a:lnTo>
                <a:lnTo>
                  <a:pt x="260896" y="164718"/>
                </a:lnTo>
                <a:lnTo>
                  <a:pt x="237108" y="164718"/>
                </a:lnTo>
                <a:lnTo>
                  <a:pt x="232917" y="162813"/>
                </a:lnTo>
                <a:lnTo>
                  <a:pt x="225805" y="154939"/>
                </a:lnTo>
                <a:lnTo>
                  <a:pt x="224027" y="149987"/>
                </a:lnTo>
                <a:lnTo>
                  <a:pt x="224027" y="139191"/>
                </a:lnTo>
                <a:lnTo>
                  <a:pt x="225425" y="134874"/>
                </a:lnTo>
                <a:lnTo>
                  <a:pt x="228346" y="130937"/>
                </a:lnTo>
                <a:lnTo>
                  <a:pt x="231139" y="127000"/>
                </a:lnTo>
                <a:lnTo>
                  <a:pt x="266573" y="108965"/>
                </a:lnTo>
                <a:lnTo>
                  <a:pt x="287113" y="108965"/>
                </a:lnTo>
                <a:lnTo>
                  <a:pt x="287147" y="87629"/>
                </a:lnTo>
                <a:lnTo>
                  <a:pt x="286384" y="80390"/>
                </a:lnTo>
                <a:lnTo>
                  <a:pt x="284860" y="76835"/>
                </a:lnTo>
                <a:lnTo>
                  <a:pt x="282575" y="71246"/>
                </a:lnTo>
                <a:lnTo>
                  <a:pt x="278891" y="67310"/>
                </a:lnTo>
                <a:lnTo>
                  <a:pt x="278650" y="67182"/>
                </a:lnTo>
                <a:close/>
              </a:path>
              <a:path w="378459" h="179705">
                <a:moveTo>
                  <a:pt x="288387" y="160400"/>
                </a:moveTo>
                <a:lnTo>
                  <a:pt x="266573" y="160400"/>
                </a:lnTo>
                <a:lnTo>
                  <a:pt x="266573" y="167131"/>
                </a:lnTo>
                <a:lnTo>
                  <a:pt x="267842" y="171957"/>
                </a:lnTo>
                <a:lnTo>
                  <a:pt x="270255" y="174878"/>
                </a:lnTo>
                <a:lnTo>
                  <a:pt x="272669" y="177673"/>
                </a:lnTo>
                <a:lnTo>
                  <a:pt x="275844" y="179069"/>
                </a:lnTo>
                <a:lnTo>
                  <a:pt x="279907" y="179069"/>
                </a:lnTo>
                <a:lnTo>
                  <a:pt x="286361" y="177903"/>
                </a:lnTo>
                <a:lnTo>
                  <a:pt x="292957" y="174402"/>
                </a:lnTo>
                <a:lnTo>
                  <a:pt x="299696" y="168568"/>
                </a:lnTo>
                <a:lnTo>
                  <a:pt x="304009" y="163449"/>
                </a:lnTo>
                <a:lnTo>
                  <a:pt x="291719" y="163449"/>
                </a:lnTo>
                <a:lnTo>
                  <a:pt x="290702" y="162940"/>
                </a:lnTo>
                <a:lnTo>
                  <a:pt x="289686" y="162178"/>
                </a:lnTo>
                <a:lnTo>
                  <a:pt x="288798" y="161289"/>
                </a:lnTo>
                <a:lnTo>
                  <a:pt x="288387" y="160400"/>
                </a:lnTo>
                <a:close/>
              </a:path>
              <a:path w="378459" h="179705">
                <a:moveTo>
                  <a:pt x="287113" y="108965"/>
                </a:moveTo>
                <a:lnTo>
                  <a:pt x="266573" y="108965"/>
                </a:lnTo>
                <a:lnTo>
                  <a:pt x="266573" y="152273"/>
                </a:lnTo>
                <a:lnTo>
                  <a:pt x="259236" y="157753"/>
                </a:lnTo>
                <a:lnTo>
                  <a:pt x="252650" y="161639"/>
                </a:lnTo>
                <a:lnTo>
                  <a:pt x="246802" y="163953"/>
                </a:lnTo>
                <a:lnTo>
                  <a:pt x="241680" y="164718"/>
                </a:lnTo>
                <a:lnTo>
                  <a:pt x="260896" y="164718"/>
                </a:lnTo>
                <a:lnTo>
                  <a:pt x="266573" y="160400"/>
                </a:lnTo>
                <a:lnTo>
                  <a:pt x="288387" y="160400"/>
                </a:lnTo>
                <a:lnTo>
                  <a:pt x="288035" y="159638"/>
                </a:lnTo>
                <a:lnTo>
                  <a:pt x="287294" y="154939"/>
                </a:lnTo>
                <a:lnTo>
                  <a:pt x="287088" y="149987"/>
                </a:lnTo>
                <a:lnTo>
                  <a:pt x="287113" y="108965"/>
                </a:lnTo>
                <a:close/>
              </a:path>
              <a:path w="378459" h="179705">
                <a:moveTo>
                  <a:pt x="306577" y="153415"/>
                </a:moveTo>
                <a:lnTo>
                  <a:pt x="294385" y="163449"/>
                </a:lnTo>
                <a:lnTo>
                  <a:pt x="304009" y="163449"/>
                </a:lnTo>
                <a:lnTo>
                  <a:pt x="306577" y="160400"/>
                </a:lnTo>
                <a:lnTo>
                  <a:pt x="306577" y="153415"/>
                </a:lnTo>
                <a:close/>
              </a:path>
              <a:path w="378459" h="179705">
                <a:moveTo>
                  <a:pt x="249174" y="59562"/>
                </a:moveTo>
                <a:lnTo>
                  <a:pt x="211200" y="74549"/>
                </a:lnTo>
                <a:lnTo>
                  <a:pt x="207517" y="81025"/>
                </a:lnTo>
                <a:lnTo>
                  <a:pt x="207562" y="92075"/>
                </a:lnTo>
                <a:lnTo>
                  <a:pt x="208533" y="94868"/>
                </a:lnTo>
                <a:lnTo>
                  <a:pt x="210558" y="97154"/>
                </a:lnTo>
                <a:lnTo>
                  <a:pt x="212471" y="99187"/>
                </a:lnTo>
                <a:lnTo>
                  <a:pt x="214883" y="100202"/>
                </a:lnTo>
                <a:lnTo>
                  <a:pt x="221106" y="100202"/>
                </a:lnTo>
                <a:lnTo>
                  <a:pt x="228346" y="81025"/>
                </a:lnTo>
                <a:lnTo>
                  <a:pt x="228346" y="77469"/>
                </a:lnTo>
                <a:lnTo>
                  <a:pt x="229870" y="74167"/>
                </a:lnTo>
                <a:lnTo>
                  <a:pt x="233045" y="71374"/>
                </a:lnTo>
                <a:lnTo>
                  <a:pt x="236092" y="68579"/>
                </a:lnTo>
                <a:lnTo>
                  <a:pt x="240283" y="67182"/>
                </a:lnTo>
                <a:lnTo>
                  <a:pt x="278650" y="67182"/>
                </a:lnTo>
                <a:lnTo>
                  <a:pt x="274065" y="64769"/>
                </a:lnTo>
                <a:lnTo>
                  <a:pt x="268872" y="62509"/>
                </a:lnTo>
                <a:lnTo>
                  <a:pt x="263001" y="60880"/>
                </a:lnTo>
                <a:lnTo>
                  <a:pt x="256438" y="59894"/>
                </a:lnTo>
                <a:lnTo>
                  <a:pt x="249174" y="59562"/>
                </a:lnTo>
                <a:close/>
              </a:path>
              <a:path w="378459" h="179705">
                <a:moveTo>
                  <a:pt x="347979" y="71754"/>
                </a:moveTo>
                <a:lnTo>
                  <a:pt x="327405" y="71754"/>
                </a:lnTo>
                <a:lnTo>
                  <a:pt x="327405" y="156463"/>
                </a:lnTo>
                <a:lnTo>
                  <a:pt x="338074" y="175513"/>
                </a:lnTo>
                <a:lnTo>
                  <a:pt x="341756" y="177673"/>
                </a:lnTo>
                <a:lnTo>
                  <a:pt x="345439" y="178688"/>
                </a:lnTo>
                <a:lnTo>
                  <a:pt x="354837" y="178688"/>
                </a:lnTo>
                <a:lnTo>
                  <a:pt x="360299" y="176656"/>
                </a:lnTo>
                <a:lnTo>
                  <a:pt x="370966" y="168528"/>
                </a:lnTo>
                <a:lnTo>
                  <a:pt x="373760" y="164337"/>
                </a:lnTo>
                <a:lnTo>
                  <a:pt x="355853" y="164337"/>
                </a:lnTo>
                <a:lnTo>
                  <a:pt x="353186" y="163067"/>
                </a:lnTo>
                <a:lnTo>
                  <a:pt x="348996" y="157861"/>
                </a:lnTo>
                <a:lnTo>
                  <a:pt x="347852" y="152907"/>
                </a:lnTo>
                <a:lnTo>
                  <a:pt x="347979" y="71754"/>
                </a:lnTo>
                <a:close/>
              </a:path>
              <a:path w="378459" h="179705">
                <a:moveTo>
                  <a:pt x="377951" y="154304"/>
                </a:moveTo>
                <a:lnTo>
                  <a:pt x="373125" y="154304"/>
                </a:lnTo>
                <a:lnTo>
                  <a:pt x="371728" y="157606"/>
                </a:lnTo>
                <a:lnTo>
                  <a:pt x="369697" y="160019"/>
                </a:lnTo>
                <a:lnTo>
                  <a:pt x="367156" y="161798"/>
                </a:lnTo>
                <a:lnTo>
                  <a:pt x="364616" y="163449"/>
                </a:lnTo>
                <a:lnTo>
                  <a:pt x="361950" y="164337"/>
                </a:lnTo>
                <a:lnTo>
                  <a:pt x="373760" y="164337"/>
                </a:lnTo>
                <a:lnTo>
                  <a:pt x="375030" y="162432"/>
                </a:lnTo>
                <a:lnTo>
                  <a:pt x="377951" y="154304"/>
                </a:lnTo>
                <a:close/>
              </a:path>
              <a:path w="378459" h="179705">
                <a:moveTo>
                  <a:pt x="347979" y="25653"/>
                </a:moveTo>
                <a:lnTo>
                  <a:pt x="344170" y="25653"/>
                </a:lnTo>
                <a:lnTo>
                  <a:pt x="340740" y="34036"/>
                </a:lnTo>
                <a:lnTo>
                  <a:pt x="338074" y="39750"/>
                </a:lnTo>
                <a:lnTo>
                  <a:pt x="309372" y="67563"/>
                </a:lnTo>
                <a:lnTo>
                  <a:pt x="309372" y="71754"/>
                </a:lnTo>
                <a:lnTo>
                  <a:pt x="374523" y="71754"/>
                </a:lnTo>
                <a:lnTo>
                  <a:pt x="374523" y="62991"/>
                </a:lnTo>
                <a:lnTo>
                  <a:pt x="347979" y="62991"/>
                </a:lnTo>
                <a:lnTo>
                  <a:pt x="347979" y="25653"/>
                </a:lnTo>
                <a:close/>
              </a:path>
            </a:pathLst>
          </a:custGeom>
          <a:solidFill>
            <a:srgbClr val="000000"/>
          </a:solidFill>
        </p:spPr>
        <p:txBody>
          <a:bodyPr wrap="square" lIns="0" tIns="0" rIns="0" bIns="0" rtlCol="0"/>
          <a:lstStyle/>
          <a:p>
            <a:endParaRPr/>
          </a:p>
        </p:txBody>
      </p:sp>
      <p:sp>
        <p:nvSpPr>
          <p:cNvPr id="12" name="object 12"/>
          <p:cNvSpPr/>
          <p:nvPr/>
        </p:nvSpPr>
        <p:spPr>
          <a:xfrm>
            <a:off x="7825867" y="1333246"/>
            <a:ext cx="753110" cy="154940"/>
          </a:xfrm>
          <a:custGeom>
            <a:avLst/>
            <a:gdLst/>
            <a:ahLst/>
            <a:cxnLst/>
            <a:rect l="l" t="t" r="r" b="b"/>
            <a:pathLst>
              <a:path w="753109" h="154940">
                <a:moveTo>
                  <a:pt x="54355" y="33654"/>
                </a:moveTo>
                <a:lnTo>
                  <a:pt x="16001" y="50418"/>
                </a:lnTo>
                <a:lnTo>
                  <a:pt x="0" y="93979"/>
                </a:lnTo>
                <a:lnTo>
                  <a:pt x="902" y="107152"/>
                </a:lnTo>
                <a:lnTo>
                  <a:pt x="21897" y="145143"/>
                </a:lnTo>
                <a:lnTo>
                  <a:pt x="48132" y="154304"/>
                </a:lnTo>
                <a:lnTo>
                  <a:pt x="56133" y="153544"/>
                </a:lnTo>
                <a:lnTo>
                  <a:pt x="84372" y="135000"/>
                </a:lnTo>
                <a:lnTo>
                  <a:pt x="57150" y="135000"/>
                </a:lnTo>
                <a:lnTo>
                  <a:pt x="49101" y="134024"/>
                </a:lnTo>
                <a:lnTo>
                  <a:pt x="22669" y="102536"/>
                </a:lnTo>
                <a:lnTo>
                  <a:pt x="20192" y="83312"/>
                </a:lnTo>
                <a:lnTo>
                  <a:pt x="20814" y="73808"/>
                </a:lnTo>
                <a:lnTo>
                  <a:pt x="41909" y="42037"/>
                </a:lnTo>
                <a:lnTo>
                  <a:pt x="81162" y="42037"/>
                </a:lnTo>
                <a:lnTo>
                  <a:pt x="76126" y="38637"/>
                </a:lnTo>
                <a:lnTo>
                  <a:pt x="69611" y="35861"/>
                </a:lnTo>
                <a:lnTo>
                  <a:pt x="62358" y="34204"/>
                </a:lnTo>
                <a:lnTo>
                  <a:pt x="54355" y="33654"/>
                </a:lnTo>
                <a:close/>
              </a:path>
              <a:path w="753109" h="154940">
                <a:moveTo>
                  <a:pt x="92328" y="105917"/>
                </a:moveTo>
                <a:lnTo>
                  <a:pt x="88010" y="115950"/>
                </a:lnTo>
                <a:lnTo>
                  <a:pt x="83565" y="122808"/>
                </a:lnTo>
                <a:lnTo>
                  <a:pt x="78993" y="126618"/>
                </a:lnTo>
                <a:lnTo>
                  <a:pt x="72516" y="132206"/>
                </a:lnTo>
                <a:lnTo>
                  <a:pt x="65277" y="135000"/>
                </a:lnTo>
                <a:lnTo>
                  <a:pt x="84372" y="135000"/>
                </a:lnTo>
                <a:lnTo>
                  <a:pt x="89106" y="127523"/>
                </a:lnTo>
                <a:lnTo>
                  <a:pt x="93049" y="118219"/>
                </a:lnTo>
                <a:lnTo>
                  <a:pt x="95884" y="107568"/>
                </a:lnTo>
                <a:lnTo>
                  <a:pt x="92328" y="105917"/>
                </a:lnTo>
                <a:close/>
              </a:path>
              <a:path w="753109" h="154940">
                <a:moveTo>
                  <a:pt x="81162" y="42037"/>
                </a:moveTo>
                <a:lnTo>
                  <a:pt x="55372" y="42037"/>
                </a:lnTo>
                <a:lnTo>
                  <a:pt x="59435" y="43179"/>
                </a:lnTo>
                <a:lnTo>
                  <a:pt x="62356" y="45719"/>
                </a:lnTo>
                <a:lnTo>
                  <a:pt x="65150" y="48259"/>
                </a:lnTo>
                <a:lnTo>
                  <a:pt x="66928" y="52069"/>
                </a:lnTo>
                <a:lnTo>
                  <a:pt x="67309" y="56895"/>
                </a:lnTo>
                <a:lnTo>
                  <a:pt x="67817" y="61849"/>
                </a:lnTo>
                <a:lnTo>
                  <a:pt x="68706" y="65150"/>
                </a:lnTo>
                <a:lnTo>
                  <a:pt x="70103" y="66801"/>
                </a:lnTo>
                <a:lnTo>
                  <a:pt x="72643" y="69976"/>
                </a:lnTo>
                <a:lnTo>
                  <a:pt x="76326" y="71627"/>
                </a:lnTo>
                <a:lnTo>
                  <a:pt x="84835" y="71627"/>
                </a:lnTo>
                <a:lnTo>
                  <a:pt x="87629" y="70612"/>
                </a:lnTo>
                <a:lnTo>
                  <a:pt x="89661" y="68706"/>
                </a:lnTo>
                <a:lnTo>
                  <a:pt x="91693" y="66675"/>
                </a:lnTo>
                <a:lnTo>
                  <a:pt x="92709" y="64134"/>
                </a:lnTo>
                <a:lnTo>
                  <a:pt x="92709" y="54609"/>
                </a:lnTo>
                <a:lnTo>
                  <a:pt x="89153" y="48513"/>
                </a:lnTo>
                <a:lnTo>
                  <a:pt x="81914" y="42544"/>
                </a:lnTo>
                <a:lnTo>
                  <a:pt x="81162" y="42037"/>
                </a:lnTo>
                <a:close/>
              </a:path>
              <a:path w="753109" h="154940">
                <a:moveTo>
                  <a:pt x="166242" y="33781"/>
                </a:moveTo>
                <a:lnTo>
                  <a:pt x="127904" y="50482"/>
                </a:lnTo>
                <a:lnTo>
                  <a:pt x="111621" y="87314"/>
                </a:lnTo>
                <a:lnTo>
                  <a:pt x="111245" y="96682"/>
                </a:lnTo>
                <a:lnTo>
                  <a:pt x="111932" y="105604"/>
                </a:lnTo>
                <a:lnTo>
                  <a:pt x="132143" y="142859"/>
                </a:lnTo>
                <a:lnTo>
                  <a:pt x="164718" y="154431"/>
                </a:lnTo>
                <a:lnTo>
                  <a:pt x="172454" y="153931"/>
                </a:lnTo>
                <a:lnTo>
                  <a:pt x="179831" y="152431"/>
                </a:lnTo>
                <a:lnTo>
                  <a:pt x="186828" y="149931"/>
                </a:lnTo>
                <a:lnTo>
                  <a:pt x="193421" y="146430"/>
                </a:lnTo>
                <a:lnTo>
                  <a:pt x="194655" y="145541"/>
                </a:lnTo>
                <a:lnTo>
                  <a:pt x="170179" y="145541"/>
                </a:lnTo>
                <a:lnTo>
                  <a:pt x="162468" y="144420"/>
                </a:lnTo>
                <a:lnTo>
                  <a:pt x="136715" y="107822"/>
                </a:lnTo>
                <a:lnTo>
                  <a:pt x="134364" y="87135"/>
                </a:lnTo>
                <a:lnTo>
                  <a:pt x="134423" y="79517"/>
                </a:lnTo>
                <a:lnTo>
                  <a:pt x="149098" y="45719"/>
                </a:lnTo>
                <a:lnTo>
                  <a:pt x="153542" y="43052"/>
                </a:lnTo>
                <a:lnTo>
                  <a:pt x="157987" y="41782"/>
                </a:lnTo>
                <a:lnTo>
                  <a:pt x="194513" y="41782"/>
                </a:lnTo>
                <a:lnTo>
                  <a:pt x="189531" y="38655"/>
                </a:lnTo>
                <a:lnTo>
                  <a:pt x="178536" y="34998"/>
                </a:lnTo>
                <a:lnTo>
                  <a:pt x="166242" y="33781"/>
                </a:lnTo>
                <a:close/>
              </a:path>
              <a:path w="753109" h="154940">
                <a:moveTo>
                  <a:pt x="194513" y="41782"/>
                </a:moveTo>
                <a:lnTo>
                  <a:pt x="162305" y="41782"/>
                </a:lnTo>
                <a:lnTo>
                  <a:pt x="168856" y="42541"/>
                </a:lnTo>
                <a:lnTo>
                  <a:pt x="174799" y="44799"/>
                </a:lnTo>
                <a:lnTo>
                  <a:pt x="197056" y="87135"/>
                </a:lnTo>
                <a:lnTo>
                  <a:pt x="197865" y="101473"/>
                </a:lnTo>
                <a:lnTo>
                  <a:pt x="197367" y="112686"/>
                </a:lnTo>
                <a:lnTo>
                  <a:pt x="178180" y="145541"/>
                </a:lnTo>
                <a:lnTo>
                  <a:pt x="194655" y="145541"/>
                </a:lnTo>
                <a:lnTo>
                  <a:pt x="219154" y="107283"/>
                </a:lnTo>
                <a:lnTo>
                  <a:pt x="220979" y="91948"/>
                </a:lnTo>
                <a:lnTo>
                  <a:pt x="220148" y="81397"/>
                </a:lnTo>
                <a:lnTo>
                  <a:pt x="217662" y="71453"/>
                </a:lnTo>
                <a:lnTo>
                  <a:pt x="213532" y="62104"/>
                </a:lnTo>
                <a:lnTo>
                  <a:pt x="207772" y="53339"/>
                </a:lnTo>
                <a:lnTo>
                  <a:pt x="199264" y="44765"/>
                </a:lnTo>
                <a:lnTo>
                  <a:pt x="194513" y="41782"/>
                </a:lnTo>
                <a:close/>
              </a:path>
              <a:path w="753109" h="154940">
                <a:moveTo>
                  <a:pt x="234823" y="146430"/>
                </a:moveTo>
                <a:lnTo>
                  <a:pt x="232409" y="146430"/>
                </a:lnTo>
                <a:lnTo>
                  <a:pt x="232409" y="151002"/>
                </a:lnTo>
                <a:lnTo>
                  <a:pt x="288671" y="151002"/>
                </a:lnTo>
                <a:lnTo>
                  <a:pt x="288671" y="146557"/>
                </a:lnTo>
                <a:lnTo>
                  <a:pt x="240664" y="146557"/>
                </a:lnTo>
                <a:lnTo>
                  <a:pt x="234823" y="146430"/>
                </a:lnTo>
                <a:close/>
              </a:path>
              <a:path w="753109" h="154940">
                <a:moveTo>
                  <a:pt x="355091" y="146557"/>
                </a:moveTo>
                <a:lnTo>
                  <a:pt x="298830" y="146557"/>
                </a:lnTo>
                <a:lnTo>
                  <a:pt x="298830" y="151002"/>
                </a:lnTo>
                <a:lnTo>
                  <a:pt x="355091" y="151002"/>
                </a:lnTo>
                <a:lnTo>
                  <a:pt x="355091" y="146557"/>
                </a:lnTo>
                <a:close/>
              </a:path>
              <a:path w="753109" h="154940">
                <a:moveTo>
                  <a:pt x="270255" y="50291"/>
                </a:moveTo>
                <a:lnTo>
                  <a:pt x="242950" y="50291"/>
                </a:lnTo>
                <a:lnTo>
                  <a:pt x="244601" y="50800"/>
                </a:lnTo>
                <a:lnTo>
                  <a:pt x="245872" y="51942"/>
                </a:lnTo>
                <a:lnTo>
                  <a:pt x="249681" y="133476"/>
                </a:lnTo>
                <a:lnTo>
                  <a:pt x="248665" y="139191"/>
                </a:lnTo>
                <a:lnTo>
                  <a:pt x="244601" y="145033"/>
                </a:lnTo>
                <a:lnTo>
                  <a:pt x="240664" y="146557"/>
                </a:lnTo>
                <a:lnTo>
                  <a:pt x="282448" y="146557"/>
                </a:lnTo>
                <a:lnTo>
                  <a:pt x="278383" y="145923"/>
                </a:lnTo>
                <a:lnTo>
                  <a:pt x="276351" y="144779"/>
                </a:lnTo>
                <a:lnTo>
                  <a:pt x="274319" y="143763"/>
                </a:lnTo>
                <a:lnTo>
                  <a:pt x="272668" y="141986"/>
                </a:lnTo>
                <a:lnTo>
                  <a:pt x="271525" y="139573"/>
                </a:lnTo>
                <a:lnTo>
                  <a:pt x="270636" y="137794"/>
                </a:lnTo>
                <a:lnTo>
                  <a:pt x="270182" y="133476"/>
                </a:lnTo>
                <a:lnTo>
                  <a:pt x="270255" y="65277"/>
                </a:lnTo>
                <a:lnTo>
                  <a:pt x="277592" y="58203"/>
                </a:lnTo>
                <a:lnTo>
                  <a:pt x="278017" y="57912"/>
                </a:lnTo>
                <a:lnTo>
                  <a:pt x="270255" y="57912"/>
                </a:lnTo>
                <a:lnTo>
                  <a:pt x="270255" y="50291"/>
                </a:lnTo>
                <a:close/>
              </a:path>
              <a:path w="753109" h="154940">
                <a:moveTo>
                  <a:pt x="333347" y="49149"/>
                </a:moveTo>
                <a:lnTo>
                  <a:pt x="306069" y="49149"/>
                </a:lnTo>
                <a:lnTo>
                  <a:pt x="310641" y="51434"/>
                </a:lnTo>
                <a:lnTo>
                  <a:pt x="315975" y="60832"/>
                </a:lnTo>
                <a:lnTo>
                  <a:pt x="317246" y="68325"/>
                </a:lnTo>
                <a:lnTo>
                  <a:pt x="317225" y="132461"/>
                </a:lnTo>
                <a:lnTo>
                  <a:pt x="317118" y="135762"/>
                </a:lnTo>
                <a:lnTo>
                  <a:pt x="316737" y="137032"/>
                </a:lnTo>
                <a:lnTo>
                  <a:pt x="315975" y="140080"/>
                </a:lnTo>
                <a:lnTo>
                  <a:pt x="314451" y="142493"/>
                </a:lnTo>
                <a:lnTo>
                  <a:pt x="310260" y="145668"/>
                </a:lnTo>
                <a:lnTo>
                  <a:pt x="306577" y="146557"/>
                </a:lnTo>
                <a:lnTo>
                  <a:pt x="349630" y="146557"/>
                </a:lnTo>
                <a:lnTo>
                  <a:pt x="345948" y="145923"/>
                </a:lnTo>
                <a:lnTo>
                  <a:pt x="341883" y="143637"/>
                </a:lnTo>
                <a:lnTo>
                  <a:pt x="340359" y="141986"/>
                </a:lnTo>
                <a:lnTo>
                  <a:pt x="339471" y="139953"/>
                </a:lnTo>
                <a:lnTo>
                  <a:pt x="338327" y="137413"/>
                </a:lnTo>
                <a:lnTo>
                  <a:pt x="337924" y="133476"/>
                </a:lnTo>
                <a:lnTo>
                  <a:pt x="337819" y="66420"/>
                </a:lnTo>
                <a:lnTo>
                  <a:pt x="336930" y="58800"/>
                </a:lnTo>
                <a:lnTo>
                  <a:pt x="335025" y="53848"/>
                </a:lnTo>
                <a:lnTo>
                  <a:pt x="333347" y="49149"/>
                </a:lnTo>
                <a:close/>
              </a:path>
              <a:path w="753109" h="154940">
                <a:moveTo>
                  <a:pt x="314578" y="33781"/>
                </a:moveTo>
                <a:lnTo>
                  <a:pt x="308355" y="33781"/>
                </a:lnTo>
                <a:lnTo>
                  <a:pt x="299188" y="35284"/>
                </a:lnTo>
                <a:lnTo>
                  <a:pt x="289782" y="39798"/>
                </a:lnTo>
                <a:lnTo>
                  <a:pt x="280138" y="47337"/>
                </a:lnTo>
                <a:lnTo>
                  <a:pt x="270255" y="57912"/>
                </a:lnTo>
                <a:lnTo>
                  <a:pt x="278017" y="57912"/>
                </a:lnTo>
                <a:lnTo>
                  <a:pt x="284940" y="53165"/>
                </a:lnTo>
                <a:lnTo>
                  <a:pt x="292312" y="50151"/>
                </a:lnTo>
                <a:lnTo>
                  <a:pt x="299719" y="49149"/>
                </a:lnTo>
                <a:lnTo>
                  <a:pt x="333347" y="49149"/>
                </a:lnTo>
                <a:lnTo>
                  <a:pt x="332485" y="46736"/>
                </a:lnTo>
                <a:lnTo>
                  <a:pt x="328929" y="41655"/>
                </a:lnTo>
                <a:lnTo>
                  <a:pt x="319912" y="35432"/>
                </a:lnTo>
                <a:lnTo>
                  <a:pt x="314578" y="33781"/>
                </a:lnTo>
                <a:close/>
              </a:path>
              <a:path w="753109" h="154940">
                <a:moveTo>
                  <a:pt x="270255" y="33781"/>
                </a:moveTo>
                <a:lnTo>
                  <a:pt x="264922" y="33781"/>
                </a:lnTo>
                <a:lnTo>
                  <a:pt x="230631" y="47751"/>
                </a:lnTo>
                <a:lnTo>
                  <a:pt x="232409" y="52196"/>
                </a:lnTo>
                <a:lnTo>
                  <a:pt x="235711" y="50926"/>
                </a:lnTo>
                <a:lnTo>
                  <a:pt x="238378" y="50291"/>
                </a:lnTo>
                <a:lnTo>
                  <a:pt x="270255" y="50291"/>
                </a:lnTo>
                <a:lnTo>
                  <a:pt x="270255" y="33781"/>
                </a:lnTo>
                <a:close/>
              </a:path>
              <a:path w="753109" h="154940">
                <a:moveTo>
                  <a:pt x="412750" y="37211"/>
                </a:moveTo>
                <a:lnTo>
                  <a:pt x="359155" y="37211"/>
                </a:lnTo>
                <a:lnTo>
                  <a:pt x="359155" y="41782"/>
                </a:lnTo>
                <a:lnTo>
                  <a:pt x="363347" y="42417"/>
                </a:lnTo>
                <a:lnTo>
                  <a:pt x="366140" y="43179"/>
                </a:lnTo>
                <a:lnTo>
                  <a:pt x="367537" y="43941"/>
                </a:lnTo>
                <a:lnTo>
                  <a:pt x="370077" y="45212"/>
                </a:lnTo>
                <a:lnTo>
                  <a:pt x="372236" y="46862"/>
                </a:lnTo>
                <a:lnTo>
                  <a:pt x="373887" y="48894"/>
                </a:lnTo>
                <a:lnTo>
                  <a:pt x="375538" y="50800"/>
                </a:lnTo>
                <a:lnTo>
                  <a:pt x="377316" y="53975"/>
                </a:lnTo>
                <a:lnTo>
                  <a:pt x="379148" y="58546"/>
                </a:lnTo>
                <a:lnTo>
                  <a:pt x="419607" y="154558"/>
                </a:lnTo>
                <a:lnTo>
                  <a:pt x="424814" y="154558"/>
                </a:lnTo>
                <a:lnTo>
                  <a:pt x="437576" y="123698"/>
                </a:lnTo>
                <a:lnTo>
                  <a:pt x="428371" y="123698"/>
                </a:lnTo>
                <a:lnTo>
                  <a:pt x="401954" y="60832"/>
                </a:lnTo>
                <a:lnTo>
                  <a:pt x="400176" y="56895"/>
                </a:lnTo>
                <a:lnTo>
                  <a:pt x="399386" y="53848"/>
                </a:lnTo>
                <a:lnTo>
                  <a:pt x="399287" y="47878"/>
                </a:lnTo>
                <a:lnTo>
                  <a:pt x="400176" y="45719"/>
                </a:lnTo>
                <a:lnTo>
                  <a:pt x="401954" y="44195"/>
                </a:lnTo>
                <a:lnTo>
                  <a:pt x="403605" y="42671"/>
                </a:lnTo>
                <a:lnTo>
                  <a:pt x="406018" y="41782"/>
                </a:lnTo>
                <a:lnTo>
                  <a:pt x="412750" y="41782"/>
                </a:lnTo>
                <a:lnTo>
                  <a:pt x="412750" y="37211"/>
                </a:lnTo>
                <a:close/>
              </a:path>
              <a:path w="753109" h="154940">
                <a:moveTo>
                  <a:pt x="444880" y="37211"/>
                </a:moveTo>
                <a:lnTo>
                  <a:pt x="444880" y="41909"/>
                </a:lnTo>
                <a:lnTo>
                  <a:pt x="449199" y="41909"/>
                </a:lnTo>
                <a:lnTo>
                  <a:pt x="451992" y="42037"/>
                </a:lnTo>
                <a:lnTo>
                  <a:pt x="454786" y="43052"/>
                </a:lnTo>
                <a:lnTo>
                  <a:pt x="455929" y="43814"/>
                </a:lnTo>
                <a:lnTo>
                  <a:pt x="457580" y="45846"/>
                </a:lnTo>
                <a:lnTo>
                  <a:pt x="457834" y="46862"/>
                </a:lnTo>
                <a:lnTo>
                  <a:pt x="457736" y="50800"/>
                </a:lnTo>
                <a:lnTo>
                  <a:pt x="456946" y="53848"/>
                </a:lnTo>
                <a:lnTo>
                  <a:pt x="455040" y="58546"/>
                </a:lnTo>
                <a:lnTo>
                  <a:pt x="428371" y="123698"/>
                </a:lnTo>
                <a:lnTo>
                  <a:pt x="437576" y="123698"/>
                </a:lnTo>
                <a:lnTo>
                  <a:pt x="465200" y="56895"/>
                </a:lnTo>
                <a:lnTo>
                  <a:pt x="467486" y="51053"/>
                </a:lnTo>
                <a:lnTo>
                  <a:pt x="470153" y="46989"/>
                </a:lnTo>
                <a:lnTo>
                  <a:pt x="473075" y="44450"/>
                </a:lnTo>
                <a:lnTo>
                  <a:pt x="474725" y="43052"/>
                </a:lnTo>
                <a:lnTo>
                  <a:pt x="477647" y="42163"/>
                </a:lnTo>
                <a:lnTo>
                  <a:pt x="481964" y="41909"/>
                </a:lnTo>
                <a:lnTo>
                  <a:pt x="481964" y="37337"/>
                </a:lnTo>
                <a:lnTo>
                  <a:pt x="444880" y="37211"/>
                </a:lnTo>
                <a:close/>
              </a:path>
              <a:path w="753109" h="154940">
                <a:moveTo>
                  <a:pt x="547115" y="33908"/>
                </a:moveTo>
                <a:lnTo>
                  <a:pt x="509524" y="50164"/>
                </a:lnTo>
                <a:lnTo>
                  <a:pt x="494537" y="95757"/>
                </a:lnTo>
                <a:lnTo>
                  <a:pt x="495444" y="108519"/>
                </a:lnTo>
                <a:lnTo>
                  <a:pt x="516762" y="145684"/>
                </a:lnTo>
                <a:lnTo>
                  <a:pt x="544194" y="154686"/>
                </a:lnTo>
                <a:lnTo>
                  <a:pt x="553241" y="153806"/>
                </a:lnTo>
                <a:lnTo>
                  <a:pt x="561514" y="151177"/>
                </a:lnTo>
                <a:lnTo>
                  <a:pt x="569001" y="146810"/>
                </a:lnTo>
                <a:lnTo>
                  <a:pt x="575690" y="140715"/>
                </a:lnTo>
                <a:lnTo>
                  <a:pt x="580659" y="134365"/>
                </a:lnTo>
                <a:lnTo>
                  <a:pt x="553592" y="134365"/>
                </a:lnTo>
                <a:lnTo>
                  <a:pt x="545494" y="133463"/>
                </a:lnTo>
                <a:lnTo>
                  <a:pt x="515159" y="102790"/>
                </a:lnTo>
                <a:lnTo>
                  <a:pt x="512190" y="80137"/>
                </a:lnTo>
                <a:lnTo>
                  <a:pt x="590794" y="80137"/>
                </a:lnTo>
                <a:lnTo>
                  <a:pt x="590254" y="73025"/>
                </a:lnTo>
                <a:lnTo>
                  <a:pt x="512190" y="73025"/>
                </a:lnTo>
                <a:lnTo>
                  <a:pt x="513079" y="63500"/>
                </a:lnTo>
                <a:lnTo>
                  <a:pt x="516254" y="56006"/>
                </a:lnTo>
                <a:lnTo>
                  <a:pt x="527176" y="45338"/>
                </a:lnTo>
                <a:lnTo>
                  <a:pt x="533273" y="42671"/>
                </a:lnTo>
                <a:lnTo>
                  <a:pt x="574040" y="42671"/>
                </a:lnTo>
                <a:lnTo>
                  <a:pt x="572011" y="40981"/>
                </a:lnTo>
                <a:lnTo>
                  <a:pt x="564578" y="37052"/>
                </a:lnTo>
                <a:lnTo>
                  <a:pt x="556287" y="34694"/>
                </a:lnTo>
                <a:lnTo>
                  <a:pt x="547115" y="33908"/>
                </a:lnTo>
                <a:close/>
              </a:path>
              <a:path w="753109" h="154940">
                <a:moveTo>
                  <a:pt x="586993" y="107187"/>
                </a:moveTo>
                <a:lnTo>
                  <a:pt x="561085" y="134365"/>
                </a:lnTo>
                <a:lnTo>
                  <a:pt x="580659" y="134365"/>
                </a:lnTo>
                <a:lnTo>
                  <a:pt x="581359" y="133463"/>
                </a:lnTo>
                <a:lnTo>
                  <a:pt x="585724" y="125936"/>
                </a:lnTo>
                <a:lnTo>
                  <a:pt x="588871" y="118016"/>
                </a:lnTo>
                <a:lnTo>
                  <a:pt x="590803" y="109727"/>
                </a:lnTo>
                <a:lnTo>
                  <a:pt x="586993" y="107187"/>
                </a:lnTo>
                <a:close/>
              </a:path>
              <a:path w="753109" h="154940">
                <a:moveTo>
                  <a:pt x="590794" y="80137"/>
                </a:moveTo>
                <a:lnTo>
                  <a:pt x="512190" y="80137"/>
                </a:lnTo>
                <a:lnTo>
                  <a:pt x="590803" y="80263"/>
                </a:lnTo>
                <a:close/>
              </a:path>
              <a:path w="753109" h="154940">
                <a:moveTo>
                  <a:pt x="574040" y="42671"/>
                </a:moveTo>
                <a:lnTo>
                  <a:pt x="544702" y="42671"/>
                </a:lnTo>
                <a:lnTo>
                  <a:pt x="548893" y="43941"/>
                </a:lnTo>
                <a:lnTo>
                  <a:pt x="553084" y="46608"/>
                </a:lnTo>
                <a:lnTo>
                  <a:pt x="557149" y="49275"/>
                </a:lnTo>
                <a:lnTo>
                  <a:pt x="560197" y="52958"/>
                </a:lnTo>
                <a:lnTo>
                  <a:pt x="562228" y="57657"/>
                </a:lnTo>
                <a:lnTo>
                  <a:pt x="563626" y="60578"/>
                </a:lnTo>
                <a:lnTo>
                  <a:pt x="564514" y="65658"/>
                </a:lnTo>
                <a:lnTo>
                  <a:pt x="564896" y="73025"/>
                </a:lnTo>
                <a:lnTo>
                  <a:pt x="590254" y="73025"/>
                </a:lnTo>
                <a:lnTo>
                  <a:pt x="590042" y="70217"/>
                </a:lnTo>
                <a:lnTo>
                  <a:pt x="587755" y="61229"/>
                </a:lnTo>
                <a:lnTo>
                  <a:pt x="583945" y="53314"/>
                </a:lnTo>
                <a:lnTo>
                  <a:pt x="578611" y="46481"/>
                </a:lnTo>
                <a:lnTo>
                  <a:pt x="574040" y="42671"/>
                </a:lnTo>
                <a:close/>
              </a:path>
              <a:path w="753109" h="154940">
                <a:moveTo>
                  <a:pt x="637666" y="50545"/>
                </a:moveTo>
                <a:lnTo>
                  <a:pt x="610107" y="50545"/>
                </a:lnTo>
                <a:lnTo>
                  <a:pt x="611885" y="51180"/>
                </a:lnTo>
                <a:lnTo>
                  <a:pt x="613282" y="52324"/>
                </a:lnTo>
                <a:lnTo>
                  <a:pt x="614806" y="53466"/>
                </a:lnTo>
                <a:lnTo>
                  <a:pt x="615823" y="55244"/>
                </a:lnTo>
                <a:lnTo>
                  <a:pt x="616838" y="60325"/>
                </a:lnTo>
                <a:lnTo>
                  <a:pt x="617092" y="68199"/>
                </a:lnTo>
                <a:lnTo>
                  <a:pt x="617092" y="132206"/>
                </a:lnTo>
                <a:lnTo>
                  <a:pt x="604901" y="146684"/>
                </a:lnTo>
                <a:lnTo>
                  <a:pt x="599185" y="146684"/>
                </a:lnTo>
                <a:lnTo>
                  <a:pt x="599185" y="151256"/>
                </a:lnTo>
                <a:lnTo>
                  <a:pt x="657478" y="151256"/>
                </a:lnTo>
                <a:lnTo>
                  <a:pt x="657478" y="146812"/>
                </a:lnTo>
                <a:lnTo>
                  <a:pt x="652272" y="146812"/>
                </a:lnTo>
                <a:lnTo>
                  <a:pt x="648334" y="146050"/>
                </a:lnTo>
                <a:lnTo>
                  <a:pt x="645667" y="144525"/>
                </a:lnTo>
                <a:lnTo>
                  <a:pt x="642874" y="143001"/>
                </a:lnTo>
                <a:lnTo>
                  <a:pt x="640968" y="141096"/>
                </a:lnTo>
                <a:lnTo>
                  <a:pt x="639952" y="138937"/>
                </a:lnTo>
                <a:lnTo>
                  <a:pt x="638301" y="135636"/>
                </a:lnTo>
                <a:lnTo>
                  <a:pt x="637539" y="130937"/>
                </a:lnTo>
                <a:lnTo>
                  <a:pt x="637666" y="70103"/>
                </a:lnTo>
                <a:lnTo>
                  <a:pt x="641603" y="62229"/>
                </a:lnTo>
                <a:lnTo>
                  <a:pt x="643335" y="59689"/>
                </a:lnTo>
                <a:lnTo>
                  <a:pt x="637666" y="59689"/>
                </a:lnTo>
                <a:lnTo>
                  <a:pt x="637666" y="50545"/>
                </a:lnTo>
                <a:close/>
              </a:path>
              <a:path w="753109" h="154940">
                <a:moveTo>
                  <a:pt x="671576" y="34036"/>
                </a:moveTo>
                <a:lnTo>
                  <a:pt x="667003" y="34036"/>
                </a:lnTo>
                <a:lnTo>
                  <a:pt x="659526" y="35633"/>
                </a:lnTo>
                <a:lnTo>
                  <a:pt x="652144" y="40433"/>
                </a:lnTo>
                <a:lnTo>
                  <a:pt x="644858" y="48448"/>
                </a:lnTo>
                <a:lnTo>
                  <a:pt x="637666" y="59689"/>
                </a:lnTo>
                <a:lnTo>
                  <a:pt x="643335" y="59689"/>
                </a:lnTo>
                <a:lnTo>
                  <a:pt x="645413" y="56641"/>
                </a:lnTo>
                <a:lnTo>
                  <a:pt x="649224" y="53339"/>
                </a:lnTo>
                <a:lnTo>
                  <a:pt x="650875" y="51688"/>
                </a:lnTo>
                <a:lnTo>
                  <a:pt x="652526" y="50800"/>
                </a:lnTo>
                <a:lnTo>
                  <a:pt x="682751" y="50800"/>
                </a:lnTo>
                <a:lnTo>
                  <a:pt x="682751" y="44195"/>
                </a:lnTo>
                <a:lnTo>
                  <a:pt x="681227" y="41020"/>
                </a:lnTo>
                <a:lnTo>
                  <a:pt x="678306" y="38226"/>
                </a:lnTo>
                <a:lnTo>
                  <a:pt x="675258" y="35432"/>
                </a:lnTo>
                <a:lnTo>
                  <a:pt x="671576" y="34036"/>
                </a:lnTo>
                <a:close/>
              </a:path>
              <a:path w="753109" h="154940">
                <a:moveTo>
                  <a:pt x="682751" y="50800"/>
                </a:moveTo>
                <a:lnTo>
                  <a:pt x="655701" y="50800"/>
                </a:lnTo>
                <a:lnTo>
                  <a:pt x="658494" y="52196"/>
                </a:lnTo>
                <a:lnTo>
                  <a:pt x="662051" y="55117"/>
                </a:lnTo>
                <a:lnTo>
                  <a:pt x="665606" y="57912"/>
                </a:lnTo>
                <a:lnTo>
                  <a:pt x="668908" y="59436"/>
                </a:lnTo>
                <a:lnTo>
                  <a:pt x="674751" y="59436"/>
                </a:lnTo>
                <a:lnTo>
                  <a:pt x="677290" y="58292"/>
                </a:lnTo>
                <a:lnTo>
                  <a:pt x="679450" y="56006"/>
                </a:lnTo>
                <a:lnTo>
                  <a:pt x="681608" y="53848"/>
                </a:lnTo>
                <a:lnTo>
                  <a:pt x="682700" y="51180"/>
                </a:lnTo>
                <a:lnTo>
                  <a:pt x="682751" y="50800"/>
                </a:lnTo>
                <a:close/>
              </a:path>
              <a:path w="753109" h="154940">
                <a:moveTo>
                  <a:pt x="637666" y="34036"/>
                </a:moveTo>
                <a:lnTo>
                  <a:pt x="632459" y="34036"/>
                </a:lnTo>
                <a:lnTo>
                  <a:pt x="598042" y="47878"/>
                </a:lnTo>
                <a:lnTo>
                  <a:pt x="599185" y="52450"/>
                </a:lnTo>
                <a:lnTo>
                  <a:pt x="602487" y="51180"/>
                </a:lnTo>
                <a:lnTo>
                  <a:pt x="605408" y="50545"/>
                </a:lnTo>
                <a:lnTo>
                  <a:pt x="637666" y="50545"/>
                </a:lnTo>
                <a:lnTo>
                  <a:pt x="637666" y="34036"/>
                </a:lnTo>
                <a:close/>
              </a:path>
              <a:path w="753109" h="154940">
                <a:moveTo>
                  <a:pt x="722756" y="46100"/>
                </a:moveTo>
                <a:lnTo>
                  <a:pt x="702182" y="46100"/>
                </a:lnTo>
                <a:lnTo>
                  <a:pt x="702182" y="130937"/>
                </a:lnTo>
                <a:lnTo>
                  <a:pt x="720216" y="153162"/>
                </a:lnTo>
                <a:lnTo>
                  <a:pt x="729614" y="153162"/>
                </a:lnTo>
                <a:lnTo>
                  <a:pt x="735076" y="151129"/>
                </a:lnTo>
                <a:lnTo>
                  <a:pt x="740409" y="146938"/>
                </a:lnTo>
                <a:lnTo>
                  <a:pt x="745743" y="142875"/>
                </a:lnTo>
                <a:lnTo>
                  <a:pt x="748537" y="138683"/>
                </a:lnTo>
                <a:lnTo>
                  <a:pt x="730630" y="138683"/>
                </a:lnTo>
                <a:lnTo>
                  <a:pt x="727963" y="137413"/>
                </a:lnTo>
                <a:lnTo>
                  <a:pt x="725804" y="134874"/>
                </a:lnTo>
                <a:lnTo>
                  <a:pt x="723773" y="132333"/>
                </a:lnTo>
                <a:lnTo>
                  <a:pt x="722629" y="127380"/>
                </a:lnTo>
                <a:lnTo>
                  <a:pt x="722756" y="46100"/>
                </a:lnTo>
                <a:close/>
              </a:path>
              <a:path w="753109" h="154940">
                <a:moveTo>
                  <a:pt x="752728" y="128650"/>
                </a:moveTo>
                <a:lnTo>
                  <a:pt x="747902" y="128650"/>
                </a:lnTo>
                <a:lnTo>
                  <a:pt x="746505" y="131952"/>
                </a:lnTo>
                <a:lnTo>
                  <a:pt x="744474" y="134492"/>
                </a:lnTo>
                <a:lnTo>
                  <a:pt x="741933" y="136143"/>
                </a:lnTo>
                <a:lnTo>
                  <a:pt x="739393" y="137921"/>
                </a:lnTo>
                <a:lnTo>
                  <a:pt x="736726" y="138683"/>
                </a:lnTo>
                <a:lnTo>
                  <a:pt x="748537" y="138683"/>
                </a:lnTo>
                <a:lnTo>
                  <a:pt x="749807" y="136778"/>
                </a:lnTo>
                <a:lnTo>
                  <a:pt x="752728" y="128650"/>
                </a:lnTo>
                <a:close/>
              </a:path>
              <a:path w="753109" h="154940">
                <a:moveTo>
                  <a:pt x="722756" y="0"/>
                </a:moveTo>
                <a:lnTo>
                  <a:pt x="718947" y="0"/>
                </a:lnTo>
                <a:lnTo>
                  <a:pt x="715517" y="8381"/>
                </a:lnTo>
                <a:lnTo>
                  <a:pt x="712851" y="14096"/>
                </a:lnTo>
                <a:lnTo>
                  <a:pt x="684149" y="42037"/>
                </a:lnTo>
                <a:lnTo>
                  <a:pt x="684149" y="46100"/>
                </a:lnTo>
                <a:lnTo>
                  <a:pt x="749300" y="46100"/>
                </a:lnTo>
                <a:lnTo>
                  <a:pt x="749300" y="37464"/>
                </a:lnTo>
                <a:lnTo>
                  <a:pt x="722756" y="37464"/>
                </a:lnTo>
                <a:lnTo>
                  <a:pt x="722756" y="0"/>
                </a:lnTo>
                <a:close/>
              </a:path>
            </a:pathLst>
          </a:custGeom>
          <a:solidFill>
            <a:srgbClr val="000000"/>
          </a:solidFill>
        </p:spPr>
        <p:txBody>
          <a:bodyPr wrap="square" lIns="0" tIns="0" rIns="0" bIns="0" rtlCol="0"/>
          <a:lstStyle/>
          <a:p>
            <a:endParaRPr/>
          </a:p>
        </p:txBody>
      </p:sp>
      <p:pic>
        <p:nvPicPr>
          <p:cNvPr id="13" name="object 13"/>
          <p:cNvPicPr/>
          <p:nvPr/>
        </p:nvPicPr>
        <p:blipFill>
          <a:blip r:embed="rId8" cstate="print"/>
          <a:stretch>
            <a:fillRect/>
          </a:stretch>
        </p:blipFill>
        <p:spPr>
          <a:xfrm>
            <a:off x="521893" y="1607566"/>
            <a:ext cx="913968" cy="180594"/>
          </a:xfrm>
          <a:prstGeom prst="rect">
            <a:avLst/>
          </a:prstGeom>
        </p:spPr>
      </p:pic>
      <p:pic>
        <p:nvPicPr>
          <p:cNvPr id="14" name="object 14"/>
          <p:cNvPicPr/>
          <p:nvPr/>
        </p:nvPicPr>
        <p:blipFill>
          <a:blip r:embed="rId9" cstate="print"/>
          <a:stretch>
            <a:fillRect/>
          </a:stretch>
        </p:blipFill>
        <p:spPr>
          <a:xfrm>
            <a:off x="1536827" y="1667510"/>
            <a:ext cx="674242" cy="172592"/>
          </a:xfrm>
          <a:prstGeom prst="rect">
            <a:avLst/>
          </a:prstGeom>
        </p:spPr>
      </p:pic>
      <p:sp>
        <p:nvSpPr>
          <p:cNvPr id="15" name="object 15"/>
          <p:cNvSpPr/>
          <p:nvPr/>
        </p:nvSpPr>
        <p:spPr>
          <a:xfrm>
            <a:off x="2306066" y="1608582"/>
            <a:ext cx="376555" cy="180975"/>
          </a:xfrm>
          <a:custGeom>
            <a:avLst/>
            <a:gdLst/>
            <a:ahLst/>
            <a:cxnLst/>
            <a:rect l="l" t="t" r="r" b="b"/>
            <a:pathLst>
              <a:path w="376555" h="180975">
                <a:moveTo>
                  <a:pt x="33019" y="0"/>
                </a:moveTo>
                <a:lnTo>
                  <a:pt x="25907" y="0"/>
                </a:lnTo>
                <a:lnTo>
                  <a:pt x="22986" y="1269"/>
                </a:lnTo>
                <a:lnTo>
                  <a:pt x="20446" y="3682"/>
                </a:lnTo>
                <a:lnTo>
                  <a:pt x="18033" y="6095"/>
                </a:lnTo>
                <a:lnTo>
                  <a:pt x="16763" y="9143"/>
                </a:lnTo>
                <a:lnTo>
                  <a:pt x="16763" y="16128"/>
                </a:lnTo>
                <a:lnTo>
                  <a:pt x="18033" y="19050"/>
                </a:lnTo>
                <a:lnTo>
                  <a:pt x="22986" y="24002"/>
                </a:lnTo>
                <a:lnTo>
                  <a:pt x="26034" y="25272"/>
                </a:lnTo>
                <a:lnTo>
                  <a:pt x="33019" y="25272"/>
                </a:lnTo>
                <a:lnTo>
                  <a:pt x="35940" y="24002"/>
                </a:lnTo>
                <a:lnTo>
                  <a:pt x="38353" y="21589"/>
                </a:lnTo>
                <a:lnTo>
                  <a:pt x="40766" y="19050"/>
                </a:lnTo>
                <a:lnTo>
                  <a:pt x="42036" y="16128"/>
                </a:lnTo>
                <a:lnTo>
                  <a:pt x="42036" y="9143"/>
                </a:lnTo>
                <a:lnTo>
                  <a:pt x="40766" y="6222"/>
                </a:lnTo>
                <a:lnTo>
                  <a:pt x="38353" y="3682"/>
                </a:lnTo>
                <a:lnTo>
                  <a:pt x="35940" y="1269"/>
                </a:lnTo>
                <a:lnTo>
                  <a:pt x="33019" y="0"/>
                </a:lnTo>
                <a:close/>
              </a:path>
              <a:path w="376555" h="180975">
                <a:moveTo>
                  <a:pt x="57022" y="172338"/>
                </a:moveTo>
                <a:lnTo>
                  <a:pt x="1650" y="172338"/>
                </a:lnTo>
                <a:lnTo>
                  <a:pt x="1650" y="176783"/>
                </a:lnTo>
                <a:lnTo>
                  <a:pt x="57022" y="176783"/>
                </a:lnTo>
                <a:lnTo>
                  <a:pt x="57022" y="172338"/>
                </a:lnTo>
                <a:close/>
              </a:path>
              <a:path w="376555" h="180975">
                <a:moveTo>
                  <a:pt x="39750" y="76072"/>
                </a:moveTo>
                <a:lnTo>
                  <a:pt x="12318" y="76072"/>
                </a:lnTo>
                <a:lnTo>
                  <a:pt x="14096" y="76580"/>
                </a:lnTo>
                <a:lnTo>
                  <a:pt x="16509" y="78739"/>
                </a:lnTo>
                <a:lnTo>
                  <a:pt x="17398" y="80517"/>
                </a:lnTo>
                <a:lnTo>
                  <a:pt x="18033" y="83184"/>
                </a:lnTo>
                <a:lnTo>
                  <a:pt x="18795" y="86867"/>
                </a:lnTo>
                <a:lnTo>
                  <a:pt x="19176" y="94868"/>
                </a:lnTo>
                <a:lnTo>
                  <a:pt x="19050" y="158114"/>
                </a:lnTo>
                <a:lnTo>
                  <a:pt x="7238" y="172338"/>
                </a:lnTo>
                <a:lnTo>
                  <a:pt x="51561" y="172338"/>
                </a:lnTo>
                <a:lnTo>
                  <a:pt x="47878" y="171703"/>
                </a:lnTo>
                <a:lnTo>
                  <a:pt x="43814" y="169417"/>
                </a:lnTo>
                <a:lnTo>
                  <a:pt x="42290" y="167639"/>
                </a:lnTo>
                <a:lnTo>
                  <a:pt x="41275" y="165226"/>
                </a:lnTo>
                <a:lnTo>
                  <a:pt x="40258" y="162940"/>
                </a:lnTo>
                <a:lnTo>
                  <a:pt x="39750" y="158114"/>
                </a:lnTo>
                <a:lnTo>
                  <a:pt x="39750" y="76072"/>
                </a:lnTo>
                <a:close/>
              </a:path>
              <a:path w="376555" h="180975">
                <a:moveTo>
                  <a:pt x="39750" y="59562"/>
                </a:moveTo>
                <a:lnTo>
                  <a:pt x="34289" y="59562"/>
                </a:lnTo>
                <a:lnTo>
                  <a:pt x="0" y="73532"/>
                </a:lnTo>
                <a:lnTo>
                  <a:pt x="1777" y="77977"/>
                </a:lnTo>
                <a:lnTo>
                  <a:pt x="5079" y="76707"/>
                </a:lnTo>
                <a:lnTo>
                  <a:pt x="7873" y="76072"/>
                </a:lnTo>
                <a:lnTo>
                  <a:pt x="39750" y="76072"/>
                </a:lnTo>
                <a:lnTo>
                  <a:pt x="39750" y="59562"/>
                </a:lnTo>
                <a:close/>
              </a:path>
              <a:path w="376555" h="180975">
                <a:moveTo>
                  <a:pt x="187197" y="172338"/>
                </a:moveTo>
                <a:lnTo>
                  <a:pt x="130936" y="172338"/>
                </a:lnTo>
                <a:lnTo>
                  <a:pt x="130936" y="176783"/>
                </a:lnTo>
                <a:lnTo>
                  <a:pt x="187197" y="176910"/>
                </a:lnTo>
                <a:lnTo>
                  <a:pt x="187197" y="172338"/>
                </a:lnTo>
                <a:close/>
              </a:path>
              <a:path w="376555" h="180975">
                <a:moveTo>
                  <a:pt x="120650" y="172338"/>
                </a:moveTo>
                <a:lnTo>
                  <a:pt x="64388" y="172338"/>
                </a:lnTo>
                <a:lnTo>
                  <a:pt x="64388" y="176783"/>
                </a:lnTo>
                <a:lnTo>
                  <a:pt x="120650" y="176783"/>
                </a:lnTo>
                <a:lnTo>
                  <a:pt x="120650" y="172338"/>
                </a:lnTo>
                <a:close/>
              </a:path>
              <a:path w="376555" h="180975">
                <a:moveTo>
                  <a:pt x="102234" y="76072"/>
                </a:moveTo>
                <a:lnTo>
                  <a:pt x="70484" y="76072"/>
                </a:lnTo>
                <a:lnTo>
                  <a:pt x="72770" y="76200"/>
                </a:lnTo>
                <a:lnTo>
                  <a:pt x="74929" y="76200"/>
                </a:lnTo>
                <a:lnTo>
                  <a:pt x="76707" y="76707"/>
                </a:lnTo>
                <a:lnTo>
                  <a:pt x="81787" y="108838"/>
                </a:lnTo>
                <a:lnTo>
                  <a:pt x="81660" y="151129"/>
                </a:lnTo>
                <a:lnTo>
                  <a:pt x="81660" y="159384"/>
                </a:lnTo>
                <a:lnTo>
                  <a:pt x="80644" y="164972"/>
                </a:lnTo>
                <a:lnTo>
                  <a:pt x="76581" y="170814"/>
                </a:lnTo>
                <a:lnTo>
                  <a:pt x="72643" y="172338"/>
                </a:lnTo>
                <a:lnTo>
                  <a:pt x="114553" y="172338"/>
                </a:lnTo>
                <a:lnTo>
                  <a:pt x="102234" y="91058"/>
                </a:lnTo>
                <a:lnTo>
                  <a:pt x="109571" y="83984"/>
                </a:lnTo>
                <a:lnTo>
                  <a:pt x="109996" y="83692"/>
                </a:lnTo>
                <a:lnTo>
                  <a:pt x="102234" y="83692"/>
                </a:lnTo>
                <a:lnTo>
                  <a:pt x="102234" y="76072"/>
                </a:lnTo>
                <a:close/>
              </a:path>
              <a:path w="376555" h="180975">
                <a:moveTo>
                  <a:pt x="165369" y="74929"/>
                </a:moveTo>
                <a:lnTo>
                  <a:pt x="138048" y="74929"/>
                </a:lnTo>
                <a:lnTo>
                  <a:pt x="142620" y="77342"/>
                </a:lnTo>
                <a:lnTo>
                  <a:pt x="145287" y="81914"/>
                </a:lnTo>
                <a:lnTo>
                  <a:pt x="147954" y="86613"/>
                </a:lnTo>
                <a:lnTo>
                  <a:pt x="149351" y="94106"/>
                </a:lnTo>
                <a:lnTo>
                  <a:pt x="149237" y="159384"/>
                </a:lnTo>
                <a:lnTo>
                  <a:pt x="138556" y="172338"/>
                </a:lnTo>
                <a:lnTo>
                  <a:pt x="181736" y="172338"/>
                </a:lnTo>
                <a:lnTo>
                  <a:pt x="169798" y="92328"/>
                </a:lnTo>
                <a:lnTo>
                  <a:pt x="168909" y="84708"/>
                </a:lnTo>
                <a:lnTo>
                  <a:pt x="167131" y="79628"/>
                </a:lnTo>
                <a:lnTo>
                  <a:pt x="165369" y="74929"/>
                </a:lnTo>
                <a:close/>
              </a:path>
              <a:path w="376555" h="180975">
                <a:moveTo>
                  <a:pt x="146684" y="59689"/>
                </a:moveTo>
                <a:lnTo>
                  <a:pt x="140461" y="59689"/>
                </a:lnTo>
                <a:lnTo>
                  <a:pt x="131220" y="61190"/>
                </a:lnTo>
                <a:lnTo>
                  <a:pt x="121777" y="65690"/>
                </a:lnTo>
                <a:lnTo>
                  <a:pt x="112119" y="73191"/>
                </a:lnTo>
                <a:lnTo>
                  <a:pt x="102234" y="83692"/>
                </a:lnTo>
                <a:lnTo>
                  <a:pt x="109996" y="83692"/>
                </a:lnTo>
                <a:lnTo>
                  <a:pt x="116919" y="78946"/>
                </a:lnTo>
                <a:lnTo>
                  <a:pt x="124291" y="75932"/>
                </a:lnTo>
                <a:lnTo>
                  <a:pt x="131698" y="74929"/>
                </a:lnTo>
                <a:lnTo>
                  <a:pt x="165369" y="74929"/>
                </a:lnTo>
                <a:lnTo>
                  <a:pt x="164464" y="72516"/>
                </a:lnTo>
                <a:lnTo>
                  <a:pt x="160908" y="67437"/>
                </a:lnTo>
                <a:lnTo>
                  <a:pt x="156463" y="64262"/>
                </a:lnTo>
                <a:lnTo>
                  <a:pt x="152019" y="61213"/>
                </a:lnTo>
                <a:lnTo>
                  <a:pt x="146684" y="59689"/>
                </a:lnTo>
                <a:close/>
              </a:path>
              <a:path w="376555" h="180975">
                <a:moveTo>
                  <a:pt x="96900" y="59562"/>
                </a:moveTo>
                <a:lnTo>
                  <a:pt x="62610" y="73532"/>
                </a:lnTo>
                <a:lnTo>
                  <a:pt x="64515" y="77977"/>
                </a:lnTo>
                <a:lnTo>
                  <a:pt x="67690" y="76707"/>
                </a:lnTo>
                <a:lnTo>
                  <a:pt x="70484" y="76072"/>
                </a:lnTo>
                <a:lnTo>
                  <a:pt x="102234" y="76072"/>
                </a:lnTo>
                <a:lnTo>
                  <a:pt x="102234" y="59689"/>
                </a:lnTo>
                <a:lnTo>
                  <a:pt x="96900" y="59562"/>
                </a:lnTo>
                <a:close/>
              </a:path>
              <a:path w="376555" h="180975">
                <a:moveTo>
                  <a:pt x="230123" y="71754"/>
                </a:moveTo>
                <a:lnTo>
                  <a:pt x="209676" y="71754"/>
                </a:lnTo>
                <a:lnTo>
                  <a:pt x="209550" y="156463"/>
                </a:lnTo>
                <a:lnTo>
                  <a:pt x="210438" y="162559"/>
                </a:lnTo>
                <a:lnTo>
                  <a:pt x="212216" y="166496"/>
                </a:lnTo>
                <a:lnTo>
                  <a:pt x="213867" y="170433"/>
                </a:lnTo>
                <a:lnTo>
                  <a:pt x="216661" y="173481"/>
                </a:lnTo>
                <a:lnTo>
                  <a:pt x="220217" y="175640"/>
                </a:lnTo>
                <a:lnTo>
                  <a:pt x="223900" y="177672"/>
                </a:lnTo>
                <a:lnTo>
                  <a:pt x="227583" y="178815"/>
                </a:lnTo>
                <a:lnTo>
                  <a:pt x="237108" y="178815"/>
                </a:lnTo>
                <a:lnTo>
                  <a:pt x="242569" y="176656"/>
                </a:lnTo>
                <a:lnTo>
                  <a:pt x="247903" y="172592"/>
                </a:lnTo>
                <a:lnTo>
                  <a:pt x="253110" y="168528"/>
                </a:lnTo>
                <a:lnTo>
                  <a:pt x="255992" y="164337"/>
                </a:lnTo>
                <a:lnTo>
                  <a:pt x="238125" y="164337"/>
                </a:lnTo>
                <a:lnTo>
                  <a:pt x="235331" y="163067"/>
                </a:lnTo>
                <a:lnTo>
                  <a:pt x="233298" y="160527"/>
                </a:lnTo>
                <a:lnTo>
                  <a:pt x="231139" y="157987"/>
                </a:lnTo>
                <a:lnTo>
                  <a:pt x="230123" y="152907"/>
                </a:lnTo>
                <a:lnTo>
                  <a:pt x="230123" y="71754"/>
                </a:lnTo>
                <a:close/>
              </a:path>
              <a:path w="376555" h="180975">
                <a:moveTo>
                  <a:pt x="260222" y="154304"/>
                </a:moveTo>
                <a:lnTo>
                  <a:pt x="255269" y="154304"/>
                </a:lnTo>
                <a:lnTo>
                  <a:pt x="253872" y="157606"/>
                </a:lnTo>
                <a:lnTo>
                  <a:pt x="251967" y="160146"/>
                </a:lnTo>
                <a:lnTo>
                  <a:pt x="249300" y="161797"/>
                </a:lnTo>
                <a:lnTo>
                  <a:pt x="246760" y="163448"/>
                </a:lnTo>
                <a:lnTo>
                  <a:pt x="244094" y="164337"/>
                </a:lnTo>
                <a:lnTo>
                  <a:pt x="255992" y="164337"/>
                </a:lnTo>
                <a:lnTo>
                  <a:pt x="257301" y="162432"/>
                </a:lnTo>
                <a:lnTo>
                  <a:pt x="260222" y="154304"/>
                </a:lnTo>
                <a:close/>
              </a:path>
              <a:path w="376555" h="180975">
                <a:moveTo>
                  <a:pt x="230123" y="25653"/>
                </a:moveTo>
                <a:lnTo>
                  <a:pt x="226313" y="25653"/>
                </a:lnTo>
                <a:lnTo>
                  <a:pt x="222884" y="34035"/>
                </a:lnTo>
                <a:lnTo>
                  <a:pt x="220217" y="39750"/>
                </a:lnTo>
                <a:lnTo>
                  <a:pt x="191642" y="67690"/>
                </a:lnTo>
                <a:lnTo>
                  <a:pt x="191642" y="71754"/>
                </a:lnTo>
                <a:lnTo>
                  <a:pt x="256794" y="71754"/>
                </a:lnTo>
                <a:lnTo>
                  <a:pt x="256794" y="63118"/>
                </a:lnTo>
                <a:lnTo>
                  <a:pt x="230123" y="63118"/>
                </a:lnTo>
                <a:lnTo>
                  <a:pt x="230123" y="25653"/>
                </a:lnTo>
                <a:close/>
              </a:path>
              <a:path w="376555" h="180975">
                <a:moveTo>
                  <a:pt x="321309" y="59816"/>
                </a:moveTo>
                <a:lnTo>
                  <a:pt x="283051" y="76517"/>
                </a:lnTo>
                <a:lnTo>
                  <a:pt x="266797" y="113349"/>
                </a:lnTo>
                <a:lnTo>
                  <a:pt x="266428" y="122717"/>
                </a:lnTo>
                <a:lnTo>
                  <a:pt x="267053" y="131639"/>
                </a:lnTo>
                <a:lnTo>
                  <a:pt x="287283" y="168894"/>
                </a:lnTo>
                <a:lnTo>
                  <a:pt x="319913" y="180466"/>
                </a:lnTo>
                <a:lnTo>
                  <a:pt x="327630" y="179966"/>
                </a:lnTo>
                <a:lnTo>
                  <a:pt x="334978" y="178466"/>
                </a:lnTo>
                <a:lnTo>
                  <a:pt x="341969" y="175966"/>
                </a:lnTo>
                <a:lnTo>
                  <a:pt x="348614" y="172465"/>
                </a:lnTo>
                <a:lnTo>
                  <a:pt x="349835" y="171576"/>
                </a:lnTo>
                <a:lnTo>
                  <a:pt x="325246" y="171576"/>
                </a:lnTo>
                <a:lnTo>
                  <a:pt x="317553" y="170455"/>
                </a:lnTo>
                <a:lnTo>
                  <a:pt x="291845" y="133857"/>
                </a:lnTo>
                <a:lnTo>
                  <a:pt x="289554" y="113170"/>
                </a:lnTo>
                <a:lnTo>
                  <a:pt x="289675" y="103383"/>
                </a:lnTo>
                <a:lnTo>
                  <a:pt x="304291" y="71754"/>
                </a:lnTo>
                <a:lnTo>
                  <a:pt x="308736" y="69087"/>
                </a:lnTo>
                <a:lnTo>
                  <a:pt x="313054" y="67817"/>
                </a:lnTo>
                <a:lnTo>
                  <a:pt x="349631" y="67817"/>
                </a:lnTo>
                <a:lnTo>
                  <a:pt x="344646" y="64690"/>
                </a:lnTo>
                <a:lnTo>
                  <a:pt x="333621" y="61033"/>
                </a:lnTo>
                <a:lnTo>
                  <a:pt x="321309" y="59816"/>
                </a:lnTo>
                <a:close/>
              </a:path>
              <a:path w="376555" h="180975">
                <a:moveTo>
                  <a:pt x="349631" y="67817"/>
                </a:moveTo>
                <a:lnTo>
                  <a:pt x="317500" y="67817"/>
                </a:lnTo>
                <a:lnTo>
                  <a:pt x="324048" y="68576"/>
                </a:lnTo>
                <a:lnTo>
                  <a:pt x="329977" y="70834"/>
                </a:lnTo>
                <a:lnTo>
                  <a:pt x="352230" y="113170"/>
                </a:lnTo>
                <a:lnTo>
                  <a:pt x="353059" y="127507"/>
                </a:lnTo>
                <a:lnTo>
                  <a:pt x="352508" y="138721"/>
                </a:lnTo>
                <a:lnTo>
                  <a:pt x="333247" y="171576"/>
                </a:lnTo>
                <a:lnTo>
                  <a:pt x="349835" y="171576"/>
                </a:lnTo>
                <a:lnTo>
                  <a:pt x="374300" y="133318"/>
                </a:lnTo>
                <a:lnTo>
                  <a:pt x="376173" y="117982"/>
                </a:lnTo>
                <a:lnTo>
                  <a:pt x="375340" y="107432"/>
                </a:lnTo>
                <a:lnTo>
                  <a:pt x="372840" y="97488"/>
                </a:lnTo>
                <a:lnTo>
                  <a:pt x="368673" y="88139"/>
                </a:lnTo>
                <a:lnTo>
                  <a:pt x="362838" y="79375"/>
                </a:lnTo>
                <a:lnTo>
                  <a:pt x="354385" y="70800"/>
                </a:lnTo>
                <a:lnTo>
                  <a:pt x="349631" y="67817"/>
                </a:lnTo>
                <a:close/>
              </a:path>
            </a:pathLst>
          </a:custGeom>
          <a:solidFill>
            <a:srgbClr val="000000"/>
          </a:solidFill>
        </p:spPr>
        <p:txBody>
          <a:bodyPr wrap="square" lIns="0" tIns="0" rIns="0" bIns="0" rtlCol="0"/>
          <a:lstStyle/>
          <a:p>
            <a:endParaRPr/>
          </a:p>
        </p:txBody>
      </p:sp>
      <p:pic>
        <p:nvPicPr>
          <p:cNvPr id="16" name="object 16"/>
          <p:cNvPicPr/>
          <p:nvPr/>
        </p:nvPicPr>
        <p:blipFill>
          <a:blip r:embed="rId10" cstate="print"/>
          <a:stretch>
            <a:fillRect/>
          </a:stretch>
        </p:blipFill>
        <p:spPr>
          <a:xfrm>
            <a:off x="2780792" y="1609216"/>
            <a:ext cx="1146809" cy="180467"/>
          </a:xfrm>
          <a:prstGeom prst="rect">
            <a:avLst/>
          </a:prstGeom>
        </p:spPr>
      </p:pic>
      <p:pic>
        <p:nvPicPr>
          <p:cNvPr id="17" name="object 17"/>
          <p:cNvPicPr/>
          <p:nvPr/>
        </p:nvPicPr>
        <p:blipFill>
          <a:blip r:embed="rId11" cstate="print"/>
          <a:stretch>
            <a:fillRect/>
          </a:stretch>
        </p:blipFill>
        <p:spPr>
          <a:xfrm>
            <a:off x="4027042" y="1669160"/>
            <a:ext cx="705231" cy="172592"/>
          </a:xfrm>
          <a:prstGeom prst="rect">
            <a:avLst/>
          </a:prstGeom>
        </p:spPr>
      </p:pic>
      <p:sp>
        <p:nvSpPr>
          <p:cNvPr id="18" name="object 18"/>
          <p:cNvSpPr/>
          <p:nvPr/>
        </p:nvSpPr>
        <p:spPr>
          <a:xfrm>
            <a:off x="4845303" y="1610360"/>
            <a:ext cx="513080" cy="231775"/>
          </a:xfrm>
          <a:custGeom>
            <a:avLst/>
            <a:gdLst/>
            <a:ahLst/>
            <a:cxnLst/>
            <a:rect l="l" t="t" r="r" b="b"/>
            <a:pathLst>
              <a:path w="513079" h="231775">
                <a:moveTo>
                  <a:pt x="34290" y="171957"/>
                </a:moveTo>
                <a:lnTo>
                  <a:pt x="34290" y="176656"/>
                </a:lnTo>
                <a:lnTo>
                  <a:pt x="105791" y="176656"/>
                </a:lnTo>
                <a:lnTo>
                  <a:pt x="105791" y="172085"/>
                </a:lnTo>
                <a:lnTo>
                  <a:pt x="40259" y="172085"/>
                </a:lnTo>
                <a:lnTo>
                  <a:pt x="34290" y="171957"/>
                </a:lnTo>
                <a:close/>
              </a:path>
              <a:path w="513079" h="231775">
                <a:moveTo>
                  <a:pt x="82169" y="18668"/>
                </a:moveTo>
                <a:lnTo>
                  <a:pt x="58293" y="18668"/>
                </a:lnTo>
                <a:lnTo>
                  <a:pt x="58166" y="156844"/>
                </a:lnTo>
                <a:lnTo>
                  <a:pt x="57276" y="162940"/>
                </a:lnTo>
                <a:lnTo>
                  <a:pt x="55499" y="165607"/>
                </a:lnTo>
                <a:lnTo>
                  <a:pt x="52450" y="169925"/>
                </a:lnTo>
                <a:lnTo>
                  <a:pt x="47498" y="172085"/>
                </a:lnTo>
                <a:lnTo>
                  <a:pt x="93472" y="172085"/>
                </a:lnTo>
                <a:lnTo>
                  <a:pt x="88519" y="170306"/>
                </a:lnTo>
                <a:lnTo>
                  <a:pt x="85471" y="166877"/>
                </a:lnTo>
                <a:lnTo>
                  <a:pt x="83185" y="164211"/>
                </a:lnTo>
                <a:lnTo>
                  <a:pt x="82042" y="157861"/>
                </a:lnTo>
                <a:lnTo>
                  <a:pt x="82169" y="18668"/>
                </a:lnTo>
                <a:close/>
              </a:path>
              <a:path w="513079" h="231775">
                <a:moveTo>
                  <a:pt x="140079" y="18668"/>
                </a:moveTo>
                <a:lnTo>
                  <a:pt x="112903" y="18668"/>
                </a:lnTo>
                <a:lnTo>
                  <a:pt x="118491" y="19812"/>
                </a:lnTo>
                <a:lnTo>
                  <a:pt x="122682" y="22098"/>
                </a:lnTo>
                <a:lnTo>
                  <a:pt x="127000" y="24384"/>
                </a:lnTo>
                <a:lnTo>
                  <a:pt x="130429" y="27939"/>
                </a:lnTo>
                <a:lnTo>
                  <a:pt x="132969" y="32765"/>
                </a:lnTo>
                <a:lnTo>
                  <a:pt x="134620" y="35813"/>
                </a:lnTo>
                <a:lnTo>
                  <a:pt x="135762" y="40766"/>
                </a:lnTo>
                <a:lnTo>
                  <a:pt x="136651" y="47751"/>
                </a:lnTo>
                <a:lnTo>
                  <a:pt x="141478" y="47751"/>
                </a:lnTo>
                <a:lnTo>
                  <a:pt x="140079" y="18668"/>
                </a:lnTo>
                <a:close/>
              </a:path>
              <a:path w="513079" h="231775">
                <a:moveTo>
                  <a:pt x="139573" y="8127"/>
                </a:moveTo>
                <a:lnTo>
                  <a:pt x="2032" y="8127"/>
                </a:lnTo>
                <a:lnTo>
                  <a:pt x="0" y="47625"/>
                </a:lnTo>
                <a:lnTo>
                  <a:pt x="4699" y="47625"/>
                </a:lnTo>
                <a:lnTo>
                  <a:pt x="5334" y="40004"/>
                </a:lnTo>
                <a:lnTo>
                  <a:pt x="7112" y="33909"/>
                </a:lnTo>
                <a:lnTo>
                  <a:pt x="30225" y="18668"/>
                </a:lnTo>
                <a:lnTo>
                  <a:pt x="140079" y="18668"/>
                </a:lnTo>
                <a:lnTo>
                  <a:pt x="139573" y="8127"/>
                </a:lnTo>
                <a:close/>
              </a:path>
              <a:path w="513079" h="231775">
                <a:moveTo>
                  <a:pt x="205867" y="172212"/>
                </a:moveTo>
                <a:lnTo>
                  <a:pt x="149479" y="172212"/>
                </a:lnTo>
                <a:lnTo>
                  <a:pt x="149479" y="176656"/>
                </a:lnTo>
                <a:lnTo>
                  <a:pt x="205867" y="176784"/>
                </a:lnTo>
                <a:lnTo>
                  <a:pt x="205867" y="172212"/>
                </a:lnTo>
                <a:close/>
              </a:path>
              <a:path w="513079" h="231775">
                <a:moveTo>
                  <a:pt x="250469" y="74549"/>
                </a:moveTo>
                <a:lnTo>
                  <a:pt x="219963" y="74549"/>
                </a:lnTo>
                <a:lnTo>
                  <a:pt x="223393" y="75564"/>
                </a:lnTo>
                <a:lnTo>
                  <a:pt x="226187" y="77469"/>
                </a:lnTo>
                <a:lnTo>
                  <a:pt x="234315" y="98298"/>
                </a:lnTo>
                <a:lnTo>
                  <a:pt x="234294" y="158114"/>
                </a:lnTo>
                <a:lnTo>
                  <a:pt x="229488" y="169799"/>
                </a:lnTo>
                <a:lnTo>
                  <a:pt x="227457" y="171450"/>
                </a:lnTo>
                <a:lnTo>
                  <a:pt x="223774" y="172212"/>
                </a:lnTo>
                <a:lnTo>
                  <a:pt x="215900" y="172212"/>
                </a:lnTo>
                <a:lnTo>
                  <a:pt x="215900" y="176784"/>
                </a:lnTo>
                <a:lnTo>
                  <a:pt x="271780" y="176784"/>
                </a:lnTo>
                <a:lnTo>
                  <a:pt x="271780" y="172338"/>
                </a:lnTo>
                <a:lnTo>
                  <a:pt x="266446" y="172338"/>
                </a:lnTo>
                <a:lnTo>
                  <a:pt x="262890" y="171703"/>
                </a:lnTo>
                <a:lnTo>
                  <a:pt x="258825" y="169417"/>
                </a:lnTo>
                <a:lnTo>
                  <a:pt x="257429" y="167766"/>
                </a:lnTo>
                <a:lnTo>
                  <a:pt x="256667" y="165862"/>
                </a:lnTo>
                <a:lnTo>
                  <a:pt x="255524" y="163194"/>
                </a:lnTo>
                <a:lnTo>
                  <a:pt x="254954" y="158750"/>
                </a:lnTo>
                <a:lnTo>
                  <a:pt x="254888" y="110743"/>
                </a:lnTo>
                <a:lnTo>
                  <a:pt x="254746" y="101002"/>
                </a:lnTo>
                <a:lnTo>
                  <a:pt x="254317" y="92916"/>
                </a:lnTo>
                <a:lnTo>
                  <a:pt x="253603" y="86473"/>
                </a:lnTo>
                <a:lnTo>
                  <a:pt x="252603" y="81661"/>
                </a:lnTo>
                <a:lnTo>
                  <a:pt x="250469" y="74549"/>
                </a:lnTo>
                <a:close/>
              </a:path>
              <a:path w="513079" h="231775">
                <a:moveTo>
                  <a:pt x="187579" y="16255"/>
                </a:moveTo>
                <a:lnTo>
                  <a:pt x="160147" y="16255"/>
                </a:lnTo>
                <a:lnTo>
                  <a:pt x="161925" y="16763"/>
                </a:lnTo>
                <a:lnTo>
                  <a:pt x="163195" y="17906"/>
                </a:lnTo>
                <a:lnTo>
                  <a:pt x="167005" y="34925"/>
                </a:lnTo>
                <a:lnTo>
                  <a:pt x="166932" y="110743"/>
                </a:lnTo>
                <a:lnTo>
                  <a:pt x="166809" y="158750"/>
                </a:lnTo>
                <a:lnTo>
                  <a:pt x="166370" y="162813"/>
                </a:lnTo>
                <a:lnTo>
                  <a:pt x="165354" y="165100"/>
                </a:lnTo>
                <a:lnTo>
                  <a:pt x="164465" y="167512"/>
                </a:lnTo>
                <a:lnTo>
                  <a:pt x="163068" y="169037"/>
                </a:lnTo>
                <a:lnTo>
                  <a:pt x="161417" y="169925"/>
                </a:lnTo>
                <a:lnTo>
                  <a:pt x="158496" y="171450"/>
                </a:lnTo>
                <a:lnTo>
                  <a:pt x="154559" y="172212"/>
                </a:lnTo>
                <a:lnTo>
                  <a:pt x="200151" y="172212"/>
                </a:lnTo>
                <a:lnTo>
                  <a:pt x="187579" y="158750"/>
                </a:lnTo>
                <a:lnTo>
                  <a:pt x="187579" y="90804"/>
                </a:lnTo>
                <a:lnTo>
                  <a:pt x="193675" y="84327"/>
                </a:lnTo>
                <a:lnTo>
                  <a:pt x="194930" y="83312"/>
                </a:lnTo>
                <a:lnTo>
                  <a:pt x="187579" y="83312"/>
                </a:lnTo>
                <a:lnTo>
                  <a:pt x="187579" y="16255"/>
                </a:lnTo>
                <a:close/>
              </a:path>
              <a:path w="513079" h="231775">
                <a:moveTo>
                  <a:pt x="232029" y="59562"/>
                </a:moveTo>
                <a:lnTo>
                  <a:pt x="220218" y="59562"/>
                </a:lnTo>
                <a:lnTo>
                  <a:pt x="214884" y="60960"/>
                </a:lnTo>
                <a:lnTo>
                  <a:pt x="187579" y="83312"/>
                </a:lnTo>
                <a:lnTo>
                  <a:pt x="194930" y="83312"/>
                </a:lnTo>
                <a:lnTo>
                  <a:pt x="199009" y="80010"/>
                </a:lnTo>
                <a:lnTo>
                  <a:pt x="203326" y="77850"/>
                </a:lnTo>
                <a:lnTo>
                  <a:pt x="207772" y="75691"/>
                </a:lnTo>
                <a:lnTo>
                  <a:pt x="211962" y="74549"/>
                </a:lnTo>
                <a:lnTo>
                  <a:pt x="250469" y="74549"/>
                </a:lnTo>
                <a:lnTo>
                  <a:pt x="250317" y="74040"/>
                </a:lnTo>
                <a:lnTo>
                  <a:pt x="246887" y="68452"/>
                </a:lnTo>
                <a:lnTo>
                  <a:pt x="242316" y="64897"/>
                </a:lnTo>
                <a:lnTo>
                  <a:pt x="237617" y="61340"/>
                </a:lnTo>
                <a:lnTo>
                  <a:pt x="232029" y="59562"/>
                </a:lnTo>
                <a:close/>
              </a:path>
              <a:path w="513079" h="231775">
                <a:moveTo>
                  <a:pt x="187579" y="0"/>
                </a:moveTo>
                <a:lnTo>
                  <a:pt x="181863" y="0"/>
                </a:lnTo>
                <a:lnTo>
                  <a:pt x="147828" y="13842"/>
                </a:lnTo>
                <a:lnTo>
                  <a:pt x="149606" y="18287"/>
                </a:lnTo>
                <a:lnTo>
                  <a:pt x="153543" y="16890"/>
                </a:lnTo>
                <a:lnTo>
                  <a:pt x="156337" y="16255"/>
                </a:lnTo>
                <a:lnTo>
                  <a:pt x="187579" y="16255"/>
                </a:lnTo>
                <a:lnTo>
                  <a:pt x="187579" y="0"/>
                </a:lnTo>
                <a:close/>
              </a:path>
              <a:path w="513079" h="231775">
                <a:moveTo>
                  <a:pt x="336296" y="59436"/>
                </a:moveTo>
                <a:lnTo>
                  <a:pt x="298704" y="75818"/>
                </a:lnTo>
                <a:lnTo>
                  <a:pt x="283591" y="121412"/>
                </a:lnTo>
                <a:lnTo>
                  <a:pt x="284515" y="134173"/>
                </a:lnTo>
                <a:lnTo>
                  <a:pt x="305887" y="171338"/>
                </a:lnTo>
                <a:lnTo>
                  <a:pt x="333248" y="180339"/>
                </a:lnTo>
                <a:lnTo>
                  <a:pt x="342348" y="179460"/>
                </a:lnTo>
                <a:lnTo>
                  <a:pt x="350615" y="176831"/>
                </a:lnTo>
                <a:lnTo>
                  <a:pt x="358072" y="172464"/>
                </a:lnTo>
                <a:lnTo>
                  <a:pt x="364744" y="166369"/>
                </a:lnTo>
                <a:lnTo>
                  <a:pt x="369730" y="160019"/>
                </a:lnTo>
                <a:lnTo>
                  <a:pt x="342773" y="160019"/>
                </a:lnTo>
                <a:lnTo>
                  <a:pt x="334654" y="159115"/>
                </a:lnTo>
                <a:lnTo>
                  <a:pt x="304307" y="128428"/>
                </a:lnTo>
                <a:lnTo>
                  <a:pt x="301244" y="105790"/>
                </a:lnTo>
                <a:lnTo>
                  <a:pt x="379974" y="105790"/>
                </a:lnTo>
                <a:lnTo>
                  <a:pt x="379433" y="98678"/>
                </a:lnTo>
                <a:lnTo>
                  <a:pt x="301244" y="98678"/>
                </a:lnTo>
                <a:lnTo>
                  <a:pt x="302260" y="89153"/>
                </a:lnTo>
                <a:lnTo>
                  <a:pt x="305435" y="81661"/>
                </a:lnTo>
                <a:lnTo>
                  <a:pt x="310769" y="76326"/>
                </a:lnTo>
                <a:lnTo>
                  <a:pt x="316230" y="70992"/>
                </a:lnTo>
                <a:lnTo>
                  <a:pt x="322453" y="68325"/>
                </a:lnTo>
                <a:lnTo>
                  <a:pt x="363133" y="68325"/>
                </a:lnTo>
                <a:lnTo>
                  <a:pt x="361120" y="66633"/>
                </a:lnTo>
                <a:lnTo>
                  <a:pt x="353695" y="62690"/>
                </a:lnTo>
                <a:lnTo>
                  <a:pt x="345412" y="60295"/>
                </a:lnTo>
                <a:lnTo>
                  <a:pt x="336296" y="59436"/>
                </a:lnTo>
                <a:close/>
              </a:path>
              <a:path w="513079" h="231775">
                <a:moveTo>
                  <a:pt x="376047" y="132841"/>
                </a:moveTo>
                <a:lnTo>
                  <a:pt x="372363" y="142748"/>
                </a:lnTo>
                <a:lnTo>
                  <a:pt x="367792" y="149860"/>
                </a:lnTo>
                <a:lnTo>
                  <a:pt x="362204" y="153924"/>
                </a:lnTo>
                <a:lnTo>
                  <a:pt x="356743" y="157987"/>
                </a:lnTo>
                <a:lnTo>
                  <a:pt x="350266" y="160019"/>
                </a:lnTo>
                <a:lnTo>
                  <a:pt x="369730" y="160019"/>
                </a:lnTo>
                <a:lnTo>
                  <a:pt x="370433" y="159115"/>
                </a:lnTo>
                <a:lnTo>
                  <a:pt x="374840" y="151590"/>
                </a:lnTo>
                <a:lnTo>
                  <a:pt x="378031" y="143670"/>
                </a:lnTo>
                <a:lnTo>
                  <a:pt x="379984" y="135381"/>
                </a:lnTo>
                <a:lnTo>
                  <a:pt x="376047" y="132841"/>
                </a:lnTo>
                <a:close/>
              </a:path>
              <a:path w="513079" h="231775">
                <a:moveTo>
                  <a:pt x="379974" y="105790"/>
                </a:moveTo>
                <a:lnTo>
                  <a:pt x="301244" y="105790"/>
                </a:lnTo>
                <a:lnTo>
                  <a:pt x="379984" y="105917"/>
                </a:lnTo>
                <a:close/>
              </a:path>
              <a:path w="513079" h="231775">
                <a:moveTo>
                  <a:pt x="363133" y="68325"/>
                </a:moveTo>
                <a:lnTo>
                  <a:pt x="333756" y="68325"/>
                </a:lnTo>
                <a:lnTo>
                  <a:pt x="338074" y="69595"/>
                </a:lnTo>
                <a:lnTo>
                  <a:pt x="346201" y="74929"/>
                </a:lnTo>
                <a:lnTo>
                  <a:pt x="353949" y="98678"/>
                </a:lnTo>
                <a:lnTo>
                  <a:pt x="379433" y="98678"/>
                </a:lnTo>
                <a:lnTo>
                  <a:pt x="379220" y="95871"/>
                </a:lnTo>
                <a:lnTo>
                  <a:pt x="376920" y="86883"/>
                </a:lnTo>
                <a:lnTo>
                  <a:pt x="373072" y="78968"/>
                </a:lnTo>
                <a:lnTo>
                  <a:pt x="367665" y="72136"/>
                </a:lnTo>
                <a:lnTo>
                  <a:pt x="363133" y="68325"/>
                </a:lnTo>
                <a:close/>
              </a:path>
              <a:path w="513079" h="231775">
                <a:moveTo>
                  <a:pt x="409829" y="206248"/>
                </a:moveTo>
                <a:lnTo>
                  <a:pt x="403098" y="206248"/>
                </a:lnTo>
                <a:lnTo>
                  <a:pt x="399923" y="207390"/>
                </a:lnTo>
                <a:lnTo>
                  <a:pt x="397637" y="209423"/>
                </a:lnTo>
                <a:lnTo>
                  <a:pt x="395350" y="211581"/>
                </a:lnTo>
                <a:lnTo>
                  <a:pt x="394208" y="214375"/>
                </a:lnTo>
                <a:lnTo>
                  <a:pt x="394208" y="221487"/>
                </a:lnTo>
                <a:lnTo>
                  <a:pt x="395859" y="224789"/>
                </a:lnTo>
                <a:lnTo>
                  <a:pt x="398907" y="227584"/>
                </a:lnTo>
                <a:lnTo>
                  <a:pt x="402082" y="230377"/>
                </a:lnTo>
                <a:lnTo>
                  <a:pt x="406146" y="231775"/>
                </a:lnTo>
                <a:lnTo>
                  <a:pt x="417703" y="231775"/>
                </a:lnTo>
                <a:lnTo>
                  <a:pt x="442997" y="210947"/>
                </a:lnTo>
                <a:lnTo>
                  <a:pt x="423672" y="210947"/>
                </a:lnTo>
                <a:lnTo>
                  <a:pt x="421513" y="210312"/>
                </a:lnTo>
                <a:lnTo>
                  <a:pt x="413512" y="207263"/>
                </a:lnTo>
                <a:lnTo>
                  <a:pt x="409829" y="206248"/>
                </a:lnTo>
                <a:close/>
              </a:path>
              <a:path w="513079" h="231775">
                <a:moveTo>
                  <a:pt x="441579" y="62991"/>
                </a:moveTo>
                <a:lnTo>
                  <a:pt x="388493" y="62991"/>
                </a:lnTo>
                <a:lnTo>
                  <a:pt x="388493" y="67563"/>
                </a:lnTo>
                <a:lnTo>
                  <a:pt x="392684" y="68579"/>
                </a:lnTo>
                <a:lnTo>
                  <a:pt x="395732" y="69723"/>
                </a:lnTo>
                <a:lnTo>
                  <a:pt x="408686" y="86487"/>
                </a:lnTo>
                <a:lnTo>
                  <a:pt x="449580" y="172465"/>
                </a:lnTo>
                <a:lnTo>
                  <a:pt x="441451" y="192150"/>
                </a:lnTo>
                <a:lnTo>
                  <a:pt x="438531" y="199516"/>
                </a:lnTo>
                <a:lnTo>
                  <a:pt x="435483" y="204469"/>
                </a:lnTo>
                <a:lnTo>
                  <a:pt x="432562" y="207010"/>
                </a:lnTo>
                <a:lnTo>
                  <a:pt x="429641" y="209676"/>
                </a:lnTo>
                <a:lnTo>
                  <a:pt x="426974" y="210947"/>
                </a:lnTo>
                <a:lnTo>
                  <a:pt x="442997" y="210947"/>
                </a:lnTo>
                <a:lnTo>
                  <a:pt x="445964" y="206140"/>
                </a:lnTo>
                <a:lnTo>
                  <a:pt x="449580" y="198374"/>
                </a:lnTo>
                <a:lnTo>
                  <a:pt x="470579" y="146938"/>
                </a:lnTo>
                <a:lnTo>
                  <a:pt x="459486" y="146938"/>
                </a:lnTo>
                <a:lnTo>
                  <a:pt x="431800" y="89535"/>
                </a:lnTo>
                <a:lnTo>
                  <a:pt x="429133" y="83819"/>
                </a:lnTo>
                <a:lnTo>
                  <a:pt x="427815" y="79628"/>
                </a:lnTo>
                <a:lnTo>
                  <a:pt x="427736" y="73660"/>
                </a:lnTo>
                <a:lnTo>
                  <a:pt x="428751" y="71627"/>
                </a:lnTo>
                <a:lnTo>
                  <a:pt x="432435" y="68452"/>
                </a:lnTo>
                <a:lnTo>
                  <a:pt x="435229" y="67690"/>
                </a:lnTo>
                <a:lnTo>
                  <a:pt x="441579" y="67690"/>
                </a:lnTo>
                <a:lnTo>
                  <a:pt x="441579" y="62991"/>
                </a:lnTo>
                <a:close/>
              </a:path>
              <a:path w="513079" h="231775">
                <a:moveTo>
                  <a:pt x="512825" y="63118"/>
                </a:moveTo>
                <a:lnTo>
                  <a:pt x="475742" y="63118"/>
                </a:lnTo>
                <a:lnTo>
                  <a:pt x="475742" y="67690"/>
                </a:lnTo>
                <a:lnTo>
                  <a:pt x="479298" y="67690"/>
                </a:lnTo>
                <a:lnTo>
                  <a:pt x="481838" y="67944"/>
                </a:lnTo>
                <a:lnTo>
                  <a:pt x="484632" y="68961"/>
                </a:lnTo>
                <a:lnTo>
                  <a:pt x="485648" y="69723"/>
                </a:lnTo>
                <a:lnTo>
                  <a:pt x="486283" y="70612"/>
                </a:lnTo>
                <a:lnTo>
                  <a:pt x="486918" y="71374"/>
                </a:lnTo>
                <a:lnTo>
                  <a:pt x="487087" y="72136"/>
                </a:lnTo>
                <a:lnTo>
                  <a:pt x="487172" y="77342"/>
                </a:lnTo>
                <a:lnTo>
                  <a:pt x="486410" y="80644"/>
                </a:lnTo>
                <a:lnTo>
                  <a:pt x="459486" y="146938"/>
                </a:lnTo>
                <a:lnTo>
                  <a:pt x="470579" y="146938"/>
                </a:lnTo>
                <a:lnTo>
                  <a:pt x="496356" y="83819"/>
                </a:lnTo>
                <a:lnTo>
                  <a:pt x="505713" y="69723"/>
                </a:lnTo>
                <a:lnTo>
                  <a:pt x="507365" y="68706"/>
                </a:lnTo>
                <a:lnTo>
                  <a:pt x="509650" y="68072"/>
                </a:lnTo>
                <a:lnTo>
                  <a:pt x="512825" y="67690"/>
                </a:lnTo>
                <a:lnTo>
                  <a:pt x="512825" y="63118"/>
                </a:lnTo>
                <a:close/>
              </a:path>
            </a:pathLst>
          </a:custGeom>
          <a:solidFill>
            <a:srgbClr val="000000"/>
          </a:solidFill>
        </p:spPr>
        <p:txBody>
          <a:bodyPr wrap="square" lIns="0" tIns="0" rIns="0" bIns="0" rtlCol="0"/>
          <a:lstStyle/>
          <a:p>
            <a:endParaRPr/>
          </a:p>
        </p:txBody>
      </p:sp>
      <p:pic>
        <p:nvPicPr>
          <p:cNvPr id="19" name="object 19"/>
          <p:cNvPicPr/>
          <p:nvPr/>
        </p:nvPicPr>
        <p:blipFill>
          <a:blip r:embed="rId12" cstate="print"/>
          <a:stretch>
            <a:fillRect/>
          </a:stretch>
        </p:blipFill>
        <p:spPr>
          <a:xfrm>
            <a:off x="5452857" y="1636522"/>
            <a:ext cx="732550" cy="205358"/>
          </a:xfrm>
          <a:prstGeom prst="rect">
            <a:avLst/>
          </a:prstGeom>
        </p:spPr>
      </p:pic>
      <p:sp>
        <p:nvSpPr>
          <p:cNvPr id="20" name="object 20"/>
          <p:cNvSpPr/>
          <p:nvPr/>
        </p:nvSpPr>
        <p:spPr>
          <a:xfrm>
            <a:off x="6275704" y="1611122"/>
            <a:ext cx="579755" cy="180975"/>
          </a:xfrm>
          <a:custGeom>
            <a:avLst/>
            <a:gdLst/>
            <a:ahLst/>
            <a:cxnLst/>
            <a:rect l="l" t="t" r="r" b="b"/>
            <a:pathLst>
              <a:path w="579754" h="180975">
                <a:moveTo>
                  <a:pt x="39725" y="16255"/>
                </a:moveTo>
                <a:lnTo>
                  <a:pt x="8128" y="16255"/>
                </a:lnTo>
                <a:lnTo>
                  <a:pt x="10414" y="16382"/>
                </a:lnTo>
                <a:lnTo>
                  <a:pt x="12446" y="16382"/>
                </a:lnTo>
                <a:lnTo>
                  <a:pt x="14097" y="16890"/>
                </a:lnTo>
                <a:lnTo>
                  <a:pt x="19177" y="34925"/>
                </a:lnTo>
                <a:lnTo>
                  <a:pt x="19177" y="165862"/>
                </a:lnTo>
                <a:lnTo>
                  <a:pt x="26289" y="170687"/>
                </a:lnTo>
                <a:lnTo>
                  <a:pt x="33274" y="174243"/>
                </a:lnTo>
                <a:lnTo>
                  <a:pt x="46862" y="179069"/>
                </a:lnTo>
                <a:lnTo>
                  <a:pt x="53594" y="180212"/>
                </a:lnTo>
                <a:lnTo>
                  <a:pt x="60198" y="180212"/>
                </a:lnTo>
                <a:lnTo>
                  <a:pt x="70606" y="179232"/>
                </a:lnTo>
                <a:lnTo>
                  <a:pt x="80502" y="176275"/>
                </a:lnTo>
                <a:lnTo>
                  <a:pt x="89898" y="171319"/>
                </a:lnTo>
                <a:lnTo>
                  <a:pt x="90055" y="171195"/>
                </a:lnTo>
                <a:lnTo>
                  <a:pt x="61849" y="171195"/>
                </a:lnTo>
                <a:lnTo>
                  <a:pt x="57277" y="170179"/>
                </a:lnTo>
                <a:lnTo>
                  <a:pt x="39624" y="90550"/>
                </a:lnTo>
                <a:lnTo>
                  <a:pt x="44831" y="85598"/>
                </a:lnTo>
                <a:lnTo>
                  <a:pt x="48699" y="82550"/>
                </a:lnTo>
                <a:lnTo>
                  <a:pt x="39624" y="82550"/>
                </a:lnTo>
                <a:lnTo>
                  <a:pt x="39725" y="16255"/>
                </a:lnTo>
                <a:close/>
              </a:path>
              <a:path w="579754" h="180975">
                <a:moveTo>
                  <a:pt x="107764" y="77215"/>
                </a:moveTo>
                <a:lnTo>
                  <a:pt x="73787" y="77215"/>
                </a:lnTo>
                <a:lnTo>
                  <a:pt x="81153" y="81152"/>
                </a:lnTo>
                <a:lnTo>
                  <a:pt x="87757" y="89026"/>
                </a:lnTo>
                <a:lnTo>
                  <a:pt x="91997" y="95553"/>
                </a:lnTo>
                <a:lnTo>
                  <a:pt x="95011" y="103330"/>
                </a:lnTo>
                <a:lnTo>
                  <a:pt x="96811" y="112369"/>
                </a:lnTo>
                <a:lnTo>
                  <a:pt x="97409" y="122681"/>
                </a:lnTo>
                <a:lnTo>
                  <a:pt x="96809" y="133800"/>
                </a:lnTo>
                <a:lnTo>
                  <a:pt x="74168" y="171195"/>
                </a:lnTo>
                <a:lnTo>
                  <a:pt x="90055" y="171195"/>
                </a:lnTo>
                <a:lnTo>
                  <a:pt x="117683" y="129976"/>
                </a:lnTo>
                <a:lnTo>
                  <a:pt x="118999" y="115569"/>
                </a:lnTo>
                <a:lnTo>
                  <a:pt x="118169" y="103284"/>
                </a:lnTo>
                <a:lnTo>
                  <a:pt x="115697" y="92344"/>
                </a:lnTo>
                <a:lnTo>
                  <a:pt x="111605" y="82762"/>
                </a:lnTo>
                <a:lnTo>
                  <a:pt x="107764" y="77215"/>
                </a:lnTo>
                <a:close/>
              </a:path>
              <a:path w="579754" h="180975">
                <a:moveTo>
                  <a:pt x="75311" y="59562"/>
                </a:moveTo>
                <a:lnTo>
                  <a:pt x="65930" y="61011"/>
                </a:lnTo>
                <a:lnTo>
                  <a:pt x="56848" y="65341"/>
                </a:lnTo>
                <a:lnTo>
                  <a:pt x="48075" y="72528"/>
                </a:lnTo>
                <a:lnTo>
                  <a:pt x="39624" y="82550"/>
                </a:lnTo>
                <a:lnTo>
                  <a:pt x="48699" y="82550"/>
                </a:lnTo>
                <a:lnTo>
                  <a:pt x="49022" y="82295"/>
                </a:lnTo>
                <a:lnTo>
                  <a:pt x="52324" y="80644"/>
                </a:lnTo>
                <a:lnTo>
                  <a:pt x="56769" y="78358"/>
                </a:lnTo>
                <a:lnTo>
                  <a:pt x="61087" y="77215"/>
                </a:lnTo>
                <a:lnTo>
                  <a:pt x="107764" y="77215"/>
                </a:lnTo>
                <a:lnTo>
                  <a:pt x="105918" y="74549"/>
                </a:lnTo>
                <a:lnTo>
                  <a:pt x="99135" y="68028"/>
                </a:lnTo>
                <a:lnTo>
                  <a:pt x="91757" y="63341"/>
                </a:lnTo>
                <a:lnTo>
                  <a:pt x="83808" y="60511"/>
                </a:lnTo>
                <a:lnTo>
                  <a:pt x="75311" y="59562"/>
                </a:lnTo>
                <a:close/>
              </a:path>
              <a:path w="579754" h="180975">
                <a:moveTo>
                  <a:pt x="39750" y="0"/>
                </a:moveTo>
                <a:lnTo>
                  <a:pt x="34162" y="0"/>
                </a:lnTo>
                <a:lnTo>
                  <a:pt x="0" y="13969"/>
                </a:lnTo>
                <a:lnTo>
                  <a:pt x="1650" y="18287"/>
                </a:lnTo>
                <a:lnTo>
                  <a:pt x="5207" y="17017"/>
                </a:lnTo>
                <a:lnTo>
                  <a:pt x="8128" y="16255"/>
                </a:lnTo>
                <a:lnTo>
                  <a:pt x="39725" y="16255"/>
                </a:lnTo>
                <a:lnTo>
                  <a:pt x="39750" y="0"/>
                </a:lnTo>
                <a:close/>
              </a:path>
              <a:path w="579754" h="180975">
                <a:moveTo>
                  <a:pt x="213360" y="67310"/>
                </a:moveTo>
                <a:lnTo>
                  <a:pt x="186817" y="67310"/>
                </a:lnTo>
                <a:lnTo>
                  <a:pt x="192024" y="69341"/>
                </a:lnTo>
                <a:lnTo>
                  <a:pt x="195580" y="73660"/>
                </a:lnTo>
                <a:lnTo>
                  <a:pt x="199262" y="77850"/>
                </a:lnTo>
                <a:lnTo>
                  <a:pt x="201041" y="85598"/>
                </a:lnTo>
                <a:lnTo>
                  <a:pt x="201041" y="101473"/>
                </a:lnTo>
                <a:lnTo>
                  <a:pt x="187400" y="106594"/>
                </a:lnTo>
                <a:lnTo>
                  <a:pt x="175831" y="111299"/>
                </a:lnTo>
                <a:lnTo>
                  <a:pt x="141350" y="135508"/>
                </a:lnTo>
                <a:lnTo>
                  <a:pt x="138811" y="139573"/>
                </a:lnTo>
                <a:lnTo>
                  <a:pt x="137541" y="144272"/>
                </a:lnTo>
                <a:lnTo>
                  <a:pt x="137541" y="158623"/>
                </a:lnTo>
                <a:lnTo>
                  <a:pt x="140081" y="165735"/>
                </a:lnTo>
                <a:lnTo>
                  <a:pt x="145279" y="171195"/>
                </a:lnTo>
                <a:lnTo>
                  <a:pt x="150241" y="176529"/>
                </a:lnTo>
                <a:lnTo>
                  <a:pt x="156845" y="179197"/>
                </a:lnTo>
                <a:lnTo>
                  <a:pt x="169672" y="179197"/>
                </a:lnTo>
                <a:lnTo>
                  <a:pt x="195250" y="164845"/>
                </a:lnTo>
                <a:lnTo>
                  <a:pt x="171450" y="164845"/>
                </a:lnTo>
                <a:lnTo>
                  <a:pt x="167386" y="162813"/>
                </a:lnTo>
                <a:lnTo>
                  <a:pt x="160274" y="154939"/>
                </a:lnTo>
                <a:lnTo>
                  <a:pt x="158496" y="149987"/>
                </a:lnTo>
                <a:lnTo>
                  <a:pt x="158496" y="139318"/>
                </a:lnTo>
                <a:lnTo>
                  <a:pt x="192446" y="112472"/>
                </a:lnTo>
                <a:lnTo>
                  <a:pt x="201041" y="108965"/>
                </a:lnTo>
                <a:lnTo>
                  <a:pt x="221487" y="108965"/>
                </a:lnTo>
                <a:lnTo>
                  <a:pt x="221487" y="87756"/>
                </a:lnTo>
                <a:lnTo>
                  <a:pt x="220725" y="80390"/>
                </a:lnTo>
                <a:lnTo>
                  <a:pt x="219329" y="76835"/>
                </a:lnTo>
                <a:lnTo>
                  <a:pt x="216916" y="71374"/>
                </a:lnTo>
                <a:lnTo>
                  <a:pt x="213360" y="67310"/>
                </a:lnTo>
                <a:close/>
              </a:path>
              <a:path w="579754" h="180975">
                <a:moveTo>
                  <a:pt x="222797" y="160527"/>
                </a:moveTo>
                <a:lnTo>
                  <a:pt x="200914" y="160527"/>
                </a:lnTo>
                <a:lnTo>
                  <a:pt x="201041" y="167258"/>
                </a:lnTo>
                <a:lnTo>
                  <a:pt x="202311" y="172085"/>
                </a:lnTo>
                <a:lnTo>
                  <a:pt x="204724" y="174878"/>
                </a:lnTo>
                <a:lnTo>
                  <a:pt x="207010" y="177673"/>
                </a:lnTo>
                <a:lnTo>
                  <a:pt x="210312" y="179069"/>
                </a:lnTo>
                <a:lnTo>
                  <a:pt x="214375" y="179069"/>
                </a:lnTo>
                <a:lnTo>
                  <a:pt x="220755" y="177923"/>
                </a:lnTo>
                <a:lnTo>
                  <a:pt x="227314" y="174466"/>
                </a:lnTo>
                <a:lnTo>
                  <a:pt x="234039" y="168675"/>
                </a:lnTo>
                <a:lnTo>
                  <a:pt x="238452" y="163449"/>
                </a:lnTo>
                <a:lnTo>
                  <a:pt x="226187" y="163449"/>
                </a:lnTo>
                <a:lnTo>
                  <a:pt x="225044" y="163067"/>
                </a:lnTo>
                <a:lnTo>
                  <a:pt x="224155" y="162178"/>
                </a:lnTo>
                <a:lnTo>
                  <a:pt x="223139" y="161416"/>
                </a:lnTo>
                <a:lnTo>
                  <a:pt x="222797" y="160527"/>
                </a:lnTo>
                <a:close/>
              </a:path>
              <a:path w="579754" h="180975">
                <a:moveTo>
                  <a:pt x="221487" y="108965"/>
                </a:moveTo>
                <a:lnTo>
                  <a:pt x="201041" y="108965"/>
                </a:lnTo>
                <a:lnTo>
                  <a:pt x="200914" y="152400"/>
                </a:lnTo>
                <a:lnTo>
                  <a:pt x="193579" y="157827"/>
                </a:lnTo>
                <a:lnTo>
                  <a:pt x="187007" y="161718"/>
                </a:lnTo>
                <a:lnTo>
                  <a:pt x="181197" y="164062"/>
                </a:lnTo>
                <a:lnTo>
                  <a:pt x="176149" y="164845"/>
                </a:lnTo>
                <a:lnTo>
                  <a:pt x="195250" y="164845"/>
                </a:lnTo>
                <a:lnTo>
                  <a:pt x="200914" y="160527"/>
                </a:lnTo>
                <a:lnTo>
                  <a:pt x="222797" y="160527"/>
                </a:lnTo>
                <a:lnTo>
                  <a:pt x="222504" y="159765"/>
                </a:lnTo>
                <a:lnTo>
                  <a:pt x="222123" y="157352"/>
                </a:lnTo>
                <a:lnTo>
                  <a:pt x="221640" y="154939"/>
                </a:lnTo>
                <a:lnTo>
                  <a:pt x="221522" y="149987"/>
                </a:lnTo>
                <a:lnTo>
                  <a:pt x="221487" y="108965"/>
                </a:lnTo>
                <a:close/>
              </a:path>
              <a:path w="579754" h="180975">
                <a:moveTo>
                  <a:pt x="240919" y="153542"/>
                </a:moveTo>
                <a:lnTo>
                  <a:pt x="235966" y="158495"/>
                </a:lnTo>
                <a:lnTo>
                  <a:pt x="232664" y="161543"/>
                </a:lnTo>
                <a:lnTo>
                  <a:pt x="230886" y="162560"/>
                </a:lnTo>
                <a:lnTo>
                  <a:pt x="229870" y="163194"/>
                </a:lnTo>
                <a:lnTo>
                  <a:pt x="228726" y="163449"/>
                </a:lnTo>
                <a:lnTo>
                  <a:pt x="238452" y="163449"/>
                </a:lnTo>
                <a:lnTo>
                  <a:pt x="240919" y="160527"/>
                </a:lnTo>
                <a:lnTo>
                  <a:pt x="240919" y="153542"/>
                </a:lnTo>
                <a:close/>
              </a:path>
              <a:path w="579754" h="180975">
                <a:moveTo>
                  <a:pt x="193675" y="59689"/>
                </a:moveTo>
                <a:lnTo>
                  <a:pt x="183642" y="59689"/>
                </a:lnTo>
                <a:lnTo>
                  <a:pt x="174303" y="60239"/>
                </a:lnTo>
                <a:lnTo>
                  <a:pt x="141986" y="81152"/>
                </a:lnTo>
                <a:lnTo>
                  <a:pt x="142063" y="92201"/>
                </a:lnTo>
                <a:lnTo>
                  <a:pt x="142875" y="94868"/>
                </a:lnTo>
                <a:lnTo>
                  <a:pt x="145019" y="97154"/>
                </a:lnTo>
                <a:lnTo>
                  <a:pt x="146812" y="99187"/>
                </a:lnTo>
                <a:lnTo>
                  <a:pt x="149352" y="100329"/>
                </a:lnTo>
                <a:lnTo>
                  <a:pt x="155575" y="100329"/>
                </a:lnTo>
                <a:lnTo>
                  <a:pt x="158115" y="99313"/>
                </a:lnTo>
                <a:lnTo>
                  <a:pt x="160147" y="97027"/>
                </a:lnTo>
                <a:lnTo>
                  <a:pt x="162052" y="95123"/>
                </a:lnTo>
                <a:lnTo>
                  <a:pt x="162941" y="92201"/>
                </a:lnTo>
                <a:lnTo>
                  <a:pt x="162842" y="85598"/>
                </a:lnTo>
                <a:lnTo>
                  <a:pt x="162687" y="81152"/>
                </a:lnTo>
                <a:lnTo>
                  <a:pt x="162687" y="77469"/>
                </a:lnTo>
                <a:lnTo>
                  <a:pt x="164337" y="74294"/>
                </a:lnTo>
                <a:lnTo>
                  <a:pt x="167512" y="71500"/>
                </a:lnTo>
                <a:lnTo>
                  <a:pt x="170561" y="68706"/>
                </a:lnTo>
                <a:lnTo>
                  <a:pt x="174625" y="67310"/>
                </a:lnTo>
                <a:lnTo>
                  <a:pt x="213360" y="67310"/>
                </a:lnTo>
                <a:lnTo>
                  <a:pt x="208407" y="64769"/>
                </a:lnTo>
                <a:lnTo>
                  <a:pt x="202057" y="61340"/>
                </a:lnTo>
                <a:lnTo>
                  <a:pt x="193675" y="59689"/>
                </a:lnTo>
                <a:close/>
              </a:path>
              <a:path w="579754" h="180975">
                <a:moveTo>
                  <a:pt x="311464" y="175387"/>
                </a:moveTo>
                <a:lnTo>
                  <a:pt x="263017" y="175387"/>
                </a:lnTo>
                <a:lnTo>
                  <a:pt x="265175" y="175894"/>
                </a:lnTo>
                <a:lnTo>
                  <a:pt x="267970" y="176656"/>
                </a:lnTo>
                <a:lnTo>
                  <a:pt x="276860" y="179197"/>
                </a:lnTo>
                <a:lnTo>
                  <a:pt x="284861" y="180466"/>
                </a:lnTo>
                <a:lnTo>
                  <a:pt x="291846" y="180466"/>
                </a:lnTo>
                <a:lnTo>
                  <a:pt x="298918" y="179871"/>
                </a:lnTo>
                <a:lnTo>
                  <a:pt x="305657" y="178085"/>
                </a:lnTo>
                <a:lnTo>
                  <a:pt x="311464" y="175387"/>
                </a:lnTo>
                <a:close/>
              </a:path>
              <a:path w="579754" h="180975">
                <a:moveTo>
                  <a:pt x="256794" y="138049"/>
                </a:moveTo>
                <a:lnTo>
                  <a:pt x="252729" y="138049"/>
                </a:lnTo>
                <a:lnTo>
                  <a:pt x="252602" y="178688"/>
                </a:lnTo>
                <a:lnTo>
                  <a:pt x="256794" y="178688"/>
                </a:lnTo>
                <a:lnTo>
                  <a:pt x="257810" y="176529"/>
                </a:lnTo>
                <a:lnTo>
                  <a:pt x="259334" y="175387"/>
                </a:lnTo>
                <a:lnTo>
                  <a:pt x="311464" y="175387"/>
                </a:lnTo>
                <a:lnTo>
                  <a:pt x="312062" y="175109"/>
                </a:lnTo>
                <a:lnTo>
                  <a:pt x="314989" y="173100"/>
                </a:lnTo>
                <a:lnTo>
                  <a:pt x="283972" y="173100"/>
                </a:lnTo>
                <a:lnTo>
                  <a:pt x="276605" y="170179"/>
                </a:lnTo>
                <a:lnTo>
                  <a:pt x="270128" y="164211"/>
                </a:lnTo>
                <a:lnTo>
                  <a:pt x="265580" y="159283"/>
                </a:lnTo>
                <a:lnTo>
                  <a:pt x="261842" y="153273"/>
                </a:lnTo>
                <a:lnTo>
                  <a:pt x="258913" y="146190"/>
                </a:lnTo>
                <a:lnTo>
                  <a:pt x="256794" y="138049"/>
                </a:lnTo>
                <a:close/>
              </a:path>
              <a:path w="579754" h="180975">
                <a:moveTo>
                  <a:pt x="291211" y="59689"/>
                </a:moveTo>
                <a:lnTo>
                  <a:pt x="286766" y="59689"/>
                </a:lnTo>
                <a:lnTo>
                  <a:pt x="279501" y="60285"/>
                </a:lnTo>
                <a:lnTo>
                  <a:pt x="252222" y="92710"/>
                </a:lnTo>
                <a:lnTo>
                  <a:pt x="252222" y="99822"/>
                </a:lnTo>
                <a:lnTo>
                  <a:pt x="289647" y="131030"/>
                </a:lnTo>
                <a:lnTo>
                  <a:pt x="296386" y="134921"/>
                </a:lnTo>
                <a:lnTo>
                  <a:pt x="301648" y="138408"/>
                </a:lnTo>
                <a:lnTo>
                  <a:pt x="305435" y="141477"/>
                </a:lnTo>
                <a:lnTo>
                  <a:pt x="309499" y="145414"/>
                </a:lnTo>
                <a:lnTo>
                  <a:pt x="311403" y="150240"/>
                </a:lnTo>
                <a:lnTo>
                  <a:pt x="311403" y="160654"/>
                </a:lnTo>
                <a:lnTo>
                  <a:pt x="309625" y="164718"/>
                </a:lnTo>
                <a:lnTo>
                  <a:pt x="302387" y="171450"/>
                </a:lnTo>
                <a:lnTo>
                  <a:pt x="297815" y="173100"/>
                </a:lnTo>
                <a:lnTo>
                  <a:pt x="314989" y="173100"/>
                </a:lnTo>
                <a:lnTo>
                  <a:pt x="329792" y="146190"/>
                </a:lnTo>
                <a:lnTo>
                  <a:pt x="329735" y="145414"/>
                </a:lnTo>
                <a:lnTo>
                  <a:pt x="304673" y="113411"/>
                </a:lnTo>
                <a:lnTo>
                  <a:pt x="278638" y="100837"/>
                </a:lnTo>
                <a:lnTo>
                  <a:pt x="273430" y="97154"/>
                </a:lnTo>
                <a:lnTo>
                  <a:pt x="270891" y="93725"/>
                </a:lnTo>
                <a:lnTo>
                  <a:pt x="268224" y="90424"/>
                </a:lnTo>
                <a:lnTo>
                  <a:pt x="266953" y="86487"/>
                </a:lnTo>
                <a:lnTo>
                  <a:pt x="266953" y="78104"/>
                </a:lnTo>
                <a:lnTo>
                  <a:pt x="268731" y="74675"/>
                </a:lnTo>
                <a:lnTo>
                  <a:pt x="275844" y="68579"/>
                </a:lnTo>
                <a:lnTo>
                  <a:pt x="280543" y="67055"/>
                </a:lnTo>
                <a:lnTo>
                  <a:pt x="321310" y="67055"/>
                </a:lnTo>
                <a:lnTo>
                  <a:pt x="321310" y="64515"/>
                </a:lnTo>
                <a:lnTo>
                  <a:pt x="310134" y="64515"/>
                </a:lnTo>
                <a:lnTo>
                  <a:pt x="307340" y="63880"/>
                </a:lnTo>
                <a:lnTo>
                  <a:pt x="296672" y="60705"/>
                </a:lnTo>
                <a:lnTo>
                  <a:pt x="291211" y="59689"/>
                </a:lnTo>
                <a:close/>
              </a:path>
              <a:path w="579754" h="180975">
                <a:moveTo>
                  <a:pt x="321310" y="67055"/>
                </a:moveTo>
                <a:lnTo>
                  <a:pt x="293877" y="67055"/>
                </a:lnTo>
                <a:lnTo>
                  <a:pt x="300227" y="69341"/>
                </a:lnTo>
                <a:lnTo>
                  <a:pt x="305053" y="73660"/>
                </a:lnTo>
                <a:lnTo>
                  <a:pt x="308602" y="77710"/>
                </a:lnTo>
                <a:lnTo>
                  <a:pt x="311816" y="83200"/>
                </a:lnTo>
                <a:lnTo>
                  <a:pt x="314698" y="90144"/>
                </a:lnTo>
                <a:lnTo>
                  <a:pt x="317246" y="98551"/>
                </a:lnTo>
                <a:lnTo>
                  <a:pt x="321310" y="98551"/>
                </a:lnTo>
                <a:lnTo>
                  <a:pt x="321310" y="67055"/>
                </a:lnTo>
                <a:close/>
              </a:path>
              <a:path w="579754" h="180975">
                <a:moveTo>
                  <a:pt x="321310" y="59816"/>
                </a:moveTo>
                <a:lnTo>
                  <a:pt x="317246" y="59816"/>
                </a:lnTo>
                <a:lnTo>
                  <a:pt x="316229" y="61722"/>
                </a:lnTo>
                <a:lnTo>
                  <a:pt x="315341" y="62991"/>
                </a:lnTo>
                <a:lnTo>
                  <a:pt x="313944" y="64135"/>
                </a:lnTo>
                <a:lnTo>
                  <a:pt x="312800" y="64515"/>
                </a:lnTo>
                <a:lnTo>
                  <a:pt x="321310" y="64515"/>
                </a:lnTo>
                <a:lnTo>
                  <a:pt x="321310" y="59816"/>
                </a:lnTo>
                <a:close/>
              </a:path>
              <a:path w="579754" h="180975">
                <a:moveTo>
                  <a:pt x="400939" y="59689"/>
                </a:moveTo>
                <a:lnTo>
                  <a:pt x="363347" y="76073"/>
                </a:lnTo>
                <a:lnTo>
                  <a:pt x="348234" y="121538"/>
                </a:lnTo>
                <a:lnTo>
                  <a:pt x="349158" y="134354"/>
                </a:lnTo>
                <a:lnTo>
                  <a:pt x="370530" y="171465"/>
                </a:lnTo>
                <a:lnTo>
                  <a:pt x="397891" y="180466"/>
                </a:lnTo>
                <a:lnTo>
                  <a:pt x="406991" y="179605"/>
                </a:lnTo>
                <a:lnTo>
                  <a:pt x="415258" y="177006"/>
                </a:lnTo>
                <a:lnTo>
                  <a:pt x="422715" y="172644"/>
                </a:lnTo>
                <a:lnTo>
                  <a:pt x="429387" y="166497"/>
                </a:lnTo>
                <a:lnTo>
                  <a:pt x="434310" y="160274"/>
                </a:lnTo>
                <a:lnTo>
                  <a:pt x="407416" y="160274"/>
                </a:lnTo>
                <a:lnTo>
                  <a:pt x="399297" y="159369"/>
                </a:lnTo>
                <a:lnTo>
                  <a:pt x="368950" y="128635"/>
                </a:lnTo>
                <a:lnTo>
                  <a:pt x="365887" y="106044"/>
                </a:lnTo>
                <a:lnTo>
                  <a:pt x="444626" y="106044"/>
                </a:lnTo>
                <a:lnTo>
                  <a:pt x="444075" y="98805"/>
                </a:lnTo>
                <a:lnTo>
                  <a:pt x="365887" y="98805"/>
                </a:lnTo>
                <a:lnTo>
                  <a:pt x="366902" y="89280"/>
                </a:lnTo>
                <a:lnTo>
                  <a:pt x="370077" y="81914"/>
                </a:lnTo>
                <a:lnTo>
                  <a:pt x="375412" y="76453"/>
                </a:lnTo>
                <a:lnTo>
                  <a:pt x="380873" y="71119"/>
                </a:lnTo>
                <a:lnTo>
                  <a:pt x="387096" y="68452"/>
                </a:lnTo>
                <a:lnTo>
                  <a:pt x="427775" y="68452"/>
                </a:lnTo>
                <a:lnTo>
                  <a:pt x="425763" y="66762"/>
                </a:lnTo>
                <a:lnTo>
                  <a:pt x="418338" y="62833"/>
                </a:lnTo>
                <a:lnTo>
                  <a:pt x="410055" y="60475"/>
                </a:lnTo>
                <a:lnTo>
                  <a:pt x="400939" y="59689"/>
                </a:lnTo>
                <a:close/>
              </a:path>
              <a:path w="579754" h="180975">
                <a:moveTo>
                  <a:pt x="440690" y="133095"/>
                </a:moveTo>
                <a:lnTo>
                  <a:pt x="437006" y="143001"/>
                </a:lnTo>
                <a:lnTo>
                  <a:pt x="432435" y="149987"/>
                </a:lnTo>
                <a:lnTo>
                  <a:pt x="426847" y="154050"/>
                </a:lnTo>
                <a:lnTo>
                  <a:pt x="421386" y="158241"/>
                </a:lnTo>
                <a:lnTo>
                  <a:pt x="414909" y="160274"/>
                </a:lnTo>
                <a:lnTo>
                  <a:pt x="434310" y="160274"/>
                </a:lnTo>
                <a:lnTo>
                  <a:pt x="435054" y="159333"/>
                </a:lnTo>
                <a:lnTo>
                  <a:pt x="439483" y="151764"/>
                </a:lnTo>
                <a:lnTo>
                  <a:pt x="442674" y="143815"/>
                </a:lnTo>
                <a:lnTo>
                  <a:pt x="444626" y="135508"/>
                </a:lnTo>
                <a:lnTo>
                  <a:pt x="440690" y="133095"/>
                </a:lnTo>
                <a:close/>
              </a:path>
              <a:path w="579754" h="180975">
                <a:moveTo>
                  <a:pt x="427775" y="68452"/>
                </a:moveTo>
                <a:lnTo>
                  <a:pt x="398399" y="68452"/>
                </a:lnTo>
                <a:lnTo>
                  <a:pt x="402717" y="69850"/>
                </a:lnTo>
                <a:lnTo>
                  <a:pt x="410845" y="75183"/>
                </a:lnTo>
                <a:lnTo>
                  <a:pt x="414020" y="78739"/>
                </a:lnTo>
                <a:lnTo>
                  <a:pt x="417322" y="86360"/>
                </a:lnTo>
                <a:lnTo>
                  <a:pt x="418211" y="91566"/>
                </a:lnTo>
                <a:lnTo>
                  <a:pt x="418592" y="98805"/>
                </a:lnTo>
                <a:lnTo>
                  <a:pt x="444075" y="98805"/>
                </a:lnTo>
                <a:lnTo>
                  <a:pt x="443863" y="96015"/>
                </a:lnTo>
                <a:lnTo>
                  <a:pt x="441563" y="87058"/>
                </a:lnTo>
                <a:lnTo>
                  <a:pt x="437715" y="79148"/>
                </a:lnTo>
                <a:lnTo>
                  <a:pt x="432308" y="72262"/>
                </a:lnTo>
                <a:lnTo>
                  <a:pt x="427775" y="68452"/>
                </a:lnTo>
                <a:close/>
              </a:path>
              <a:path w="579754" h="180975">
                <a:moveTo>
                  <a:pt x="515112" y="59816"/>
                </a:moveTo>
                <a:lnTo>
                  <a:pt x="475488" y="80010"/>
                </a:lnTo>
                <a:lnTo>
                  <a:pt x="460121" y="124840"/>
                </a:lnTo>
                <a:lnTo>
                  <a:pt x="460926" y="136558"/>
                </a:lnTo>
                <a:lnTo>
                  <a:pt x="481204" y="171807"/>
                </a:lnTo>
                <a:lnTo>
                  <a:pt x="506475" y="180593"/>
                </a:lnTo>
                <a:lnTo>
                  <a:pt x="512699" y="180593"/>
                </a:lnTo>
                <a:lnTo>
                  <a:pt x="518414" y="179324"/>
                </a:lnTo>
                <a:lnTo>
                  <a:pt x="523621" y="176783"/>
                </a:lnTo>
                <a:lnTo>
                  <a:pt x="528954" y="174243"/>
                </a:lnTo>
                <a:lnTo>
                  <a:pt x="534416" y="170052"/>
                </a:lnTo>
                <a:lnTo>
                  <a:pt x="537520" y="166877"/>
                </a:lnTo>
                <a:lnTo>
                  <a:pt x="518033" y="166877"/>
                </a:lnTo>
                <a:lnTo>
                  <a:pt x="511510" y="166044"/>
                </a:lnTo>
                <a:lnTo>
                  <a:pt x="485552" y="137255"/>
                </a:lnTo>
                <a:lnTo>
                  <a:pt x="482853" y="115062"/>
                </a:lnTo>
                <a:lnTo>
                  <a:pt x="483548" y="103344"/>
                </a:lnTo>
                <a:lnTo>
                  <a:pt x="506349" y="67437"/>
                </a:lnTo>
                <a:lnTo>
                  <a:pt x="537621" y="67437"/>
                </a:lnTo>
                <a:lnTo>
                  <a:pt x="534793" y="65174"/>
                </a:lnTo>
                <a:lnTo>
                  <a:pt x="528891" y="62198"/>
                </a:lnTo>
                <a:lnTo>
                  <a:pt x="522323" y="60412"/>
                </a:lnTo>
                <a:lnTo>
                  <a:pt x="515112" y="59816"/>
                </a:lnTo>
                <a:close/>
              </a:path>
              <a:path w="579754" h="180975">
                <a:moveTo>
                  <a:pt x="578103" y="162178"/>
                </a:moveTo>
                <a:lnTo>
                  <a:pt x="574421" y="163575"/>
                </a:lnTo>
                <a:lnTo>
                  <a:pt x="571373" y="164337"/>
                </a:lnTo>
                <a:lnTo>
                  <a:pt x="540003" y="164337"/>
                </a:lnTo>
                <a:lnTo>
                  <a:pt x="539876" y="180593"/>
                </a:lnTo>
                <a:lnTo>
                  <a:pt x="545592" y="180593"/>
                </a:lnTo>
                <a:lnTo>
                  <a:pt x="579501" y="166497"/>
                </a:lnTo>
                <a:lnTo>
                  <a:pt x="578103" y="162178"/>
                </a:lnTo>
                <a:close/>
              </a:path>
              <a:path w="579754" h="180975">
                <a:moveTo>
                  <a:pt x="537621" y="67437"/>
                </a:moveTo>
                <a:lnTo>
                  <a:pt x="517525" y="67437"/>
                </a:lnTo>
                <a:lnTo>
                  <a:pt x="521589" y="68706"/>
                </a:lnTo>
                <a:lnTo>
                  <a:pt x="525652" y="70992"/>
                </a:lnTo>
                <a:lnTo>
                  <a:pt x="540003" y="96900"/>
                </a:lnTo>
                <a:lnTo>
                  <a:pt x="540003" y="155575"/>
                </a:lnTo>
                <a:lnTo>
                  <a:pt x="532892" y="163067"/>
                </a:lnTo>
                <a:lnTo>
                  <a:pt x="525652" y="166877"/>
                </a:lnTo>
                <a:lnTo>
                  <a:pt x="537520" y="166877"/>
                </a:lnTo>
                <a:lnTo>
                  <a:pt x="540003" y="164337"/>
                </a:lnTo>
                <a:lnTo>
                  <a:pt x="567309" y="164337"/>
                </a:lnTo>
                <a:lnTo>
                  <a:pt x="565785" y="163702"/>
                </a:lnTo>
                <a:lnTo>
                  <a:pt x="560509" y="147145"/>
                </a:lnTo>
                <a:lnTo>
                  <a:pt x="560511" y="69341"/>
                </a:lnTo>
                <a:lnTo>
                  <a:pt x="540003" y="69341"/>
                </a:lnTo>
                <a:lnTo>
                  <a:pt x="537621" y="67437"/>
                </a:lnTo>
                <a:close/>
              </a:path>
              <a:path w="579754" h="180975">
                <a:moveTo>
                  <a:pt x="560562" y="16637"/>
                </a:moveTo>
                <a:lnTo>
                  <a:pt x="533146" y="16637"/>
                </a:lnTo>
                <a:lnTo>
                  <a:pt x="534797" y="17144"/>
                </a:lnTo>
                <a:lnTo>
                  <a:pt x="537464" y="19303"/>
                </a:lnTo>
                <a:lnTo>
                  <a:pt x="538479" y="21336"/>
                </a:lnTo>
                <a:lnTo>
                  <a:pt x="539115" y="24383"/>
                </a:lnTo>
                <a:lnTo>
                  <a:pt x="539750" y="27304"/>
                </a:lnTo>
                <a:lnTo>
                  <a:pt x="540003" y="35305"/>
                </a:lnTo>
                <a:lnTo>
                  <a:pt x="540003" y="69341"/>
                </a:lnTo>
                <a:lnTo>
                  <a:pt x="560511" y="69341"/>
                </a:lnTo>
                <a:lnTo>
                  <a:pt x="560562" y="16637"/>
                </a:lnTo>
                <a:close/>
              </a:path>
              <a:path w="579754" h="180975">
                <a:moveTo>
                  <a:pt x="560577" y="380"/>
                </a:moveTo>
                <a:lnTo>
                  <a:pt x="554990" y="380"/>
                </a:lnTo>
                <a:lnTo>
                  <a:pt x="521080" y="14224"/>
                </a:lnTo>
                <a:lnTo>
                  <a:pt x="522604" y="18668"/>
                </a:lnTo>
                <a:lnTo>
                  <a:pt x="526161" y="17272"/>
                </a:lnTo>
                <a:lnTo>
                  <a:pt x="529081" y="16637"/>
                </a:lnTo>
                <a:lnTo>
                  <a:pt x="560562" y="16637"/>
                </a:lnTo>
                <a:lnTo>
                  <a:pt x="560577" y="380"/>
                </a:lnTo>
                <a:close/>
              </a:path>
            </a:pathLst>
          </a:custGeom>
          <a:solidFill>
            <a:srgbClr val="000000"/>
          </a:solidFill>
        </p:spPr>
        <p:txBody>
          <a:bodyPr wrap="square" lIns="0" tIns="0" rIns="0" bIns="0" rtlCol="0"/>
          <a:lstStyle/>
          <a:p>
            <a:endParaRPr/>
          </a:p>
        </p:txBody>
      </p:sp>
      <p:pic>
        <p:nvPicPr>
          <p:cNvPr id="21" name="object 21"/>
          <p:cNvPicPr/>
          <p:nvPr/>
        </p:nvPicPr>
        <p:blipFill>
          <a:blip r:embed="rId13" cstate="print"/>
          <a:stretch>
            <a:fillRect/>
          </a:stretch>
        </p:blipFill>
        <p:spPr>
          <a:xfrm>
            <a:off x="6949422" y="1671192"/>
            <a:ext cx="243857" cy="120650"/>
          </a:xfrm>
          <a:prstGeom prst="rect">
            <a:avLst/>
          </a:prstGeom>
        </p:spPr>
      </p:pic>
      <p:sp>
        <p:nvSpPr>
          <p:cNvPr id="22" name="object 22"/>
          <p:cNvSpPr/>
          <p:nvPr/>
        </p:nvSpPr>
        <p:spPr>
          <a:xfrm>
            <a:off x="7283068" y="1611883"/>
            <a:ext cx="301625" cy="180340"/>
          </a:xfrm>
          <a:custGeom>
            <a:avLst/>
            <a:gdLst/>
            <a:ahLst/>
            <a:cxnLst/>
            <a:rect l="l" t="t" r="r" b="b"/>
            <a:pathLst>
              <a:path w="301625" h="180339">
                <a:moveTo>
                  <a:pt x="38480" y="71500"/>
                </a:moveTo>
                <a:lnTo>
                  <a:pt x="18033" y="71500"/>
                </a:lnTo>
                <a:lnTo>
                  <a:pt x="17906" y="156210"/>
                </a:lnTo>
                <a:lnTo>
                  <a:pt x="18796" y="162305"/>
                </a:lnTo>
                <a:lnTo>
                  <a:pt x="20574" y="166242"/>
                </a:lnTo>
                <a:lnTo>
                  <a:pt x="22225" y="170179"/>
                </a:lnTo>
                <a:lnTo>
                  <a:pt x="25019" y="173227"/>
                </a:lnTo>
                <a:lnTo>
                  <a:pt x="28575" y="175387"/>
                </a:lnTo>
                <a:lnTo>
                  <a:pt x="32257" y="177418"/>
                </a:lnTo>
                <a:lnTo>
                  <a:pt x="35940" y="178562"/>
                </a:lnTo>
                <a:lnTo>
                  <a:pt x="45465" y="178562"/>
                </a:lnTo>
                <a:lnTo>
                  <a:pt x="50926" y="176529"/>
                </a:lnTo>
                <a:lnTo>
                  <a:pt x="61467" y="168275"/>
                </a:lnTo>
                <a:lnTo>
                  <a:pt x="64349" y="164083"/>
                </a:lnTo>
                <a:lnTo>
                  <a:pt x="46481" y="164083"/>
                </a:lnTo>
                <a:lnTo>
                  <a:pt x="43687" y="162813"/>
                </a:lnTo>
                <a:lnTo>
                  <a:pt x="41655" y="160274"/>
                </a:lnTo>
                <a:lnTo>
                  <a:pt x="39497" y="157733"/>
                </a:lnTo>
                <a:lnTo>
                  <a:pt x="38480" y="152653"/>
                </a:lnTo>
                <a:lnTo>
                  <a:pt x="38480" y="71500"/>
                </a:lnTo>
                <a:close/>
              </a:path>
              <a:path w="301625" h="180339">
                <a:moveTo>
                  <a:pt x="68579" y="154050"/>
                </a:moveTo>
                <a:lnTo>
                  <a:pt x="63626" y="154050"/>
                </a:lnTo>
                <a:lnTo>
                  <a:pt x="62229" y="157352"/>
                </a:lnTo>
                <a:lnTo>
                  <a:pt x="60325" y="159892"/>
                </a:lnTo>
                <a:lnTo>
                  <a:pt x="57657" y="161543"/>
                </a:lnTo>
                <a:lnTo>
                  <a:pt x="55117" y="163321"/>
                </a:lnTo>
                <a:lnTo>
                  <a:pt x="52450" y="164083"/>
                </a:lnTo>
                <a:lnTo>
                  <a:pt x="64349" y="164083"/>
                </a:lnTo>
                <a:lnTo>
                  <a:pt x="65658" y="162178"/>
                </a:lnTo>
                <a:lnTo>
                  <a:pt x="68579" y="154050"/>
                </a:lnTo>
                <a:close/>
              </a:path>
              <a:path w="301625" h="180339">
                <a:moveTo>
                  <a:pt x="38480" y="25400"/>
                </a:moveTo>
                <a:lnTo>
                  <a:pt x="34671" y="25400"/>
                </a:lnTo>
                <a:lnTo>
                  <a:pt x="31241" y="33781"/>
                </a:lnTo>
                <a:lnTo>
                  <a:pt x="28575" y="39496"/>
                </a:lnTo>
                <a:lnTo>
                  <a:pt x="0" y="67437"/>
                </a:lnTo>
                <a:lnTo>
                  <a:pt x="0" y="71500"/>
                </a:lnTo>
                <a:lnTo>
                  <a:pt x="65150" y="71500"/>
                </a:lnTo>
                <a:lnTo>
                  <a:pt x="65150" y="62864"/>
                </a:lnTo>
                <a:lnTo>
                  <a:pt x="38480" y="62864"/>
                </a:lnTo>
                <a:lnTo>
                  <a:pt x="38480" y="25400"/>
                </a:lnTo>
                <a:close/>
              </a:path>
              <a:path w="301625" h="180339">
                <a:moveTo>
                  <a:pt x="171856" y="74549"/>
                </a:moveTo>
                <a:lnTo>
                  <a:pt x="141350" y="74549"/>
                </a:lnTo>
                <a:lnTo>
                  <a:pt x="144779" y="75564"/>
                </a:lnTo>
                <a:lnTo>
                  <a:pt x="147574" y="77469"/>
                </a:lnTo>
                <a:lnTo>
                  <a:pt x="155701" y="98298"/>
                </a:lnTo>
                <a:lnTo>
                  <a:pt x="155575" y="161416"/>
                </a:lnTo>
                <a:lnTo>
                  <a:pt x="155285" y="162813"/>
                </a:lnTo>
                <a:lnTo>
                  <a:pt x="154431" y="165862"/>
                </a:lnTo>
                <a:lnTo>
                  <a:pt x="153034" y="168275"/>
                </a:lnTo>
                <a:lnTo>
                  <a:pt x="150875" y="169799"/>
                </a:lnTo>
                <a:lnTo>
                  <a:pt x="148844" y="171450"/>
                </a:lnTo>
                <a:lnTo>
                  <a:pt x="145160" y="172212"/>
                </a:lnTo>
                <a:lnTo>
                  <a:pt x="137286" y="172212"/>
                </a:lnTo>
                <a:lnTo>
                  <a:pt x="137286" y="176656"/>
                </a:lnTo>
                <a:lnTo>
                  <a:pt x="193166" y="176783"/>
                </a:lnTo>
                <a:lnTo>
                  <a:pt x="193166" y="172338"/>
                </a:lnTo>
                <a:lnTo>
                  <a:pt x="187832" y="172338"/>
                </a:lnTo>
                <a:lnTo>
                  <a:pt x="184276" y="171703"/>
                </a:lnTo>
                <a:lnTo>
                  <a:pt x="180212" y="169417"/>
                </a:lnTo>
                <a:lnTo>
                  <a:pt x="178815" y="167766"/>
                </a:lnTo>
                <a:lnTo>
                  <a:pt x="178053" y="165862"/>
                </a:lnTo>
                <a:lnTo>
                  <a:pt x="176910" y="163194"/>
                </a:lnTo>
                <a:lnTo>
                  <a:pt x="176341" y="158750"/>
                </a:lnTo>
                <a:lnTo>
                  <a:pt x="176275" y="110743"/>
                </a:lnTo>
                <a:lnTo>
                  <a:pt x="176133" y="101002"/>
                </a:lnTo>
                <a:lnTo>
                  <a:pt x="175704" y="92916"/>
                </a:lnTo>
                <a:lnTo>
                  <a:pt x="174990" y="86473"/>
                </a:lnTo>
                <a:lnTo>
                  <a:pt x="173989" y="81661"/>
                </a:lnTo>
                <a:lnTo>
                  <a:pt x="171856" y="74549"/>
                </a:lnTo>
                <a:close/>
              </a:path>
              <a:path w="301625" h="180339">
                <a:moveTo>
                  <a:pt x="127253" y="172212"/>
                </a:moveTo>
                <a:lnTo>
                  <a:pt x="70865" y="172212"/>
                </a:lnTo>
                <a:lnTo>
                  <a:pt x="70865" y="176656"/>
                </a:lnTo>
                <a:lnTo>
                  <a:pt x="127253" y="176656"/>
                </a:lnTo>
                <a:lnTo>
                  <a:pt x="127253" y="172212"/>
                </a:lnTo>
                <a:close/>
              </a:path>
              <a:path w="301625" h="180339">
                <a:moveTo>
                  <a:pt x="108965" y="16255"/>
                </a:moveTo>
                <a:lnTo>
                  <a:pt x="81533" y="16255"/>
                </a:lnTo>
                <a:lnTo>
                  <a:pt x="83311" y="16763"/>
                </a:lnTo>
                <a:lnTo>
                  <a:pt x="84581" y="17906"/>
                </a:lnTo>
                <a:lnTo>
                  <a:pt x="88391" y="34925"/>
                </a:lnTo>
                <a:lnTo>
                  <a:pt x="88319" y="110743"/>
                </a:lnTo>
                <a:lnTo>
                  <a:pt x="88196" y="158750"/>
                </a:lnTo>
                <a:lnTo>
                  <a:pt x="87756" y="162813"/>
                </a:lnTo>
                <a:lnTo>
                  <a:pt x="86740" y="165100"/>
                </a:lnTo>
                <a:lnTo>
                  <a:pt x="85851" y="167386"/>
                </a:lnTo>
                <a:lnTo>
                  <a:pt x="84454" y="169037"/>
                </a:lnTo>
                <a:lnTo>
                  <a:pt x="82803" y="169799"/>
                </a:lnTo>
                <a:lnTo>
                  <a:pt x="79882" y="171450"/>
                </a:lnTo>
                <a:lnTo>
                  <a:pt x="75946" y="172212"/>
                </a:lnTo>
                <a:lnTo>
                  <a:pt x="121538" y="172212"/>
                </a:lnTo>
                <a:lnTo>
                  <a:pt x="117475" y="171576"/>
                </a:lnTo>
                <a:lnTo>
                  <a:pt x="112649" y="169037"/>
                </a:lnTo>
                <a:lnTo>
                  <a:pt x="111125" y="167386"/>
                </a:lnTo>
                <a:lnTo>
                  <a:pt x="109347" y="163575"/>
                </a:lnTo>
                <a:lnTo>
                  <a:pt x="108965" y="158750"/>
                </a:lnTo>
                <a:lnTo>
                  <a:pt x="108965" y="90804"/>
                </a:lnTo>
                <a:lnTo>
                  <a:pt x="115061" y="84327"/>
                </a:lnTo>
                <a:lnTo>
                  <a:pt x="116433" y="83185"/>
                </a:lnTo>
                <a:lnTo>
                  <a:pt x="108965" y="83185"/>
                </a:lnTo>
                <a:lnTo>
                  <a:pt x="108965" y="16255"/>
                </a:lnTo>
                <a:close/>
              </a:path>
              <a:path w="301625" h="180339">
                <a:moveTo>
                  <a:pt x="153415" y="59562"/>
                </a:moveTo>
                <a:lnTo>
                  <a:pt x="141604" y="59562"/>
                </a:lnTo>
                <a:lnTo>
                  <a:pt x="136271" y="60960"/>
                </a:lnTo>
                <a:lnTo>
                  <a:pt x="108965" y="83185"/>
                </a:lnTo>
                <a:lnTo>
                  <a:pt x="116433" y="83185"/>
                </a:lnTo>
                <a:lnTo>
                  <a:pt x="120396" y="79882"/>
                </a:lnTo>
                <a:lnTo>
                  <a:pt x="124713" y="77850"/>
                </a:lnTo>
                <a:lnTo>
                  <a:pt x="129158" y="75691"/>
                </a:lnTo>
                <a:lnTo>
                  <a:pt x="133350" y="74549"/>
                </a:lnTo>
                <a:lnTo>
                  <a:pt x="171856" y="74549"/>
                </a:lnTo>
                <a:lnTo>
                  <a:pt x="171703" y="74040"/>
                </a:lnTo>
                <a:lnTo>
                  <a:pt x="168275" y="68452"/>
                </a:lnTo>
                <a:lnTo>
                  <a:pt x="163702" y="64896"/>
                </a:lnTo>
                <a:lnTo>
                  <a:pt x="159003" y="61340"/>
                </a:lnTo>
                <a:lnTo>
                  <a:pt x="153415" y="59562"/>
                </a:lnTo>
                <a:close/>
              </a:path>
              <a:path w="301625" h="180339">
                <a:moveTo>
                  <a:pt x="108965" y="0"/>
                </a:moveTo>
                <a:lnTo>
                  <a:pt x="103250" y="0"/>
                </a:lnTo>
                <a:lnTo>
                  <a:pt x="69214" y="13842"/>
                </a:lnTo>
                <a:lnTo>
                  <a:pt x="70992" y="18287"/>
                </a:lnTo>
                <a:lnTo>
                  <a:pt x="74929" y="16890"/>
                </a:lnTo>
                <a:lnTo>
                  <a:pt x="77724" y="16255"/>
                </a:lnTo>
                <a:lnTo>
                  <a:pt x="108965" y="16255"/>
                </a:lnTo>
                <a:lnTo>
                  <a:pt x="108965" y="0"/>
                </a:lnTo>
                <a:close/>
              </a:path>
              <a:path w="301625" h="180339">
                <a:moveTo>
                  <a:pt x="257682" y="59436"/>
                </a:moveTo>
                <a:lnTo>
                  <a:pt x="220090" y="75818"/>
                </a:lnTo>
                <a:lnTo>
                  <a:pt x="204977" y="121285"/>
                </a:lnTo>
                <a:lnTo>
                  <a:pt x="205902" y="134119"/>
                </a:lnTo>
                <a:lnTo>
                  <a:pt x="227274" y="171265"/>
                </a:lnTo>
                <a:lnTo>
                  <a:pt x="254634" y="180212"/>
                </a:lnTo>
                <a:lnTo>
                  <a:pt x="263735" y="179407"/>
                </a:lnTo>
                <a:lnTo>
                  <a:pt x="272002" y="176815"/>
                </a:lnTo>
                <a:lnTo>
                  <a:pt x="279459" y="172462"/>
                </a:lnTo>
                <a:lnTo>
                  <a:pt x="286130" y="166369"/>
                </a:lnTo>
                <a:lnTo>
                  <a:pt x="291116" y="160019"/>
                </a:lnTo>
                <a:lnTo>
                  <a:pt x="264159" y="160019"/>
                </a:lnTo>
                <a:lnTo>
                  <a:pt x="256041" y="159115"/>
                </a:lnTo>
                <a:lnTo>
                  <a:pt x="225694" y="128428"/>
                </a:lnTo>
                <a:lnTo>
                  <a:pt x="222630" y="105790"/>
                </a:lnTo>
                <a:lnTo>
                  <a:pt x="301361" y="105790"/>
                </a:lnTo>
                <a:lnTo>
                  <a:pt x="300820" y="98678"/>
                </a:lnTo>
                <a:lnTo>
                  <a:pt x="275335" y="98678"/>
                </a:lnTo>
                <a:lnTo>
                  <a:pt x="222630" y="98551"/>
                </a:lnTo>
                <a:lnTo>
                  <a:pt x="243839" y="68325"/>
                </a:lnTo>
                <a:lnTo>
                  <a:pt x="284535" y="68325"/>
                </a:lnTo>
                <a:lnTo>
                  <a:pt x="282507" y="66615"/>
                </a:lnTo>
                <a:lnTo>
                  <a:pt x="275081" y="62642"/>
                </a:lnTo>
                <a:lnTo>
                  <a:pt x="266799" y="60241"/>
                </a:lnTo>
                <a:lnTo>
                  <a:pt x="257682" y="59436"/>
                </a:lnTo>
                <a:close/>
              </a:path>
              <a:path w="301625" h="180339">
                <a:moveTo>
                  <a:pt x="297433" y="132841"/>
                </a:moveTo>
                <a:lnTo>
                  <a:pt x="293750" y="142748"/>
                </a:lnTo>
                <a:lnTo>
                  <a:pt x="289178" y="149732"/>
                </a:lnTo>
                <a:lnTo>
                  <a:pt x="278129" y="157987"/>
                </a:lnTo>
                <a:lnTo>
                  <a:pt x="271652" y="160019"/>
                </a:lnTo>
                <a:lnTo>
                  <a:pt x="291116" y="160019"/>
                </a:lnTo>
                <a:lnTo>
                  <a:pt x="291819" y="159115"/>
                </a:lnTo>
                <a:lnTo>
                  <a:pt x="296227" y="151574"/>
                </a:lnTo>
                <a:lnTo>
                  <a:pt x="299418" y="143617"/>
                </a:lnTo>
                <a:lnTo>
                  <a:pt x="301371" y="135254"/>
                </a:lnTo>
                <a:lnTo>
                  <a:pt x="297433" y="132841"/>
                </a:lnTo>
                <a:close/>
              </a:path>
              <a:path w="301625" h="180339">
                <a:moveTo>
                  <a:pt x="301361" y="105790"/>
                </a:moveTo>
                <a:lnTo>
                  <a:pt x="222630" y="105790"/>
                </a:lnTo>
                <a:lnTo>
                  <a:pt x="301371" y="105917"/>
                </a:lnTo>
                <a:close/>
              </a:path>
              <a:path w="301625" h="180339">
                <a:moveTo>
                  <a:pt x="284535" y="68325"/>
                </a:moveTo>
                <a:lnTo>
                  <a:pt x="255142" y="68325"/>
                </a:lnTo>
                <a:lnTo>
                  <a:pt x="259460" y="69595"/>
                </a:lnTo>
                <a:lnTo>
                  <a:pt x="267588" y="74929"/>
                </a:lnTo>
                <a:lnTo>
                  <a:pt x="275335" y="98678"/>
                </a:lnTo>
                <a:lnTo>
                  <a:pt x="300820" y="98678"/>
                </a:lnTo>
                <a:lnTo>
                  <a:pt x="300607" y="95871"/>
                </a:lnTo>
                <a:lnTo>
                  <a:pt x="298307" y="86883"/>
                </a:lnTo>
                <a:lnTo>
                  <a:pt x="294459" y="78968"/>
                </a:lnTo>
                <a:lnTo>
                  <a:pt x="289051" y="72136"/>
                </a:lnTo>
                <a:lnTo>
                  <a:pt x="284535" y="68325"/>
                </a:lnTo>
                <a:close/>
              </a:path>
            </a:pathLst>
          </a:custGeom>
          <a:solidFill>
            <a:srgbClr val="000000"/>
          </a:solidFill>
        </p:spPr>
        <p:txBody>
          <a:bodyPr wrap="square" lIns="0" tIns="0" rIns="0" bIns="0" rtlCol="0"/>
          <a:lstStyle/>
          <a:p>
            <a:endParaRPr/>
          </a:p>
        </p:txBody>
      </p:sp>
      <p:pic>
        <p:nvPicPr>
          <p:cNvPr id="23" name="object 23"/>
          <p:cNvPicPr/>
          <p:nvPr/>
        </p:nvPicPr>
        <p:blipFill>
          <a:blip r:embed="rId14" cstate="print"/>
          <a:stretch>
            <a:fillRect/>
          </a:stretch>
        </p:blipFill>
        <p:spPr>
          <a:xfrm>
            <a:off x="7674356" y="1612264"/>
            <a:ext cx="896112" cy="231394"/>
          </a:xfrm>
          <a:prstGeom prst="rect">
            <a:avLst/>
          </a:prstGeom>
        </p:spPr>
      </p:pic>
      <p:pic>
        <p:nvPicPr>
          <p:cNvPr id="24" name="object 24"/>
          <p:cNvPicPr/>
          <p:nvPr/>
        </p:nvPicPr>
        <p:blipFill>
          <a:blip r:embed="rId15" cstate="print"/>
          <a:stretch>
            <a:fillRect/>
          </a:stretch>
        </p:blipFill>
        <p:spPr>
          <a:xfrm>
            <a:off x="520948" y="1912620"/>
            <a:ext cx="229989" cy="179831"/>
          </a:xfrm>
          <a:prstGeom prst="rect">
            <a:avLst/>
          </a:prstGeom>
        </p:spPr>
      </p:pic>
      <p:sp>
        <p:nvSpPr>
          <p:cNvPr id="25" name="object 25"/>
          <p:cNvSpPr/>
          <p:nvPr/>
        </p:nvSpPr>
        <p:spPr>
          <a:xfrm>
            <a:off x="796201" y="1920620"/>
            <a:ext cx="779145" cy="172720"/>
          </a:xfrm>
          <a:custGeom>
            <a:avLst/>
            <a:gdLst/>
            <a:ahLst/>
            <a:cxnLst/>
            <a:rect l="l" t="t" r="r" b="b"/>
            <a:pathLst>
              <a:path w="779144" h="172719">
                <a:moveTo>
                  <a:pt x="114" y="0"/>
                </a:moveTo>
                <a:lnTo>
                  <a:pt x="114" y="4571"/>
                </a:lnTo>
                <a:lnTo>
                  <a:pt x="6451" y="4699"/>
                </a:lnTo>
                <a:lnTo>
                  <a:pt x="12827" y="4699"/>
                </a:lnTo>
                <a:lnTo>
                  <a:pt x="17627" y="6476"/>
                </a:lnTo>
                <a:lnTo>
                  <a:pt x="23177" y="12826"/>
                </a:lnTo>
                <a:lnTo>
                  <a:pt x="24333" y="19303"/>
                </a:lnTo>
                <a:lnTo>
                  <a:pt x="24244" y="148208"/>
                </a:lnTo>
                <a:lnTo>
                  <a:pt x="23380" y="154304"/>
                </a:lnTo>
                <a:lnTo>
                  <a:pt x="18567" y="161670"/>
                </a:lnTo>
                <a:lnTo>
                  <a:pt x="13474" y="163956"/>
                </a:lnTo>
                <a:lnTo>
                  <a:pt x="12" y="163956"/>
                </a:lnTo>
                <a:lnTo>
                  <a:pt x="0" y="168528"/>
                </a:lnTo>
                <a:lnTo>
                  <a:pt x="130492" y="168655"/>
                </a:lnTo>
                <a:lnTo>
                  <a:pt x="133901" y="157861"/>
                </a:lnTo>
                <a:lnTo>
                  <a:pt x="63220" y="157861"/>
                </a:lnTo>
                <a:lnTo>
                  <a:pt x="56756" y="157479"/>
                </a:lnTo>
                <a:lnTo>
                  <a:pt x="54686" y="156590"/>
                </a:lnTo>
                <a:lnTo>
                  <a:pt x="52616" y="155828"/>
                </a:lnTo>
                <a:lnTo>
                  <a:pt x="51092" y="154558"/>
                </a:lnTo>
                <a:lnTo>
                  <a:pt x="50101" y="152780"/>
                </a:lnTo>
                <a:lnTo>
                  <a:pt x="48768" y="150240"/>
                </a:lnTo>
                <a:lnTo>
                  <a:pt x="48107" y="145541"/>
                </a:lnTo>
                <a:lnTo>
                  <a:pt x="48196" y="22732"/>
                </a:lnTo>
                <a:lnTo>
                  <a:pt x="67462" y="4571"/>
                </a:lnTo>
                <a:lnTo>
                  <a:pt x="76415" y="4571"/>
                </a:lnTo>
                <a:lnTo>
                  <a:pt x="76415" y="126"/>
                </a:lnTo>
                <a:lnTo>
                  <a:pt x="114" y="0"/>
                </a:lnTo>
                <a:close/>
              </a:path>
              <a:path w="779144" h="172719">
                <a:moveTo>
                  <a:pt x="140830" y="122046"/>
                </a:moveTo>
                <a:lnTo>
                  <a:pt x="118821" y="153162"/>
                </a:lnTo>
                <a:lnTo>
                  <a:pt x="86385" y="157861"/>
                </a:lnTo>
                <a:lnTo>
                  <a:pt x="133901" y="157861"/>
                </a:lnTo>
                <a:lnTo>
                  <a:pt x="144932" y="122936"/>
                </a:lnTo>
                <a:lnTo>
                  <a:pt x="140830" y="122046"/>
                </a:lnTo>
                <a:close/>
              </a:path>
              <a:path w="779144" h="172719">
                <a:moveTo>
                  <a:pt x="76415" y="4571"/>
                </a:moveTo>
                <a:lnTo>
                  <a:pt x="67462" y="4571"/>
                </a:lnTo>
                <a:lnTo>
                  <a:pt x="76415" y="4699"/>
                </a:lnTo>
                <a:lnTo>
                  <a:pt x="76415" y="4571"/>
                </a:lnTo>
                <a:close/>
              </a:path>
              <a:path w="779144" h="172719">
                <a:moveTo>
                  <a:pt x="212534" y="51434"/>
                </a:moveTo>
                <a:lnTo>
                  <a:pt x="174232" y="68262"/>
                </a:lnTo>
                <a:lnTo>
                  <a:pt x="157935" y="105040"/>
                </a:lnTo>
                <a:lnTo>
                  <a:pt x="157560" y="114462"/>
                </a:lnTo>
                <a:lnTo>
                  <a:pt x="158234" y="123330"/>
                </a:lnTo>
                <a:lnTo>
                  <a:pt x="178452" y="160639"/>
                </a:lnTo>
                <a:lnTo>
                  <a:pt x="211086" y="172212"/>
                </a:lnTo>
                <a:lnTo>
                  <a:pt x="218799" y="171711"/>
                </a:lnTo>
                <a:lnTo>
                  <a:pt x="226145" y="170211"/>
                </a:lnTo>
                <a:lnTo>
                  <a:pt x="233125" y="167711"/>
                </a:lnTo>
                <a:lnTo>
                  <a:pt x="239737" y="164211"/>
                </a:lnTo>
                <a:lnTo>
                  <a:pt x="240947" y="163321"/>
                </a:lnTo>
                <a:lnTo>
                  <a:pt x="216446" y="163321"/>
                </a:lnTo>
                <a:lnTo>
                  <a:pt x="208759" y="162200"/>
                </a:lnTo>
                <a:lnTo>
                  <a:pt x="183018" y="125602"/>
                </a:lnTo>
                <a:lnTo>
                  <a:pt x="180690" y="104898"/>
                </a:lnTo>
                <a:lnTo>
                  <a:pt x="180751" y="97250"/>
                </a:lnTo>
                <a:lnTo>
                  <a:pt x="195440" y="63500"/>
                </a:lnTo>
                <a:lnTo>
                  <a:pt x="199872" y="60832"/>
                </a:lnTo>
                <a:lnTo>
                  <a:pt x="204292" y="59562"/>
                </a:lnTo>
                <a:lnTo>
                  <a:pt x="240829" y="59562"/>
                </a:lnTo>
                <a:lnTo>
                  <a:pt x="235832" y="56419"/>
                </a:lnTo>
                <a:lnTo>
                  <a:pt x="224821" y="52724"/>
                </a:lnTo>
                <a:lnTo>
                  <a:pt x="212534" y="51434"/>
                </a:lnTo>
                <a:close/>
              </a:path>
              <a:path w="779144" h="172719">
                <a:moveTo>
                  <a:pt x="240829" y="59562"/>
                </a:moveTo>
                <a:lnTo>
                  <a:pt x="208673" y="59562"/>
                </a:lnTo>
                <a:lnTo>
                  <a:pt x="215208" y="60303"/>
                </a:lnTo>
                <a:lnTo>
                  <a:pt x="221150" y="62543"/>
                </a:lnTo>
                <a:lnTo>
                  <a:pt x="243375" y="104898"/>
                </a:lnTo>
                <a:lnTo>
                  <a:pt x="244182" y="119252"/>
                </a:lnTo>
                <a:lnTo>
                  <a:pt x="243685" y="130466"/>
                </a:lnTo>
                <a:lnTo>
                  <a:pt x="224472" y="163321"/>
                </a:lnTo>
                <a:lnTo>
                  <a:pt x="240947" y="163321"/>
                </a:lnTo>
                <a:lnTo>
                  <a:pt x="265460" y="125063"/>
                </a:lnTo>
                <a:lnTo>
                  <a:pt x="267296" y="109727"/>
                </a:lnTo>
                <a:lnTo>
                  <a:pt x="266475" y="99159"/>
                </a:lnTo>
                <a:lnTo>
                  <a:pt x="263990" y="89185"/>
                </a:lnTo>
                <a:lnTo>
                  <a:pt x="259840" y="79831"/>
                </a:lnTo>
                <a:lnTo>
                  <a:pt x="254025" y="71119"/>
                </a:lnTo>
                <a:lnTo>
                  <a:pt x="245548" y="62531"/>
                </a:lnTo>
                <a:lnTo>
                  <a:pt x="240829" y="59562"/>
                </a:lnTo>
                <a:close/>
              </a:path>
              <a:path w="779144" h="172719">
                <a:moveTo>
                  <a:pt x="316645" y="68071"/>
                </a:moveTo>
                <a:lnTo>
                  <a:pt x="289102" y="68071"/>
                </a:lnTo>
                <a:lnTo>
                  <a:pt x="290906" y="68706"/>
                </a:lnTo>
                <a:lnTo>
                  <a:pt x="293801" y="70992"/>
                </a:lnTo>
                <a:lnTo>
                  <a:pt x="294792" y="72770"/>
                </a:lnTo>
                <a:lnTo>
                  <a:pt x="295871" y="77850"/>
                </a:lnTo>
                <a:lnTo>
                  <a:pt x="296125" y="85725"/>
                </a:lnTo>
                <a:lnTo>
                  <a:pt x="296087" y="149732"/>
                </a:lnTo>
                <a:lnTo>
                  <a:pt x="295884" y="153796"/>
                </a:lnTo>
                <a:lnTo>
                  <a:pt x="295465" y="155193"/>
                </a:lnTo>
                <a:lnTo>
                  <a:pt x="294640" y="158114"/>
                </a:lnTo>
                <a:lnTo>
                  <a:pt x="293179" y="160146"/>
                </a:lnTo>
                <a:lnTo>
                  <a:pt x="291109" y="161543"/>
                </a:lnTo>
                <a:lnTo>
                  <a:pt x="288290" y="163321"/>
                </a:lnTo>
                <a:lnTo>
                  <a:pt x="283984" y="164211"/>
                </a:lnTo>
                <a:lnTo>
                  <a:pt x="278180" y="164211"/>
                </a:lnTo>
                <a:lnTo>
                  <a:pt x="278180" y="168782"/>
                </a:lnTo>
                <a:lnTo>
                  <a:pt x="336461" y="168782"/>
                </a:lnTo>
                <a:lnTo>
                  <a:pt x="336473" y="164337"/>
                </a:lnTo>
                <a:lnTo>
                  <a:pt x="331330" y="164337"/>
                </a:lnTo>
                <a:lnTo>
                  <a:pt x="327393" y="163575"/>
                </a:lnTo>
                <a:lnTo>
                  <a:pt x="316598" y="148462"/>
                </a:lnTo>
                <a:lnTo>
                  <a:pt x="316636" y="87629"/>
                </a:lnTo>
                <a:lnTo>
                  <a:pt x="320611" y="79755"/>
                </a:lnTo>
                <a:lnTo>
                  <a:pt x="322366" y="77215"/>
                </a:lnTo>
                <a:lnTo>
                  <a:pt x="316636" y="77215"/>
                </a:lnTo>
                <a:lnTo>
                  <a:pt x="316645" y="68071"/>
                </a:lnTo>
                <a:close/>
              </a:path>
              <a:path w="779144" h="172719">
                <a:moveTo>
                  <a:pt x="350545" y="51562"/>
                </a:moveTo>
                <a:lnTo>
                  <a:pt x="345986" y="51562"/>
                </a:lnTo>
                <a:lnTo>
                  <a:pt x="338514" y="53159"/>
                </a:lnTo>
                <a:lnTo>
                  <a:pt x="331130" y="57959"/>
                </a:lnTo>
                <a:lnTo>
                  <a:pt x="323836" y="65974"/>
                </a:lnTo>
                <a:lnTo>
                  <a:pt x="316636" y="77215"/>
                </a:lnTo>
                <a:lnTo>
                  <a:pt x="322366" y="77215"/>
                </a:lnTo>
                <a:lnTo>
                  <a:pt x="324472" y="74167"/>
                </a:lnTo>
                <a:lnTo>
                  <a:pt x="328206" y="70865"/>
                </a:lnTo>
                <a:lnTo>
                  <a:pt x="329946" y="69214"/>
                </a:lnTo>
                <a:lnTo>
                  <a:pt x="331558" y="68325"/>
                </a:lnTo>
                <a:lnTo>
                  <a:pt x="361759" y="68325"/>
                </a:lnTo>
                <a:lnTo>
                  <a:pt x="361759" y="61721"/>
                </a:lnTo>
                <a:lnTo>
                  <a:pt x="360273" y="58546"/>
                </a:lnTo>
                <a:lnTo>
                  <a:pt x="354317" y="52958"/>
                </a:lnTo>
                <a:lnTo>
                  <a:pt x="350545" y="51562"/>
                </a:lnTo>
                <a:close/>
              </a:path>
              <a:path w="779144" h="172719">
                <a:moveTo>
                  <a:pt x="361759" y="68325"/>
                </a:moveTo>
                <a:lnTo>
                  <a:pt x="334797" y="68325"/>
                </a:lnTo>
                <a:lnTo>
                  <a:pt x="337464" y="69723"/>
                </a:lnTo>
                <a:lnTo>
                  <a:pt x="344665" y="75564"/>
                </a:lnTo>
                <a:lnTo>
                  <a:pt x="347916" y="76962"/>
                </a:lnTo>
                <a:lnTo>
                  <a:pt x="353796" y="76962"/>
                </a:lnTo>
                <a:lnTo>
                  <a:pt x="356362" y="75818"/>
                </a:lnTo>
                <a:lnTo>
                  <a:pt x="358521" y="73532"/>
                </a:lnTo>
                <a:lnTo>
                  <a:pt x="360680" y="71374"/>
                </a:lnTo>
                <a:lnTo>
                  <a:pt x="361710" y="68706"/>
                </a:lnTo>
                <a:lnTo>
                  <a:pt x="361759" y="68325"/>
                </a:lnTo>
                <a:close/>
              </a:path>
              <a:path w="779144" h="172719">
                <a:moveTo>
                  <a:pt x="316661" y="51562"/>
                </a:moveTo>
                <a:lnTo>
                  <a:pt x="311442" y="51562"/>
                </a:lnTo>
                <a:lnTo>
                  <a:pt x="277012" y="65404"/>
                </a:lnTo>
                <a:lnTo>
                  <a:pt x="278244" y="69976"/>
                </a:lnTo>
                <a:lnTo>
                  <a:pt x="281482" y="68706"/>
                </a:lnTo>
                <a:lnTo>
                  <a:pt x="284378" y="68071"/>
                </a:lnTo>
                <a:lnTo>
                  <a:pt x="316645" y="68071"/>
                </a:lnTo>
                <a:lnTo>
                  <a:pt x="316661" y="51562"/>
                </a:lnTo>
                <a:close/>
              </a:path>
              <a:path w="779144" h="172719">
                <a:moveTo>
                  <a:pt x="422757" y="51562"/>
                </a:moveTo>
                <a:lnTo>
                  <a:pt x="385152" y="67817"/>
                </a:lnTo>
                <a:lnTo>
                  <a:pt x="370154" y="113411"/>
                </a:lnTo>
                <a:lnTo>
                  <a:pt x="371056" y="126172"/>
                </a:lnTo>
                <a:lnTo>
                  <a:pt x="392386" y="163337"/>
                </a:lnTo>
                <a:lnTo>
                  <a:pt x="419823" y="172338"/>
                </a:lnTo>
                <a:lnTo>
                  <a:pt x="428869" y="171459"/>
                </a:lnTo>
                <a:lnTo>
                  <a:pt x="437127" y="168830"/>
                </a:lnTo>
                <a:lnTo>
                  <a:pt x="444594" y="164463"/>
                </a:lnTo>
                <a:lnTo>
                  <a:pt x="451269" y="158368"/>
                </a:lnTo>
                <a:lnTo>
                  <a:pt x="456246" y="152018"/>
                </a:lnTo>
                <a:lnTo>
                  <a:pt x="429272" y="152018"/>
                </a:lnTo>
                <a:lnTo>
                  <a:pt x="421160" y="151116"/>
                </a:lnTo>
                <a:lnTo>
                  <a:pt x="390809" y="120443"/>
                </a:lnTo>
                <a:lnTo>
                  <a:pt x="387807" y="97789"/>
                </a:lnTo>
                <a:lnTo>
                  <a:pt x="466461" y="97789"/>
                </a:lnTo>
                <a:lnTo>
                  <a:pt x="465922" y="90677"/>
                </a:lnTo>
                <a:lnTo>
                  <a:pt x="387807" y="90677"/>
                </a:lnTo>
                <a:lnTo>
                  <a:pt x="388734" y="81152"/>
                </a:lnTo>
                <a:lnTo>
                  <a:pt x="391896" y="73659"/>
                </a:lnTo>
                <a:lnTo>
                  <a:pt x="402755" y="62991"/>
                </a:lnTo>
                <a:lnTo>
                  <a:pt x="408914" y="60325"/>
                </a:lnTo>
                <a:lnTo>
                  <a:pt x="449632" y="60325"/>
                </a:lnTo>
                <a:lnTo>
                  <a:pt x="447610" y="58634"/>
                </a:lnTo>
                <a:lnTo>
                  <a:pt x="440178" y="54705"/>
                </a:lnTo>
                <a:lnTo>
                  <a:pt x="431894" y="52347"/>
                </a:lnTo>
                <a:lnTo>
                  <a:pt x="422757" y="51562"/>
                </a:lnTo>
                <a:close/>
              </a:path>
              <a:path w="779144" h="172719">
                <a:moveTo>
                  <a:pt x="462597" y="124840"/>
                </a:moveTo>
                <a:lnTo>
                  <a:pt x="458863" y="134746"/>
                </a:lnTo>
                <a:lnTo>
                  <a:pt x="454240" y="141858"/>
                </a:lnTo>
                <a:lnTo>
                  <a:pt x="443217" y="149987"/>
                </a:lnTo>
                <a:lnTo>
                  <a:pt x="436740" y="152018"/>
                </a:lnTo>
                <a:lnTo>
                  <a:pt x="456246" y="152018"/>
                </a:lnTo>
                <a:lnTo>
                  <a:pt x="456947" y="151116"/>
                </a:lnTo>
                <a:lnTo>
                  <a:pt x="461343" y="143589"/>
                </a:lnTo>
                <a:lnTo>
                  <a:pt x="464517" y="135669"/>
                </a:lnTo>
                <a:lnTo>
                  <a:pt x="466445" y="127380"/>
                </a:lnTo>
                <a:lnTo>
                  <a:pt x="462597" y="124840"/>
                </a:lnTo>
                <a:close/>
              </a:path>
              <a:path w="779144" h="172719">
                <a:moveTo>
                  <a:pt x="466461" y="97789"/>
                </a:moveTo>
                <a:lnTo>
                  <a:pt x="387807" y="97789"/>
                </a:lnTo>
                <a:lnTo>
                  <a:pt x="466471" y="97916"/>
                </a:lnTo>
                <a:close/>
              </a:path>
              <a:path w="779144" h="172719">
                <a:moveTo>
                  <a:pt x="449632" y="60325"/>
                </a:moveTo>
                <a:lnTo>
                  <a:pt x="420268" y="60325"/>
                </a:lnTo>
                <a:lnTo>
                  <a:pt x="424548" y="61594"/>
                </a:lnTo>
                <a:lnTo>
                  <a:pt x="432752" y="66928"/>
                </a:lnTo>
                <a:lnTo>
                  <a:pt x="435838" y="70612"/>
                </a:lnTo>
                <a:lnTo>
                  <a:pt x="437896" y="75311"/>
                </a:lnTo>
                <a:lnTo>
                  <a:pt x="439229" y="78231"/>
                </a:lnTo>
                <a:lnTo>
                  <a:pt x="440093" y="83312"/>
                </a:lnTo>
                <a:lnTo>
                  <a:pt x="440499" y="90677"/>
                </a:lnTo>
                <a:lnTo>
                  <a:pt x="465922" y="90677"/>
                </a:lnTo>
                <a:lnTo>
                  <a:pt x="465709" y="87870"/>
                </a:lnTo>
                <a:lnTo>
                  <a:pt x="463407" y="78882"/>
                </a:lnTo>
                <a:lnTo>
                  <a:pt x="459566" y="70967"/>
                </a:lnTo>
                <a:lnTo>
                  <a:pt x="454190" y="64134"/>
                </a:lnTo>
                <a:lnTo>
                  <a:pt x="449632" y="60325"/>
                </a:lnTo>
                <a:close/>
              </a:path>
              <a:path w="779144" h="172719">
                <a:moveTo>
                  <a:pt x="514692" y="68199"/>
                </a:moveTo>
                <a:lnTo>
                  <a:pt x="487387" y="68199"/>
                </a:lnTo>
                <a:lnTo>
                  <a:pt x="489038" y="68706"/>
                </a:lnTo>
                <a:lnTo>
                  <a:pt x="490308" y="69850"/>
                </a:lnTo>
                <a:lnTo>
                  <a:pt x="494118" y="151383"/>
                </a:lnTo>
                <a:lnTo>
                  <a:pt x="493102" y="157099"/>
                </a:lnTo>
                <a:lnTo>
                  <a:pt x="489038" y="162940"/>
                </a:lnTo>
                <a:lnTo>
                  <a:pt x="485101" y="164337"/>
                </a:lnTo>
                <a:lnTo>
                  <a:pt x="476846" y="164337"/>
                </a:lnTo>
                <a:lnTo>
                  <a:pt x="476846" y="168909"/>
                </a:lnTo>
                <a:lnTo>
                  <a:pt x="533107" y="168909"/>
                </a:lnTo>
                <a:lnTo>
                  <a:pt x="533107" y="164464"/>
                </a:lnTo>
                <a:lnTo>
                  <a:pt x="526884" y="164464"/>
                </a:lnTo>
                <a:lnTo>
                  <a:pt x="522820" y="163829"/>
                </a:lnTo>
                <a:lnTo>
                  <a:pt x="520788" y="162687"/>
                </a:lnTo>
                <a:lnTo>
                  <a:pt x="518756" y="161670"/>
                </a:lnTo>
                <a:lnTo>
                  <a:pt x="517105" y="159892"/>
                </a:lnTo>
                <a:lnTo>
                  <a:pt x="515073" y="155575"/>
                </a:lnTo>
                <a:lnTo>
                  <a:pt x="514620" y="151383"/>
                </a:lnTo>
                <a:lnTo>
                  <a:pt x="514692" y="83184"/>
                </a:lnTo>
                <a:lnTo>
                  <a:pt x="522029" y="76090"/>
                </a:lnTo>
                <a:lnTo>
                  <a:pt x="522422" y="75818"/>
                </a:lnTo>
                <a:lnTo>
                  <a:pt x="514692" y="75818"/>
                </a:lnTo>
                <a:lnTo>
                  <a:pt x="514692" y="68199"/>
                </a:lnTo>
                <a:close/>
              </a:path>
              <a:path w="779144" h="172719">
                <a:moveTo>
                  <a:pt x="599528" y="164464"/>
                </a:moveTo>
                <a:lnTo>
                  <a:pt x="543267" y="164464"/>
                </a:lnTo>
                <a:lnTo>
                  <a:pt x="543267" y="168909"/>
                </a:lnTo>
                <a:lnTo>
                  <a:pt x="599528" y="168909"/>
                </a:lnTo>
                <a:lnTo>
                  <a:pt x="599528" y="164464"/>
                </a:lnTo>
                <a:close/>
              </a:path>
              <a:path w="779144" h="172719">
                <a:moveTo>
                  <a:pt x="577739" y="66928"/>
                </a:moveTo>
                <a:lnTo>
                  <a:pt x="544156" y="66928"/>
                </a:lnTo>
                <a:lnTo>
                  <a:pt x="550506" y="67055"/>
                </a:lnTo>
                <a:lnTo>
                  <a:pt x="554951" y="69341"/>
                </a:lnTo>
                <a:lnTo>
                  <a:pt x="557745" y="74040"/>
                </a:lnTo>
                <a:lnTo>
                  <a:pt x="560412" y="78739"/>
                </a:lnTo>
                <a:lnTo>
                  <a:pt x="561682" y="86232"/>
                </a:lnTo>
                <a:lnTo>
                  <a:pt x="561662" y="150367"/>
                </a:lnTo>
                <a:lnTo>
                  <a:pt x="561555" y="153669"/>
                </a:lnTo>
                <a:lnTo>
                  <a:pt x="561174" y="154812"/>
                </a:lnTo>
                <a:lnTo>
                  <a:pt x="560412" y="157987"/>
                </a:lnTo>
                <a:lnTo>
                  <a:pt x="558888" y="160400"/>
                </a:lnTo>
                <a:lnTo>
                  <a:pt x="554697" y="163575"/>
                </a:lnTo>
                <a:lnTo>
                  <a:pt x="551014" y="164464"/>
                </a:lnTo>
                <a:lnTo>
                  <a:pt x="594067" y="164464"/>
                </a:lnTo>
                <a:lnTo>
                  <a:pt x="582256" y="84327"/>
                </a:lnTo>
                <a:lnTo>
                  <a:pt x="581367" y="76707"/>
                </a:lnTo>
                <a:lnTo>
                  <a:pt x="579462" y="71754"/>
                </a:lnTo>
                <a:lnTo>
                  <a:pt x="577739" y="66928"/>
                </a:lnTo>
                <a:close/>
              </a:path>
              <a:path w="779144" h="172719">
                <a:moveTo>
                  <a:pt x="559015" y="51688"/>
                </a:moveTo>
                <a:lnTo>
                  <a:pt x="552792" y="51688"/>
                </a:lnTo>
                <a:lnTo>
                  <a:pt x="543625" y="53191"/>
                </a:lnTo>
                <a:lnTo>
                  <a:pt x="534219" y="57705"/>
                </a:lnTo>
                <a:lnTo>
                  <a:pt x="524575" y="65244"/>
                </a:lnTo>
                <a:lnTo>
                  <a:pt x="514692" y="75818"/>
                </a:lnTo>
                <a:lnTo>
                  <a:pt x="522422" y="75818"/>
                </a:lnTo>
                <a:lnTo>
                  <a:pt x="529377" y="71008"/>
                </a:lnTo>
                <a:lnTo>
                  <a:pt x="536749" y="67950"/>
                </a:lnTo>
                <a:lnTo>
                  <a:pt x="544156" y="66928"/>
                </a:lnTo>
                <a:lnTo>
                  <a:pt x="577739" y="66928"/>
                </a:lnTo>
                <a:lnTo>
                  <a:pt x="576922" y="64642"/>
                </a:lnTo>
                <a:lnTo>
                  <a:pt x="573366" y="59436"/>
                </a:lnTo>
                <a:lnTo>
                  <a:pt x="568794" y="56387"/>
                </a:lnTo>
                <a:lnTo>
                  <a:pt x="564349" y="53212"/>
                </a:lnTo>
                <a:lnTo>
                  <a:pt x="559015" y="51688"/>
                </a:lnTo>
                <a:close/>
              </a:path>
              <a:path w="779144" h="172719">
                <a:moveTo>
                  <a:pt x="514692" y="51688"/>
                </a:moveTo>
                <a:lnTo>
                  <a:pt x="509358" y="51688"/>
                </a:lnTo>
                <a:lnTo>
                  <a:pt x="474941" y="65531"/>
                </a:lnTo>
                <a:lnTo>
                  <a:pt x="476846" y="70103"/>
                </a:lnTo>
                <a:lnTo>
                  <a:pt x="480148" y="68833"/>
                </a:lnTo>
                <a:lnTo>
                  <a:pt x="482815" y="68199"/>
                </a:lnTo>
                <a:lnTo>
                  <a:pt x="514692" y="68199"/>
                </a:lnTo>
                <a:lnTo>
                  <a:pt x="514692" y="51688"/>
                </a:lnTo>
                <a:close/>
              </a:path>
              <a:path w="779144" h="172719">
                <a:moveTo>
                  <a:pt x="637247" y="17652"/>
                </a:moveTo>
                <a:lnTo>
                  <a:pt x="616419" y="50418"/>
                </a:lnTo>
                <a:lnTo>
                  <a:pt x="611720" y="54737"/>
                </a:lnTo>
                <a:lnTo>
                  <a:pt x="607021" y="57912"/>
                </a:lnTo>
                <a:lnTo>
                  <a:pt x="602449" y="59689"/>
                </a:lnTo>
                <a:lnTo>
                  <a:pt x="602449" y="63753"/>
                </a:lnTo>
                <a:lnTo>
                  <a:pt x="620483" y="63753"/>
                </a:lnTo>
                <a:lnTo>
                  <a:pt x="620483" y="148589"/>
                </a:lnTo>
                <a:lnTo>
                  <a:pt x="621372" y="154686"/>
                </a:lnTo>
                <a:lnTo>
                  <a:pt x="638517" y="170814"/>
                </a:lnTo>
                <a:lnTo>
                  <a:pt x="647915" y="170814"/>
                </a:lnTo>
                <a:lnTo>
                  <a:pt x="653376" y="168782"/>
                </a:lnTo>
                <a:lnTo>
                  <a:pt x="658710" y="164718"/>
                </a:lnTo>
                <a:lnTo>
                  <a:pt x="664044" y="160527"/>
                </a:lnTo>
                <a:lnTo>
                  <a:pt x="666754" y="156463"/>
                </a:lnTo>
                <a:lnTo>
                  <a:pt x="648931" y="156463"/>
                </a:lnTo>
                <a:lnTo>
                  <a:pt x="646264" y="155066"/>
                </a:lnTo>
                <a:lnTo>
                  <a:pt x="644105" y="152526"/>
                </a:lnTo>
                <a:lnTo>
                  <a:pt x="642073" y="149987"/>
                </a:lnTo>
                <a:lnTo>
                  <a:pt x="640930" y="145033"/>
                </a:lnTo>
                <a:lnTo>
                  <a:pt x="641057" y="63880"/>
                </a:lnTo>
                <a:lnTo>
                  <a:pt x="667600" y="63880"/>
                </a:lnTo>
                <a:lnTo>
                  <a:pt x="667600" y="55117"/>
                </a:lnTo>
                <a:lnTo>
                  <a:pt x="641057" y="55117"/>
                </a:lnTo>
                <a:lnTo>
                  <a:pt x="641057" y="17779"/>
                </a:lnTo>
                <a:lnTo>
                  <a:pt x="637247" y="17652"/>
                </a:lnTo>
                <a:close/>
              </a:path>
              <a:path w="779144" h="172719">
                <a:moveTo>
                  <a:pt x="671029" y="146303"/>
                </a:moveTo>
                <a:lnTo>
                  <a:pt x="666203" y="146303"/>
                </a:lnTo>
                <a:lnTo>
                  <a:pt x="664806" y="149605"/>
                </a:lnTo>
                <a:lnTo>
                  <a:pt x="662774" y="152145"/>
                </a:lnTo>
                <a:lnTo>
                  <a:pt x="660234" y="153924"/>
                </a:lnTo>
                <a:lnTo>
                  <a:pt x="657694" y="155575"/>
                </a:lnTo>
                <a:lnTo>
                  <a:pt x="655027" y="156463"/>
                </a:lnTo>
                <a:lnTo>
                  <a:pt x="666754" y="156463"/>
                </a:lnTo>
                <a:lnTo>
                  <a:pt x="668108" y="154431"/>
                </a:lnTo>
                <a:lnTo>
                  <a:pt x="671029" y="146303"/>
                </a:lnTo>
                <a:close/>
              </a:path>
              <a:path w="779144" h="172719">
                <a:moveTo>
                  <a:pt x="775903" y="63880"/>
                </a:moveTo>
                <a:lnTo>
                  <a:pt x="750785" y="63880"/>
                </a:lnTo>
                <a:lnTo>
                  <a:pt x="675093" y="164464"/>
                </a:lnTo>
                <a:lnTo>
                  <a:pt x="675093" y="169037"/>
                </a:lnTo>
                <a:lnTo>
                  <a:pt x="775550" y="169037"/>
                </a:lnTo>
                <a:lnTo>
                  <a:pt x="775886" y="160654"/>
                </a:lnTo>
                <a:lnTo>
                  <a:pt x="702652" y="160654"/>
                </a:lnTo>
                <a:lnTo>
                  <a:pt x="775903" y="63880"/>
                </a:lnTo>
                <a:close/>
              </a:path>
              <a:path w="779144" h="172719">
                <a:moveTo>
                  <a:pt x="776947" y="134112"/>
                </a:moveTo>
                <a:lnTo>
                  <a:pt x="772756" y="134112"/>
                </a:lnTo>
                <a:lnTo>
                  <a:pt x="771740" y="142620"/>
                </a:lnTo>
                <a:lnTo>
                  <a:pt x="770724" y="148208"/>
                </a:lnTo>
                <a:lnTo>
                  <a:pt x="767422" y="154558"/>
                </a:lnTo>
                <a:lnTo>
                  <a:pt x="764882" y="157099"/>
                </a:lnTo>
                <a:lnTo>
                  <a:pt x="761834" y="158495"/>
                </a:lnTo>
                <a:lnTo>
                  <a:pt x="758659" y="160019"/>
                </a:lnTo>
                <a:lnTo>
                  <a:pt x="752817" y="160654"/>
                </a:lnTo>
                <a:lnTo>
                  <a:pt x="775886" y="160654"/>
                </a:lnTo>
                <a:lnTo>
                  <a:pt x="776947" y="134112"/>
                </a:lnTo>
                <a:close/>
              </a:path>
              <a:path w="779144" h="172719">
                <a:moveTo>
                  <a:pt x="683475" y="55117"/>
                </a:moveTo>
                <a:lnTo>
                  <a:pt x="682713" y="86740"/>
                </a:lnTo>
                <a:lnTo>
                  <a:pt x="687793" y="86740"/>
                </a:lnTo>
                <a:lnTo>
                  <a:pt x="688047" y="80644"/>
                </a:lnTo>
                <a:lnTo>
                  <a:pt x="689317" y="75437"/>
                </a:lnTo>
                <a:lnTo>
                  <a:pt x="691603" y="71374"/>
                </a:lnTo>
                <a:lnTo>
                  <a:pt x="693127" y="68452"/>
                </a:lnTo>
                <a:lnTo>
                  <a:pt x="695159" y="66420"/>
                </a:lnTo>
                <a:lnTo>
                  <a:pt x="700239" y="64388"/>
                </a:lnTo>
                <a:lnTo>
                  <a:pt x="705446" y="63880"/>
                </a:lnTo>
                <a:lnTo>
                  <a:pt x="775903" y="63880"/>
                </a:lnTo>
                <a:lnTo>
                  <a:pt x="778979" y="59816"/>
                </a:lnTo>
                <a:lnTo>
                  <a:pt x="778979" y="55244"/>
                </a:lnTo>
                <a:lnTo>
                  <a:pt x="683475" y="55117"/>
                </a:lnTo>
                <a:close/>
              </a:path>
            </a:pathLst>
          </a:custGeom>
          <a:solidFill>
            <a:srgbClr val="000000"/>
          </a:solidFill>
        </p:spPr>
        <p:txBody>
          <a:bodyPr wrap="square" lIns="0" tIns="0" rIns="0" bIns="0" rtlCol="0"/>
          <a:lstStyle/>
          <a:p>
            <a:endParaRPr/>
          </a:p>
        </p:txBody>
      </p:sp>
      <p:sp>
        <p:nvSpPr>
          <p:cNvPr id="26" name="object 26"/>
          <p:cNvSpPr/>
          <p:nvPr/>
        </p:nvSpPr>
        <p:spPr>
          <a:xfrm>
            <a:off x="1654429" y="1913254"/>
            <a:ext cx="560705" cy="219710"/>
          </a:xfrm>
          <a:custGeom>
            <a:avLst/>
            <a:gdLst/>
            <a:ahLst/>
            <a:cxnLst/>
            <a:rect l="l" t="t" r="r" b="b"/>
            <a:pathLst>
              <a:path w="560705" h="219710">
                <a:moveTo>
                  <a:pt x="137668" y="59309"/>
                </a:moveTo>
                <a:lnTo>
                  <a:pt x="99329" y="76120"/>
                </a:lnTo>
                <a:lnTo>
                  <a:pt x="83046" y="112912"/>
                </a:lnTo>
                <a:lnTo>
                  <a:pt x="82662" y="122265"/>
                </a:lnTo>
                <a:lnTo>
                  <a:pt x="83339" y="131204"/>
                </a:lnTo>
                <a:lnTo>
                  <a:pt x="103568" y="168495"/>
                </a:lnTo>
                <a:lnTo>
                  <a:pt x="136144" y="180086"/>
                </a:lnTo>
                <a:lnTo>
                  <a:pt x="143861" y="179585"/>
                </a:lnTo>
                <a:lnTo>
                  <a:pt x="151209" y="178085"/>
                </a:lnTo>
                <a:lnTo>
                  <a:pt x="158200" y="175585"/>
                </a:lnTo>
                <a:lnTo>
                  <a:pt x="164845" y="172085"/>
                </a:lnTo>
                <a:lnTo>
                  <a:pt x="166061" y="171196"/>
                </a:lnTo>
                <a:lnTo>
                  <a:pt x="141604" y="171196"/>
                </a:lnTo>
                <a:lnTo>
                  <a:pt x="133893" y="170074"/>
                </a:lnTo>
                <a:lnTo>
                  <a:pt x="108140" y="133413"/>
                </a:lnTo>
                <a:lnTo>
                  <a:pt x="105794" y="112772"/>
                </a:lnTo>
                <a:lnTo>
                  <a:pt x="105846" y="105108"/>
                </a:lnTo>
                <a:lnTo>
                  <a:pt x="120522" y="71374"/>
                </a:lnTo>
                <a:lnTo>
                  <a:pt x="124968" y="68707"/>
                </a:lnTo>
                <a:lnTo>
                  <a:pt x="129412" y="67437"/>
                </a:lnTo>
                <a:lnTo>
                  <a:pt x="165920" y="67437"/>
                </a:lnTo>
                <a:lnTo>
                  <a:pt x="160909" y="64293"/>
                </a:lnTo>
                <a:lnTo>
                  <a:pt x="149907" y="60598"/>
                </a:lnTo>
                <a:lnTo>
                  <a:pt x="137668" y="59309"/>
                </a:lnTo>
                <a:close/>
              </a:path>
              <a:path w="560705" h="219710">
                <a:moveTo>
                  <a:pt x="42671" y="71628"/>
                </a:moveTo>
                <a:lnTo>
                  <a:pt x="22097" y="71628"/>
                </a:lnTo>
                <a:lnTo>
                  <a:pt x="21982" y="155797"/>
                </a:lnTo>
                <a:lnTo>
                  <a:pt x="21589" y="160020"/>
                </a:lnTo>
                <a:lnTo>
                  <a:pt x="9143" y="171958"/>
                </a:lnTo>
                <a:lnTo>
                  <a:pt x="634" y="171958"/>
                </a:lnTo>
                <a:lnTo>
                  <a:pt x="634" y="176403"/>
                </a:lnTo>
                <a:lnTo>
                  <a:pt x="68706" y="176530"/>
                </a:lnTo>
                <a:lnTo>
                  <a:pt x="68706" y="172085"/>
                </a:lnTo>
                <a:lnTo>
                  <a:pt x="53212" y="172085"/>
                </a:lnTo>
                <a:lnTo>
                  <a:pt x="49148" y="170180"/>
                </a:lnTo>
                <a:lnTo>
                  <a:pt x="46100" y="166497"/>
                </a:lnTo>
                <a:lnTo>
                  <a:pt x="43687" y="163703"/>
                </a:lnTo>
                <a:lnTo>
                  <a:pt x="42544" y="156972"/>
                </a:lnTo>
                <a:lnTo>
                  <a:pt x="42671" y="71628"/>
                </a:lnTo>
                <a:close/>
              </a:path>
              <a:path w="560705" h="219710">
                <a:moveTo>
                  <a:pt x="165920" y="67437"/>
                </a:moveTo>
                <a:lnTo>
                  <a:pt x="133731" y="67437"/>
                </a:lnTo>
                <a:lnTo>
                  <a:pt x="140279" y="68177"/>
                </a:lnTo>
                <a:lnTo>
                  <a:pt x="146225" y="70417"/>
                </a:lnTo>
                <a:lnTo>
                  <a:pt x="168479" y="112772"/>
                </a:lnTo>
                <a:lnTo>
                  <a:pt x="169290" y="127127"/>
                </a:lnTo>
                <a:lnTo>
                  <a:pt x="168792" y="138340"/>
                </a:lnTo>
                <a:lnTo>
                  <a:pt x="149606" y="171196"/>
                </a:lnTo>
                <a:lnTo>
                  <a:pt x="166061" y="171196"/>
                </a:lnTo>
                <a:lnTo>
                  <a:pt x="190579" y="132937"/>
                </a:lnTo>
                <a:lnTo>
                  <a:pt x="192404" y="117602"/>
                </a:lnTo>
                <a:lnTo>
                  <a:pt x="191573" y="106979"/>
                </a:lnTo>
                <a:lnTo>
                  <a:pt x="189087" y="97012"/>
                </a:lnTo>
                <a:lnTo>
                  <a:pt x="184957" y="87687"/>
                </a:lnTo>
                <a:lnTo>
                  <a:pt x="179196" y="78994"/>
                </a:lnTo>
                <a:lnTo>
                  <a:pt x="170653" y="70405"/>
                </a:lnTo>
                <a:lnTo>
                  <a:pt x="165920" y="67437"/>
                </a:lnTo>
                <a:close/>
              </a:path>
              <a:path w="560705" h="219710">
                <a:moveTo>
                  <a:pt x="69595" y="0"/>
                </a:moveTo>
                <a:lnTo>
                  <a:pt x="31241" y="18542"/>
                </a:lnTo>
                <a:lnTo>
                  <a:pt x="22097" y="62611"/>
                </a:lnTo>
                <a:lnTo>
                  <a:pt x="0" y="62611"/>
                </a:lnTo>
                <a:lnTo>
                  <a:pt x="0" y="71628"/>
                </a:lnTo>
                <a:lnTo>
                  <a:pt x="72008" y="71628"/>
                </a:lnTo>
                <a:lnTo>
                  <a:pt x="72008" y="62737"/>
                </a:lnTo>
                <a:lnTo>
                  <a:pt x="42671" y="62611"/>
                </a:lnTo>
                <a:lnTo>
                  <a:pt x="42771" y="42429"/>
                </a:lnTo>
                <a:lnTo>
                  <a:pt x="56006" y="9017"/>
                </a:lnTo>
                <a:lnTo>
                  <a:pt x="94264" y="9017"/>
                </a:lnTo>
                <a:lnTo>
                  <a:pt x="93598" y="8509"/>
                </a:lnTo>
                <a:lnTo>
                  <a:pt x="88026" y="4822"/>
                </a:lnTo>
                <a:lnTo>
                  <a:pt x="82168" y="2159"/>
                </a:lnTo>
                <a:lnTo>
                  <a:pt x="76025" y="543"/>
                </a:lnTo>
                <a:lnTo>
                  <a:pt x="69595" y="0"/>
                </a:lnTo>
                <a:close/>
              </a:path>
              <a:path w="560705" h="219710">
                <a:moveTo>
                  <a:pt x="94264" y="9017"/>
                </a:moveTo>
                <a:lnTo>
                  <a:pt x="62991" y="9017"/>
                </a:lnTo>
                <a:lnTo>
                  <a:pt x="65785" y="9779"/>
                </a:lnTo>
                <a:lnTo>
                  <a:pt x="68452" y="11303"/>
                </a:lnTo>
                <a:lnTo>
                  <a:pt x="70993" y="12954"/>
                </a:lnTo>
                <a:lnTo>
                  <a:pt x="73787" y="16002"/>
                </a:lnTo>
                <a:lnTo>
                  <a:pt x="76834" y="20447"/>
                </a:lnTo>
                <a:lnTo>
                  <a:pt x="79882" y="25019"/>
                </a:lnTo>
                <a:lnTo>
                  <a:pt x="82550" y="27940"/>
                </a:lnTo>
                <a:lnTo>
                  <a:pt x="84581" y="29337"/>
                </a:lnTo>
                <a:lnTo>
                  <a:pt x="86740" y="30734"/>
                </a:lnTo>
                <a:lnTo>
                  <a:pt x="88772" y="31369"/>
                </a:lnTo>
                <a:lnTo>
                  <a:pt x="93090" y="31369"/>
                </a:lnTo>
                <a:lnTo>
                  <a:pt x="95376" y="30225"/>
                </a:lnTo>
                <a:lnTo>
                  <a:pt x="99694" y="25908"/>
                </a:lnTo>
                <a:lnTo>
                  <a:pt x="100837" y="23495"/>
                </a:lnTo>
                <a:lnTo>
                  <a:pt x="100837" y="16383"/>
                </a:lnTo>
                <a:lnTo>
                  <a:pt x="98425" y="12192"/>
                </a:lnTo>
                <a:lnTo>
                  <a:pt x="94264" y="9017"/>
                </a:lnTo>
                <a:close/>
              </a:path>
              <a:path w="560705" h="219710">
                <a:moveTo>
                  <a:pt x="241807" y="75946"/>
                </a:moveTo>
                <a:lnTo>
                  <a:pt x="214248" y="75946"/>
                </a:lnTo>
                <a:lnTo>
                  <a:pt x="216026" y="76581"/>
                </a:lnTo>
                <a:lnTo>
                  <a:pt x="217423" y="77724"/>
                </a:lnTo>
                <a:lnTo>
                  <a:pt x="218947" y="78867"/>
                </a:lnTo>
                <a:lnTo>
                  <a:pt x="219963" y="80645"/>
                </a:lnTo>
                <a:lnTo>
                  <a:pt x="220979" y="85725"/>
                </a:lnTo>
                <a:lnTo>
                  <a:pt x="221233" y="93599"/>
                </a:lnTo>
                <a:lnTo>
                  <a:pt x="221233" y="157607"/>
                </a:lnTo>
                <a:lnTo>
                  <a:pt x="209041" y="172085"/>
                </a:lnTo>
                <a:lnTo>
                  <a:pt x="203326" y="172085"/>
                </a:lnTo>
                <a:lnTo>
                  <a:pt x="203326" y="176530"/>
                </a:lnTo>
                <a:lnTo>
                  <a:pt x="261619" y="176657"/>
                </a:lnTo>
                <a:lnTo>
                  <a:pt x="261619" y="172212"/>
                </a:lnTo>
                <a:lnTo>
                  <a:pt x="256412" y="172212"/>
                </a:lnTo>
                <a:lnTo>
                  <a:pt x="252475" y="171450"/>
                </a:lnTo>
                <a:lnTo>
                  <a:pt x="249808" y="169925"/>
                </a:lnTo>
                <a:lnTo>
                  <a:pt x="247014" y="168402"/>
                </a:lnTo>
                <a:lnTo>
                  <a:pt x="245109" y="166497"/>
                </a:lnTo>
                <a:lnTo>
                  <a:pt x="244094" y="164337"/>
                </a:lnTo>
                <a:lnTo>
                  <a:pt x="242443" y="161036"/>
                </a:lnTo>
                <a:lnTo>
                  <a:pt x="241681" y="156337"/>
                </a:lnTo>
                <a:lnTo>
                  <a:pt x="241681" y="95504"/>
                </a:lnTo>
                <a:lnTo>
                  <a:pt x="245744" y="87630"/>
                </a:lnTo>
                <a:lnTo>
                  <a:pt x="247476" y="85090"/>
                </a:lnTo>
                <a:lnTo>
                  <a:pt x="241807" y="85090"/>
                </a:lnTo>
                <a:lnTo>
                  <a:pt x="241807" y="75946"/>
                </a:lnTo>
                <a:close/>
              </a:path>
              <a:path w="560705" h="219710">
                <a:moveTo>
                  <a:pt x="275589" y="59436"/>
                </a:moveTo>
                <a:lnTo>
                  <a:pt x="271144" y="59436"/>
                </a:lnTo>
                <a:lnTo>
                  <a:pt x="263667" y="61033"/>
                </a:lnTo>
                <a:lnTo>
                  <a:pt x="256285" y="65833"/>
                </a:lnTo>
                <a:lnTo>
                  <a:pt x="248999" y="73848"/>
                </a:lnTo>
                <a:lnTo>
                  <a:pt x="241807" y="85090"/>
                </a:lnTo>
                <a:lnTo>
                  <a:pt x="247476" y="85090"/>
                </a:lnTo>
                <a:lnTo>
                  <a:pt x="249554" y="82042"/>
                </a:lnTo>
                <a:lnTo>
                  <a:pt x="253364" y="78740"/>
                </a:lnTo>
                <a:lnTo>
                  <a:pt x="255015" y="77089"/>
                </a:lnTo>
                <a:lnTo>
                  <a:pt x="256666" y="76200"/>
                </a:lnTo>
                <a:lnTo>
                  <a:pt x="286893" y="76200"/>
                </a:lnTo>
                <a:lnTo>
                  <a:pt x="286893" y="69596"/>
                </a:lnTo>
                <a:lnTo>
                  <a:pt x="285369" y="66421"/>
                </a:lnTo>
                <a:lnTo>
                  <a:pt x="282447" y="63627"/>
                </a:lnTo>
                <a:lnTo>
                  <a:pt x="279400" y="60833"/>
                </a:lnTo>
                <a:lnTo>
                  <a:pt x="275589" y="59436"/>
                </a:lnTo>
                <a:close/>
              </a:path>
              <a:path w="560705" h="219710">
                <a:moveTo>
                  <a:pt x="286893" y="76200"/>
                </a:moveTo>
                <a:lnTo>
                  <a:pt x="259841" y="76200"/>
                </a:lnTo>
                <a:lnTo>
                  <a:pt x="262508" y="77597"/>
                </a:lnTo>
                <a:lnTo>
                  <a:pt x="269747" y="83312"/>
                </a:lnTo>
                <a:lnTo>
                  <a:pt x="273050" y="84836"/>
                </a:lnTo>
                <a:lnTo>
                  <a:pt x="278891" y="84836"/>
                </a:lnTo>
                <a:lnTo>
                  <a:pt x="281431" y="83693"/>
                </a:lnTo>
                <a:lnTo>
                  <a:pt x="283590" y="81407"/>
                </a:lnTo>
                <a:lnTo>
                  <a:pt x="285750" y="79248"/>
                </a:lnTo>
                <a:lnTo>
                  <a:pt x="286841" y="76581"/>
                </a:lnTo>
                <a:lnTo>
                  <a:pt x="286893" y="76200"/>
                </a:lnTo>
                <a:close/>
              </a:path>
              <a:path w="560705" h="219710">
                <a:moveTo>
                  <a:pt x="241807" y="59436"/>
                </a:moveTo>
                <a:lnTo>
                  <a:pt x="236600" y="59436"/>
                </a:lnTo>
                <a:lnTo>
                  <a:pt x="202056" y="73279"/>
                </a:lnTo>
                <a:lnTo>
                  <a:pt x="203326" y="77850"/>
                </a:lnTo>
                <a:lnTo>
                  <a:pt x="206628" y="76581"/>
                </a:lnTo>
                <a:lnTo>
                  <a:pt x="209550" y="75946"/>
                </a:lnTo>
                <a:lnTo>
                  <a:pt x="241807" y="75946"/>
                </a:lnTo>
                <a:lnTo>
                  <a:pt x="241807" y="59436"/>
                </a:lnTo>
                <a:close/>
              </a:path>
              <a:path w="560705" h="219710">
                <a:moveTo>
                  <a:pt x="348869" y="59436"/>
                </a:moveTo>
                <a:lnTo>
                  <a:pt x="310514" y="76200"/>
                </a:lnTo>
                <a:lnTo>
                  <a:pt x="294513" y="119887"/>
                </a:lnTo>
                <a:lnTo>
                  <a:pt x="295415" y="133004"/>
                </a:lnTo>
                <a:lnTo>
                  <a:pt x="316410" y="170997"/>
                </a:lnTo>
                <a:lnTo>
                  <a:pt x="342645" y="180212"/>
                </a:lnTo>
                <a:lnTo>
                  <a:pt x="350647" y="179451"/>
                </a:lnTo>
                <a:lnTo>
                  <a:pt x="378920" y="160782"/>
                </a:lnTo>
                <a:lnTo>
                  <a:pt x="351663" y="160782"/>
                </a:lnTo>
                <a:lnTo>
                  <a:pt x="343614" y="159805"/>
                </a:lnTo>
                <a:lnTo>
                  <a:pt x="317182" y="128381"/>
                </a:lnTo>
                <a:lnTo>
                  <a:pt x="314706" y="109220"/>
                </a:lnTo>
                <a:lnTo>
                  <a:pt x="315327" y="99696"/>
                </a:lnTo>
                <a:lnTo>
                  <a:pt x="336422" y="67818"/>
                </a:lnTo>
                <a:lnTo>
                  <a:pt x="375487" y="67818"/>
                </a:lnTo>
                <a:lnTo>
                  <a:pt x="370639" y="64543"/>
                </a:lnTo>
                <a:lnTo>
                  <a:pt x="364124" y="61753"/>
                </a:lnTo>
                <a:lnTo>
                  <a:pt x="356871" y="60059"/>
                </a:lnTo>
                <a:lnTo>
                  <a:pt x="348869" y="59436"/>
                </a:lnTo>
                <a:close/>
              </a:path>
              <a:path w="560705" h="219710">
                <a:moveTo>
                  <a:pt x="386841" y="131699"/>
                </a:moveTo>
                <a:lnTo>
                  <a:pt x="382523" y="141732"/>
                </a:lnTo>
                <a:lnTo>
                  <a:pt x="378078" y="148717"/>
                </a:lnTo>
                <a:lnTo>
                  <a:pt x="367029" y="157987"/>
                </a:lnTo>
                <a:lnTo>
                  <a:pt x="359790" y="160782"/>
                </a:lnTo>
                <a:lnTo>
                  <a:pt x="378920" y="160782"/>
                </a:lnTo>
                <a:lnTo>
                  <a:pt x="383619" y="153368"/>
                </a:lnTo>
                <a:lnTo>
                  <a:pt x="387562" y="144071"/>
                </a:lnTo>
                <a:lnTo>
                  <a:pt x="390397" y="133477"/>
                </a:lnTo>
                <a:lnTo>
                  <a:pt x="386841" y="131699"/>
                </a:lnTo>
                <a:close/>
              </a:path>
              <a:path w="560705" h="219710">
                <a:moveTo>
                  <a:pt x="375487" y="67818"/>
                </a:moveTo>
                <a:lnTo>
                  <a:pt x="349884" y="67818"/>
                </a:lnTo>
                <a:lnTo>
                  <a:pt x="353948" y="69087"/>
                </a:lnTo>
                <a:lnTo>
                  <a:pt x="356743" y="71500"/>
                </a:lnTo>
                <a:lnTo>
                  <a:pt x="359663" y="74168"/>
                </a:lnTo>
                <a:lnTo>
                  <a:pt x="361314" y="77850"/>
                </a:lnTo>
                <a:lnTo>
                  <a:pt x="362331" y="87630"/>
                </a:lnTo>
                <a:lnTo>
                  <a:pt x="363219" y="90932"/>
                </a:lnTo>
                <a:lnTo>
                  <a:pt x="364616" y="92710"/>
                </a:lnTo>
                <a:lnTo>
                  <a:pt x="367156" y="95885"/>
                </a:lnTo>
                <a:lnTo>
                  <a:pt x="370839" y="97409"/>
                </a:lnTo>
                <a:lnTo>
                  <a:pt x="379348" y="97409"/>
                </a:lnTo>
                <a:lnTo>
                  <a:pt x="382143" y="96393"/>
                </a:lnTo>
                <a:lnTo>
                  <a:pt x="386206" y="92583"/>
                </a:lnTo>
                <a:lnTo>
                  <a:pt x="387222" y="90043"/>
                </a:lnTo>
                <a:lnTo>
                  <a:pt x="387222" y="80518"/>
                </a:lnTo>
                <a:lnTo>
                  <a:pt x="383666" y="74295"/>
                </a:lnTo>
                <a:lnTo>
                  <a:pt x="376427" y="68453"/>
                </a:lnTo>
                <a:lnTo>
                  <a:pt x="375487" y="67818"/>
                </a:lnTo>
                <a:close/>
              </a:path>
              <a:path w="560705" h="219710">
                <a:moveTo>
                  <a:pt x="459104" y="59436"/>
                </a:moveTo>
                <a:lnTo>
                  <a:pt x="421513" y="75819"/>
                </a:lnTo>
                <a:lnTo>
                  <a:pt x="406526" y="121285"/>
                </a:lnTo>
                <a:lnTo>
                  <a:pt x="407433" y="134100"/>
                </a:lnTo>
                <a:lnTo>
                  <a:pt x="428751" y="171211"/>
                </a:lnTo>
                <a:lnTo>
                  <a:pt x="456183" y="180212"/>
                </a:lnTo>
                <a:lnTo>
                  <a:pt x="465230" y="179351"/>
                </a:lnTo>
                <a:lnTo>
                  <a:pt x="473503" y="176752"/>
                </a:lnTo>
                <a:lnTo>
                  <a:pt x="480990" y="172390"/>
                </a:lnTo>
                <a:lnTo>
                  <a:pt x="487679" y="166243"/>
                </a:lnTo>
                <a:lnTo>
                  <a:pt x="492598" y="160020"/>
                </a:lnTo>
                <a:lnTo>
                  <a:pt x="465581" y="160020"/>
                </a:lnTo>
                <a:lnTo>
                  <a:pt x="457434" y="159097"/>
                </a:lnTo>
                <a:lnTo>
                  <a:pt x="427148" y="128381"/>
                </a:lnTo>
                <a:lnTo>
                  <a:pt x="424179" y="105791"/>
                </a:lnTo>
                <a:lnTo>
                  <a:pt x="502793" y="105791"/>
                </a:lnTo>
                <a:lnTo>
                  <a:pt x="502242" y="98552"/>
                </a:lnTo>
                <a:lnTo>
                  <a:pt x="424179" y="98552"/>
                </a:lnTo>
                <a:lnTo>
                  <a:pt x="425069" y="89027"/>
                </a:lnTo>
                <a:lnTo>
                  <a:pt x="428244" y="81661"/>
                </a:lnTo>
                <a:lnTo>
                  <a:pt x="433704" y="76327"/>
                </a:lnTo>
                <a:lnTo>
                  <a:pt x="439165" y="70866"/>
                </a:lnTo>
                <a:lnTo>
                  <a:pt x="445262" y="68199"/>
                </a:lnTo>
                <a:lnTo>
                  <a:pt x="485939" y="68199"/>
                </a:lnTo>
                <a:lnTo>
                  <a:pt x="484000" y="66561"/>
                </a:lnTo>
                <a:lnTo>
                  <a:pt x="476567" y="62595"/>
                </a:lnTo>
                <a:lnTo>
                  <a:pt x="468276" y="60223"/>
                </a:lnTo>
                <a:lnTo>
                  <a:pt x="459104" y="59436"/>
                </a:lnTo>
                <a:close/>
              </a:path>
              <a:path w="560705" h="219710">
                <a:moveTo>
                  <a:pt x="498982" y="132842"/>
                </a:moveTo>
                <a:lnTo>
                  <a:pt x="495172" y="142748"/>
                </a:lnTo>
                <a:lnTo>
                  <a:pt x="490600" y="149733"/>
                </a:lnTo>
                <a:lnTo>
                  <a:pt x="479551" y="157987"/>
                </a:lnTo>
                <a:lnTo>
                  <a:pt x="473075" y="160020"/>
                </a:lnTo>
                <a:lnTo>
                  <a:pt x="492598" y="160020"/>
                </a:lnTo>
                <a:lnTo>
                  <a:pt x="493327" y="159097"/>
                </a:lnTo>
                <a:lnTo>
                  <a:pt x="497713" y="151558"/>
                </a:lnTo>
                <a:lnTo>
                  <a:pt x="500860" y="143615"/>
                </a:lnTo>
                <a:lnTo>
                  <a:pt x="502793" y="135255"/>
                </a:lnTo>
                <a:lnTo>
                  <a:pt x="498982" y="132842"/>
                </a:lnTo>
                <a:close/>
              </a:path>
              <a:path w="560705" h="219710">
                <a:moveTo>
                  <a:pt x="485939" y="68199"/>
                </a:moveTo>
                <a:lnTo>
                  <a:pt x="452119" y="68199"/>
                </a:lnTo>
                <a:lnTo>
                  <a:pt x="456564" y="68325"/>
                </a:lnTo>
                <a:lnTo>
                  <a:pt x="460882" y="69596"/>
                </a:lnTo>
                <a:lnTo>
                  <a:pt x="464946" y="72262"/>
                </a:lnTo>
                <a:lnTo>
                  <a:pt x="469138" y="74930"/>
                </a:lnTo>
                <a:lnTo>
                  <a:pt x="472185" y="78486"/>
                </a:lnTo>
                <a:lnTo>
                  <a:pt x="474218" y="83185"/>
                </a:lnTo>
                <a:lnTo>
                  <a:pt x="475614" y="86233"/>
                </a:lnTo>
                <a:lnTo>
                  <a:pt x="476503" y="91312"/>
                </a:lnTo>
                <a:lnTo>
                  <a:pt x="476884" y="98552"/>
                </a:lnTo>
                <a:lnTo>
                  <a:pt x="502242" y="98552"/>
                </a:lnTo>
                <a:lnTo>
                  <a:pt x="502031" y="95763"/>
                </a:lnTo>
                <a:lnTo>
                  <a:pt x="499744" y="86820"/>
                </a:lnTo>
                <a:lnTo>
                  <a:pt x="495934" y="78948"/>
                </a:lnTo>
                <a:lnTo>
                  <a:pt x="490600" y="72136"/>
                </a:lnTo>
                <a:lnTo>
                  <a:pt x="485939" y="68199"/>
                </a:lnTo>
                <a:close/>
              </a:path>
              <a:path w="560705" h="219710">
                <a:moveTo>
                  <a:pt x="560451" y="176657"/>
                </a:moveTo>
                <a:lnTo>
                  <a:pt x="548004" y="176657"/>
                </a:lnTo>
                <a:lnTo>
                  <a:pt x="548639" y="177037"/>
                </a:lnTo>
                <a:lnTo>
                  <a:pt x="549909" y="178943"/>
                </a:lnTo>
                <a:lnTo>
                  <a:pt x="550214" y="179959"/>
                </a:lnTo>
                <a:lnTo>
                  <a:pt x="550290" y="188468"/>
                </a:lnTo>
                <a:lnTo>
                  <a:pt x="548004" y="194691"/>
                </a:lnTo>
                <a:lnTo>
                  <a:pt x="543306" y="200660"/>
                </a:lnTo>
                <a:lnTo>
                  <a:pt x="538607" y="206502"/>
                </a:lnTo>
                <a:lnTo>
                  <a:pt x="532002" y="210947"/>
                </a:lnTo>
                <a:lnTo>
                  <a:pt x="523494" y="213741"/>
                </a:lnTo>
                <a:lnTo>
                  <a:pt x="523494" y="219202"/>
                </a:lnTo>
                <a:lnTo>
                  <a:pt x="557529" y="194564"/>
                </a:lnTo>
                <a:lnTo>
                  <a:pt x="560451" y="186562"/>
                </a:lnTo>
                <a:lnTo>
                  <a:pt x="560451" y="176657"/>
                </a:lnTo>
                <a:close/>
              </a:path>
              <a:path w="560705" h="219710">
                <a:moveTo>
                  <a:pt x="539495" y="151892"/>
                </a:moveTo>
                <a:lnTo>
                  <a:pt x="535051" y="151892"/>
                </a:lnTo>
                <a:lnTo>
                  <a:pt x="531240" y="153416"/>
                </a:lnTo>
                <a:lnTo>
                  <a:pt x="528193" y="156337"/>
                </a:lnTo>
                <a:lnTo>
                  <a:pt x="525018" y="159131"/>
                </a:lnTo>
                <a:lnTo>
                  <a:pt x="523494" y="162687"/>
                </a:lnTo>
                <a:lnTo>
                  <a:pt x="523494" y="170942"/>
                </a:lnTo>
                <a:lnTo>
                  <a:pt x="524637" y="174244"/>
                </a:lnTo>
                <a:lnTo>
                  <a:pt x="529463" y="179070"/>
                </a:lnTo>
                <a:lnTo>
                  <a:pt x="532764" y="180340"/>
                </a:lnTo>
                <a:lnTo>
                  <a:pt x="538479" y="180340"/>
                </a:lnTo>
                <a:lnTo>
                  <a:pt x="540003" y="179959"/>
                </a:lnTo>
                <a:lnTo>
                  <a:pt x="541527" y="179197"/>
                </a:lnTo>
                <a:lnTo>
                  <a:pt x="544576" y="177546"/>
                </a:lnTo>
                <a:lnTo>
                  <a:pt x="546607" y="176657"/>
                </a:lnTo>
                <a:lnTo>
                  <a:pt x="560451" y="176657"/>
                </a:lnTo>
                <a:lnTo>
                  <a:pt x="560451" y="170180"/>
                </a:lnTo>
                <a:lnTo>
                  <a:pt x="558419" y="163830"/>
                </a:lnTo>
                <a:lnTo>
                  <a:pt x="554101" y="159131"/>
                </a:lnTo>
                <a:lnTo>
                  <a:pt x="549909" y="154305"/>
                </a:lnTo>
                <a:lnTo>
                  <a:pt x="544957" y="152019"/>
                </a:lnTo>
                <a:lnTo>
                  <a:pt x="539495" y="151892"/>
                </a:lnTo>
                <a:close/>
              </a:path>
            </a:pathLst>
          </a:custGeom>
          <a:solidFill>
            <a:srgbClr val="000000"/>
          </a:solidFill>
        </p:spPr>
        <p:txBody>
          <a:bodyPr wrap="square" lIns="0" tIns="0" rIns="0" bIns="0" rtlCol="0"/>
          <a:lstStyle/>
          <a:p>
            <a:endParaRPr/>
          </a:p>
        </p:txBody>
      </p:sp>
      <p:sp>
        <p:nvSpPr>
          <p:cNvPr id="27" name="object 27"/>
          <p:cNvSpPr/>
          <p:nvPr/>
        </p:nvSpPr>
        <p:spPr>
          <a:xfrm>
            <a:off x="2295398" y="1913508"/>
            <a:ext cx="613410" cy="180975"/>
          </a:xfrm>
          <a:custGeom>
            <a:avLst/>
            <a:gdLst/>
            <a:ahLst/>
            <a:cxnLst/>
            <a:rect l="l" t="t" r="r" b="b"/>
            <a:pathLst>
              <a:path w="613410" h="180975">
                <a:moveTo>
                  <a:pt x="113613" y="107441"/>
                </a:moveTo>
                <a:lnTo>
                  <a:pt x="92328" y="107441"/>
                </a:lnTo>
                <a:lnTo>
                  <a:pt x="120776" y="180212"/>
                </a:lnTo>
                <a:lnTo>
                  <a:pt x="125856" y="180212"/>
                </a:lnTo>
                <a:lnTo>
                  <a:pt x="138589" y="147446"/>
                </a:lnTo>
                <a:lnTo>
                  <a:pt x="129412" y="147446"/>
                </a:lnTo>
                <a:lnTo>
                  <a:pt x="113613" y="107441"/>
                </a:lnTo>
                <a:close/>
              </a:path>
              <a:path w="613410" h="180975">
                <a:moveTo>
                  <a:pt x="126" y="62737"/>
                </a:moveTo>
                <a:lnTo>
                  <a:pt x="0" y="67437"/>
                </a:lnTo>
                <a:lnTo>
                  <a:pt x="5079" y="68452"/>
                </a:lnTo>
                <a:lnTo>
                  <a:pt x="8635" y="70103"/>
                </a:lnTo>
                <a:lnTo>
                  <a:pt x="54482" y="180086"/>
                </a:lnTo>
                <a:lnTo>
                  <a:pt x="59181" y="180086"/>
                </a:lnTo>
                <a:lnTo>
                  <a:pt x="72915" y="149987"/>
                </a:lnTo>
                <a:lnTo>
                  <a:pt x="63500" y="149987"/>
                </a:lnTo>
                <a:lnTo>
                  <a:pt x="39243" y="84454"/>
                </a:lnTo>
                <a:lnTo>
                  <a:pt x="37845" y="80771"/>
                </a:lnTo>
                <a:lnTo>
                  <a:pt x="37083" y="77724"/>
                </a:lnTo>
                <a:lnTo>
                  <a:pt x="37083" y="72770"/>
                </a:lnTo>
                <a:lnTo>
                  <a:pt x="47751" y="67437"/>
                </a:lnTo>
                <a:lnTo>
                  <a:pt x="47751" y="62864"/>
                </a:lnTo>
                <a:lnTo>
                  <a:pt x="126" y="62737"/>
                </a:lnTo>
                <a:close/>
              </a:path>
              <a:path w="613410" h="180975">
                <a:moveTo>
                  <a:pt x="117728" y="62864"/>
                </a:moveTo>
                <a:lnTo>
                  <a:pt x="63626" y="62864"/>
                </a:lnTo>
                <a:lnTo>
                  <a:pt x="63626" y="67437"/>
                </a:lnTo>
                <a:lnTo>
                  <a:pt x="68579" y="67690"/>
                </a:lnTo>
                <a:lnTo>
                  <a:pt x="71881" y="68325"/>
                </a:lnTo>
                <a:lnTo>
                  <a:pt x="73787" y="69595"/>
                </a:lnTo>
                <a:lnTo>
                  <a:pt x="76962" y="71500"/>
                </a:lnTo>
                <a:lnTo>
                  <a:pt x="79628" y="74929"/>
                </a:lnTo>
                <a:lnTo>
                  <a:pt x="88010" y="96646"/>
                </a:lnTo>
                <a:lnTo>
                  <a:pt x="63500" y="149987"/>
                </a:lnTo>
                <a:lnTo>
                  <a:pt x="72915" y="149987"/>
                </a:lnTo>
                <a:lnTo>
                  <a:pt x="92328" y="107441"/>
                </a:lnTo>
                <a:lnTo>
                  <a:pt x="113613" y="107441"/>
                </a:lnTo>
                <a:lnTo>
                  <a:pt x="103631" y="82168"/>
                </a:lnTo>
                <a:lnTo>
                  <a:pt x="102869" y="80390"/>
                </a:lnTo>
                <a:lnTo>
                  <a:pt x="102615" y="78612"/>
                </a:lnTo>
                <a:lnTo>
                  <a:pt x="102615" y="74167"/>
                </a:lnTo>
                <a:lnTo>
                  <a:pt x="117728" y="67437"/>
                </a:lnTo>
                <a:lnTo>
                  <a:pt x="117728" y="62864"/>
                </a:lnTo>
                <a:close/>
              </a:path>
              <a:path w="613410" h="180975">
                <a:moveTo>
                  <a:pt x="179831" y="62864"/>
                </a:moveTo>
                <a:lnTo>
                  <a:pt x="144018" y="62864"/>
                </a:lnTo>
                <a:lnTo>
                  <a:pt x="144018" y="67437"/>
                </a:lnTo>
                <a:lnTo>
                  <a:pt x="148716" y="67690"/>
                </a:lnTo>
                <a:lnTo>
                  <a:pt x="151891" y="68325"/>
                </a:lnTo>
                <a:lnTo>
                  <a:pt x="153415" y="69595"/>
                </a:lnTo>
                <a:lnTo>
                  <a:pt x="155066" y="70865"/>
                </a:lnTo>
                <a:lnTo>
                  <a:pt x="155875" y="72136"/>
                </a:lnTo>
                <a:lnTo>
                  <a:pt x="129412" y="147446"/>
                </a:lnTo>
                <a:lnTo>
                  <a:pt x="138589" y="147446"/>
                </a:lnTo>
                <a:lnTo>
                  <a:pt x="167385" y="73405"/>
                </a:lnTo>
                <a:lnTo>
                  <a:pt x="172719" y="68579"/>
                </a:lnTo>
                <a:lnTo>
                  <a:pt x="179831" y="67437"/>
                </a:lnTo>
                <a:lnTo>
                  <a:pt x="179831" y="62864"/>
                </a:lnTo>
                <a:close/>
              </a:path>
              <a:path w="613410" h="180975">
                <a:moveTo>
                  <a:pt x="224281" y="16255"/>
                </a:moveTo>
                <a:lnTo>
                  <a:pt x="196850" y="16255"/>
                </a:lnTo>
                <a:lnTo>
                  <a:pt x="198500" y="16890"/>
                </a:lnTo>
                <a:lnTo>
                  <a:pt x="199897" y="17906"/>
                </a:lnTo>
                <a:lnTo>
                  <a:pt x="203581" y="35051"/>
                </a:lnTo>
                <a:lnTo>
                  <a:pt x="203498" y="158876"/>
                </a:lnTo>
                <a:lnTo>
                  <a:pt x="191134" y="172212"/>
                </a:lnTo>
                <a:lnTo>
                  <a:pt x="186181" y="172212"/>
                </a:lnTo>
                <a:lnTo>
                  <a:pt x="186181" y="176783"/>
                </a:lnTo>
                <a:lnTo>
                  <a:pt x="242569" y="176783"/>
                </a:lnTo>
                <a:lnTo>
                  <a:pt x="242569" y="172338"/>
                </a:lnTo>
                <a:lnTo>
                  <a:pt x="236727" y="172338"/>
                </a:lnTo>
                <a:lnTo>
                  <a:pt x="232663" y="171703"/>
                </a:lnTo>
                <a:lnTo>
                  <a:pt x="230377" y="170306"/>
                </a:lnTo>
                <a:lnTo>
                  <a:pt x="227964" y="169037"/>
                </a:lnTo>
                <a:lnTo>
                  <a:pt x="226313" y="167512"/>
                </a:lnTo>
                <a:lnTo>
                  <a:pt x="225425" y="165607"/>
                </a:lnTo>
                <a:lnTo>
                  <a:pt x="224662" y="163702"/>
                </a:lnTo>
                <a:lnTo>
                  <a:pt x="224154" y="158876"/>
                </a:lnTo>
                <a:lnTo>
                  <a:pt x="224154" y="90931"/>
                </a:lnTo>
                <a:lnTo>
                  <a:pt x="230377" y="84327"/>
                </a:lnTo>
                <a:lnTo>
                  <a:pt x="231603" y="83312"/>
                </a:lnTo>
                <a:lnTo>
                  <a:pt x="224281" y="83312"/>
                </a:lnTo>
                <a:lnTo>
                  <a:pt x="224281" y="16255"/>
                </a:lnTo>
                <a:close/>
              </a:path>
              <a:path w="613410" h="180975">
                <a:moveTo>
                  <a:pt x="308482" y="172338"/>
                </a:moveTo>
                <a:lnTo>
                  <a:pt x="252475" y="172338"/>
                </a:lnTo>
                <a:lnTo>
                  <a:pt x="252475" y="176783"/>
                </a:lnTo>
                <a:lnTo>
                  <a:pt x="308356" y="176783"/>
                </a:lnTo>
                <a:lnTo>
                  <a:pt x="308482" y="172338"/>
                </a:lnTo>
                <a:close/>
              </a:path>
              <a:path w="613410" h="180975">
                <a:moveTo>
                  <a:pt x="287163" y="74675"/>
                </a:moveTo>
                <a:lnTo>
                  <a:pt x="256666" y="74675"/>
                </a:lnTo>
                <a:lnTo>
                  <a:pt x="260095" y="75564"/>
                </a:lnTo>
                <a:lnTo>
                  <a:pt x="262889" y="77596"/>
                </a:lnTo>
                <a:lnTo>
                  <a:pt x="265683" y="79501"/>
                </a:lnTo>
                <a:lnTo>
                  <a:pt x="267715" y="82423"/>
                </a:lnTo>
                <a:lnTo>
                  <a:pt x="269048" y="86546"/>
                </a:lnTo>
                <a:lnTo>
                  <a:pt x="270256" y="90169"/>
                </a:lnTo>
                <a:lnTo>
                  <a:pt x="270890" y="98425"/>
                </a:lnTo>
                <a:lnTo>
                  <a:pt x="270763" y="161416"/>
                </a:lnTo>
                <a:lnTo>
                  <a:pt x="270509" y="162687"/>
                </a:lnTo>
                <a:lnTo>
                  <a:pt x="260350" y="172338"/>
                </a:lnTo>
                <a:lnTo>
                  <a:pt x="303149" y="172338"/>
                </a:lnTo>
                <a:lnTo>
                  <a:pt x="291591" y="110870"/>
                </a:lnTo>
                <a:lnTo>
                  <a:pt x="291447" y="101111"/>
                </a:lnTo>
                <a:lnTo>
                  <a:pt x="291004" y="92995"/>
                </a:lnTo>
                <a:lnTo>
                  <a:pt x="290252" y="86546"/>
                </a:lnTo>
                <a:lnTo>
                  <a:pt x="289178" y="81787"/>
                </a:lnTo>
                <a:lnTo>
                  <a:pt x="287163" y="74675"/>
                </a:lnTo>
                <a:close/>
              </a:path>
              <a:path w="613410" h="180975">
                <a:moveTo>
                  <a:pt x="268731" y="59562"/>
                </a:moveTo>
                <a:lnTo>
                  <a:pt x="256920" y="59562"/>
                </a:lnTo>
                <a:lnTo>
                  <a:pt x="251459" y="60960"/>
                </a:lnTo>
                <a:lnTo>
                  <a:pt x="224281" y="83312"/>
                </a:lnTo>
                <a:lnTo>
                  <a:pt x="231603" y="83312"/>
                </a:lnTo>
                <a:lnTo>
                  <a:pt x="235584" y="80010"/>
                </a:lnTo>
                <a:lnTo>
                  <a:pt x="240029" y="77850"/>
                </a:lnTo>
                <a:lnTo>
                  <a:pt x="244347" y="75691"/>
                </a:lnTo>
                <a:lnTo>
                  <a:pt x="248665" y="74675"/>
                </a:lnTo>
                <a:lnTo>
                  <a:pt x="287163" y="74675"/>
                </a:lnTo>
                <a:lnTo>
                  <a:pt x="287019" y="74167"/>
                </a:lnTo>
                <a:lnTo>
                  <a:pt x="283590" y="68579"/>
                </a:lnTo>
                <a:lnTo>
                  <a:pt x="274319" y="61340"/>
                </a:lnTo>
                <a:lnTo>
                  <a:pt x="268731" y="59562"/>
                </a:lnTo>
                <a:close/>
              </a:path>
              <a:path w="613410" h="180975">
                <a:moveTo>
                  <a:pt x="224281" y="0"/>
                </a:moveTo>
                <a:lnTo>
                  <a:pt x="218566" y="0"/>
                </a:lnTo>
                <a:lnTo>
                  <a:pt x="184531" y="13969"/>
                </a:lnTo>
                <a:lnTo>
                  <a:pt x="186181" y="18287"/>
                </a:lnTo>
                <a:lnTo>
                  <a:pt x="190119" y="17017"/>
                </a:lnTo>
                <a:lnTo>
                  <a:pt x="192912" y="16255"/>
                </a:lnTo>
                <a:lnTo>
                  <a:pt x="224281" y="16255"/>
                </a:lnTo>
                <a:lnTo>
                  <a:pt x="224281" y="0"/>
                </a:lnTo>
                <a:close/>
              </a:path>
              <a:path w="613410" h="180975">
                <a:moveTo>
                  <a:pt x="372871" y="59562"/>
                </a:moveTo>
                <a:lnTo>
                  <a:pt x="335279" y="75818"/>
                </a:lnTo>
                <a:lnTo>
                  <a:pt x="320294" y="121412"/>
                </a:lnTo>
                <a:lnTo>
                  <a:pt x="321200" y="134173"/>
                </a:lnTo>
                <a:lnTo>
                  <a:pt x="342519" y="171338"/>
                </a:lnTo>
                <a:lnTo>
                  <a:pt x="369950" y="180339"/>
                </a:lnTo>
                <a:lnTo>
                  <a:pt x="378997" y="179460"/>
                </a:lnTo>
                <a:lnTo>
                  <a:pt x="387270" y="176831"/>
                </a:lnTo>
                <a:lnTo>
                  <a:pt x="394757" y="172464"/>
                </a:lnTo>
                <a:lnTo>
                  <a:pt x="401446" y="166369"/>
                </a:lnTo>
                <a:lnTo>
                  <a:pt x="406352" y="160146"/>
                </a:lnTo>
                <a:lnTo>
                  <a:pt x="379349" y="160146"/>
                </a:lnTo>
                <a:lnTo>
                  <a:pt x="371250" y="159188"/>
                </a:lnTo>
                <a:lnTo>
                  <a:pt x="340915" y="128508"/>
                </a:lnTo>
                <a:lnTo>
                  <a:pt x="337946" y="105917"/>
                </a:lnTo>
                <a:lnTo>
                  <a:pt x="416559" y="105917"/>
                </a:lnTo>
                <a:lnTo>
                  <a:pt x="416009" y="98678"/>
                </a:lnTo>
                <a:lnTo>
                  <a:pt x="337946" y="98678"/>
                </a:lnTo>
                <a:lnTo>
                  <a:pt x="338835" y="89153"/>
                </a:lnTo>
                <a:lnTo>
                  <a:pt x="342010" y="81661"/>
                </a:lnTo>
                <a:lnTo>
                  <a:pt x="352932" y="70992"/>
                </a:lnTo>
                <a:lnTo>
                  <a:pt x="359028" y="68325"/>
                </a:lnTo>
                <a:lnTo>
                  <a:pt x="399796" y="68325"/>
                </a:lnTo>
                <a:lnTo>
                  <a:pt x="397767" y="66635"/>
                </a:lnTo>
                <a:lnTo>
                  <a:pt x="390334" y="62706"/>
                </a:lnTo>
                <a:lnTo>
                  <a:pt x="382043" y="60348"/>
                </a:lnTo>
                <a:lnTo>
                  <a:pt x="372871" y="59562"/>
                </a:lnTo>
                <a:close/>
              </a:path>
              <a:path w="613410" h="180975">
                <a:moveTo>
                  <a:pt x="412750" y="132841"/>
                </a:moveTo>
                <a:lnTo>
                  <a:pt x="386841" y="160146"/>
                </a:lnTo>
                <a:lnTo>
                  <a:pt x="406352" y="160146"/>
                </a:lnTo>
                <a:lnTo>
                  <a:pt x="407104" y="159188"/>
                </a:lnTo>
                <a:lnTo>
                  <a:pt x="411479" y="151637"/>
                </a:lnTo>
                <a:lnTo>
                  <a:pt x="414627" y="143688"/>
                </a:lnTo>
                <a:lnTo>
                  <a:pt x="416559" y="135381"/>
                </a:lnTo>
                <a:lnTo>
                  <a:pt x="412750" y="132841"/>
                </a:lnTo>
                <a:close/>
              </a:path>
              <a:path w="613410" h="180975">
                <a:moveTo>
                  <a:pt x="399796" y="68325"/>
                </a:moveTo>
                <a:lnTo>
                  <a:pt x="370331" y="68325"/>
                </a:lnTo>
                <a:lnTo>
                  <a:pt x="374650" y="69723"/>
                </a:lnTo>
                <a:lnTo>
                  <a:pt x="378713" y="72389"/>
                </a:lnTo>
                <a:lnTo>
                  <a:pt x="382904" y="75056"/>
                </a:lnTo>
                <a:lnTo>
                  <a:pt x="385952" y="78612"/>
                </a:lnTo>
                <a:lnTo>
                  <a:pt x="387984" y="83312"/>
                </a:lnTo>
                <a:lnTo>
                  <a:pt x="389381" y="86232"/>
                </a:lnTo>
                <a:lnTo>
                  <a:pt x="390270" y="91439"/>
                </a:lnTo>
                <a:lnTo>
                  <a:pt x="390651" y="98678"/>
                </a:lnTo>
                <a:lnTo>
                  <a:pt x="416009" y="98678"/>
                </a:lnTo>
                <a:lnTo>
                  <a:pt x="415797" y="95888"/>
                </a:lnTo>
                <a:lnTo>
                  <a:pt x="413511" y="86931"/>
                </a:lnTo>
                <a:lnTo>
                  <a:pt x="409701" y="79021"/>
                </a:lnTo>
                <a:lnTo>
                  <a:pt x="404368" y="72136"/>
                </a:lnTo>
                <a:lnTo>
                  <a:pt x="399796" y="68325"/>
                </a:lnTo>
                <a:close/>
              </a:path>
              <a:path w="613410" h="180975">
                <a:moveTo>
                  <a:pt x="483234" y="172465"/>
                </a:moveTo>
                <a:lnTo>
                  <a:pt x="424941" y="172465"/>
                </a:lnTo>
                <a:lnTo>
                  <a:pt x="424941" y="176911"/>
                </a:lnTo>
                <a:lnTo>
                  <a:pt x="483234" y="176911"/>
                </a:lnTo>
                <a:lnTo>
                  <a:pt x="483234" y="172465"/>
                </a:lnTo>
                <a:close/>
              </a:path>
              <a:path w="613410" h="180975">
                <a:moveTo>
                  <a:pt x="463422" y="76200"/>
                </a:moveTo>
                <a:lnTo>
                  <a:pt x="435863" y="76200"/>
                </a:lnTo>
                <a:lnTo>
                  <a:pt x="437641" y="76835"/>
                </a:lnTo>
                <a:lnTo>
                  <a:pt x="439038" y="77977"/>
                </a:lnTo>
                <a:lnTo>
                  <a:pt x="440563" y="79120"/>
                </a:lnTo>
                <a:lnTo>
                  <a:pt x="441578" y="81025"/>
                </a:lnTo>
                <a:lnTo>
                  <a:pt x="442594" y="85978"/>
                </a:lnTo>
                <a:lnTo>
                  <a:pt x="442849" y="93979"/>
                </a:lnTo>
                <a:lnTo>
                  <a:pt x="442849" y="157987"/>
                </a:lnTo>
                <a:lnTo>
                  <a:pt x="430656" y="172465"/>
                </a:lnTo>
                <a:lnTo>
                  <a:pt x="478027" y="172465"/>
                </a:lnTo>
                <a:lnTo>
                  <a:pt x="474090" y="171703"/>
                </a:lnTo>
                <a:lnTo>
                  <a:pt x="471424" y="170179"/>
                </a:lnTo>
                <a:lnTo>
                  <a:pt x="468629" y="168655"/>
                </a:lnTo>
                <a:lnTo>
                  <a:pt x="466725" y="166877"/>
                </a:lnTo>
                <a:lnTo>
                  <a:pt x="465708" y="164591"/>
                </a:lnTo>
                <a:lnTo>
                  <a:pt x="464057" y="161416"/>
                </a:lnTo>
                <a:lnTo>
                  <a:pt x="463295" y="156590"/>
                </a:lnTo>
                <a:lnTo>
                  <a:pt x="463295" y="95757"/>
                </a:lnTo>
                <a:lnTo>
                  <a:pt x="467359" y="88011"/>
                </a:lnTo>
                <a:lnTo>
                  <a:pt x="469178" y="85343"/>
                </a:lnTo>
                <a:lnTo>
                  <a:pt x="463422" y="85343"/>
                </a:lnTo>
                <a:lnTo>
                  <a:pt x="463422" y="76200"/>
                </a:lnTo>
                <a:close/>
              </a:path>
              <a:path w="613410" h="180975">
                <a:moveTo>
                  <a:pt x="497204" y="59689"/>
                </a:moveTo>
                <a:lnTo>
                  <a:pt x="492759" y="59689"/>
                </a:lnTo>
                <a:lnTo>
                  <a:pt x="485282" y="61305"/>
                </a:lnTo>
                <a:lnTo>
                  <a:pt x="477900" y="66135"/>
                </a:lnTo>
                <a:lnTo>
                  <a:pt x="470614" y="74156"/>
                </a:lnTo>
                <a:lnTo>
                  <a:pt x="463422" y="85343"/>
                </a:lnTo>
                <a:lnTo>
                  <a:pt x="469178" y="85343"/>
                </a:lnTo>
                <a:lnTo>
                  <a:pt x="471169" y="82423"/>
                </a:lnTo>
                <a:lnTo>
                  <a:pt x="474979" y="78993"/>
                </a:lnTo>
                <a:lnTo>
                  <a:pt x="476631" y="77342"/>
                </a:lnTo>
                <a:lnTo>
                  <a:pt x="478281" y="76453"/>
                </a:lnTo>
                <a:lnTo>
                  <a:pt x="508507" y="76453"/>
                </a:lnTo>
                <a:lnTo>
                  <a:pt x="508507" y="69850"/>
                </a:lnTo>
                <a:lnTo>
                  <a:pt x="506983" y="66675"/>
                </a:lnTo>
                <a:lnTo>
                  <a:pt x="504063" y="63880"/>
                </a:lnTo>
                <a:lnTo>
                  <a:pt x="501014" y="61087"/>
                </a:lnTo>
                <a:lnTo>
                  <a:pt x="497204" y="59689"/>
                </a:lnTo>
                <a:close/>
              </a:path>
              <a:path w="613410" h="180975">
                <a:moveTo>
                  <a:pt x="508507" y="76453"/>
                </a:moveTo>
                <a:lnTo>
                  <a:pt x="481456" y="76453"/>
                </a:lnTo>
                <a:lnTo>
                  <a:pt x="484124" y="77977"/>
                </a:lnTo>
                <a:lnTo>
                  <a:pt x="487806" y="80771"/>
                </a:lnTo>
                <a:lnTo>
                  <a:pt x="491363" y="83692"/>
                </a:lnTo>
                <a:lnTo>
                  <a:pt x="494664" y="85089"/>
                </a:lnTo>
                <a:lnTo>
                  <a:pt x="500506" y="85089"/>
                </a:lnTo>
                <a:lnTo>
                  <a:pt x="503046" y="83946"/>
                </a:lnTo>
                <a:lnTo>
                  <a:pt x="505206" y="81787"/>
                </a:lnTo>
                <a:lnTo>
                  <a:pt x="507364" y="79501"/>
                </a:lnTo>
                <a:lnTo>
                  <a:pt x="508507" y="76835"/>
                </a:lnTo>
                <a:lnTo>
                  <a:pt x="508507" y="76453"/>
                </a:lnTo>
                <a:close/>
              </a:path>
              <a:path w="613410" h="180975">
                <a:moveTo>
                  <a:pt x="463422" y="59689"/>
                </a:moveTo>
                <a:lnTo>
                  <a:pt x="458215" y="59689"/>
                </a:lnTo>
                <a:lnTo>
                  <a:pt x="423671" y="73660"/>
                </a:lnTo>
                <a:lnTo>
                  <a:pt x="424941" y="78104"/>
                </a:lnTo>
                <a:lnTo>
                  <a:pt x="428244" y="76835"/>
                </a:lnTo>
                <a:lnTo>
                  <a:pt x="431164" y="76200"/>
                </a:lnTo>
                <a:lnTo>
                  <a:pt x="463422" y="76200"/>
                </a:lnTo>
                <a:lnTo>
                  <a:pt x="463422" y="59689"/>
                </a:lnTo>
                <a:close/>
              </a:path>
              <a:path w="613410" h="180975">
                <a:moveTo>
                  <a:pt x="569468" y="59689"/>
                </a:moveTo>
                <a:lnTo>
                  <a:pt x="531876" y="75945"/>
                </a:lnTo>
                <a:lnTo>
                  <a:pt x="516889" y="121538"/>
                </a:lnTo>
                <a:lnTo>
                  <a:pt x="517796" y="134300"/>
                </a:lnTo>
                <a:lnTo>
                  <a:pt x="539114" y="171465"/>
                </a:lnTo>
                <a:lnTo>
                  <a:pt x="566546" y="180466"/>
                </a:lnTo>
                <a:lnTo>
                  <a:pt x="575593" y="179587"/>
                </a:lnTo>
                <a:lnTo>
                  <a:pt x="583866" y="176958"/>
                </a:lnTo>
                <a:lnTo>
                  <a:pt x="591353" y="172591"/>
                </a:lnTo>
                <a:lnTo>
                  <a:pt x="598043" y="166496"/>
                </a:lnTo>
                <a:lnTo>
                  <a:pt x="602948" y="160274"/>
                </a:lnTo>
                <a:lnTo>
                  <a:pt x="583438" y="160274"/>
                </a:lnTo>
                <a:lnTo>
                  <a:pt x="575944" y="160146"/>
                </a:lnTo>
                <a:lnTo>
                  <a:pt x="541383" y="137888"/>
                </a:lnTo>
                <a:lnTo>
                  <a:pt x="534543" y="106044"/>
                </a:lnTo>
                <a:lnTo>
                  <a:pt x="613156" y="106044"/>
                </a:lnTo>
                <a:lnTo>
                  <a:pt x="612605" y="98805"/>
                </a:lnTo>
                <a:lnTo>
                  <a:pt x="534543" y="98805"/>
                </a:lnTo>
                <a:lnTo>
                  <a:pt x="535432" y="89280"/>
                </a:lnTo>
                <a:lnTo>
                  <a:pt x="538607" y="81787"/>
                </a:lnTo>
                <a:lnTo>
                  <a:pt x="549528" y="71119"/>
                </a:lnTo>
                <a:lnTo>
                  <a:pt x="555625" y="68452"/>
                </a:lnTo>
                <a:lnTo>
                  <a:pt x="596392" y="68452"/>
                </a:lnTo>
                <a:lnTo>
                  <a:pt x="594363" y="66762"/>
                </a:lnTo>
                <a:lnTo>
                  <a:pt x="586930" y="62833"/>
                </a:lnTo>
                <a:lnTo>
                  <a:pt x="578639" y="60475"/>
                </a:lnTo>
                <a:lnTo>
                  <a:pt x="569468" y="59689"/>
                </a:lnTo>
                <a:close/>
              </a:path>
              <a:path w="613410" h="180975">
                <a:moveTo>
                  <a:pt x="609345" y="132968"/>
                </a:moveTo>
                <a:lnTo>
                  <a:pt x="583438" y="160274"/>
                </a:lnTo>
                <a:lnTo>
                  <a:pt x="602948" y="160274"/>
                </a:lnTo>
                <a:lnTo>
                  <a:pt x="603731" y="159261"/>
                </a:lnTo>
                <a:lnTo>
                  <a:pt x="608076" y="151764"/>
                </a:lnTo>
                <a:lnTo>
                  <a:pt x="611223" y="143815"/>
                </a:lnTo>
                <a:lnTo>
                  <a:pt x="613156" y="135508"/>
                </a:lnTo>
                <a:lnTo>
                  <a:pt x="609345" y="132968"/>
                </a:lnTo>
                <a:close/>
              </a:path>
              <a:path w="613410" h="180975">
                <a:moveTo>
                  <a:pt x="596392" y="68452"/>
                </a:moveTo>
                <a:lnTo>
                  <a:pt x="566927" y="68452"/>
                </a:lnTo>
                <a:lnTo>
                  <a:pt x="571245" y="69850"/>
                </a:lnTo>
                <a:lnTo>
                  <a:pt x="575309" y="72516"/>
                </a:lnTo>
                <a:lnTo>
                  <a:pt x="579501" y="75183"/>
                </a:lnTo>
                <a:lnTo>
                  <a:pt x="582549" y="78739"/>
                </a:lnTo>
                <a:lnTo>
                  <a:pt x="584581" y="83438"/>
                </a:lnTo>
                <a:lnTo>
                  <a:pt x="585977" y="86360"/>
                </a:lnTo>
                <a:lnTo>
                  <a:pt x="586866" y="91566"/>
                </a:lnTo>
                <a:lnTo>
                  <a:pt x="587247" y="98805"/>
                </a:lnTo>
                <a:lnTo>
                  <a:pt x="612605" y="98805"/>
                </a:lnTo>
                <a:lnTo>
                  <a:pt x="612394" y="96015"/>
                </a:lnTo>
                <a:lnTo>
                  <a:pt x="610107" y="87058"/>
                </a:lnTo>
                <a:lnTo>
                  <a:pt x="606297" y="79148"/>
                </a:lnTo>
                <a:lnTo>
                  <a:pt x="600963" y="72262"/>
                </a:lnTo>
                <a:lnTo>
                  <a:pt x="596392" y="68452"/>
                </a:lnTo>
                <a:close/>
              </a:path>
            </a:pathLst>
          </a:custGeom>
          <a:solidFill>
            <a:srgbClr val="000000"/>
          </a:solidFill>
        </p:spPr>
        <p:txBody>
          <a:bodyPr wrap="square" lIns="0" tIns="0" rIns="0" bIns="0" rtlCol="0"/>
          <a:lstStyle/>
          <a:p>
            <a:endParaRPr/>
          </a:p>
        </p:txBody>
      </p:sp>
      <p:pic>
        <p:nvPicPr>
          <p:cNvPr id="28" name="object 28"/>
          <p:cNvPicPr/>
          <p:nvPr/>
        </p:nvPicPr>
        <p:blipFill>
          <a:blip r:embed="rId16" cstate="print"/>
          <a:stretch>
            <a:fillRect/>
          </a:stretch>
        </p:blipFill>
        <p:spPr>
          <a:xfrm>
            <a:off x="2990214" y="1973452"/>
            <a:ext cx="103378" cy="119507"/>
          </a:xfrm>
          <a:prstGeom prst="rect">
            <a:avLst/>
          </a:prstGeom>
        </p:spPr>
      </p:pic>
      <p:sp>
        <p:nvSpPr>
          <p:cNvPr id="29" name="object 29"/>
          <p:cNvSpPr/>
          <p:nvPr/>
        </p:nvSpPr>
        <p:spPr>
          <a:xfrm>
            <a:off x="3168142" y="1914778"/>
            <a:ext cx="1631950" cy="231775"/>
          </a:xfrm>
          <a:custGeom>
            <a:avLst/>
            <a:gdLst/>
            <a:ahLst/>
            <a:cxnLst/>
            <a:rect l="l" t="t" r="r" b="b"/>
            <a:pathLst>
              <a:path w="1631950" h="231775">
                <a:moveTo>
                  <a:pt x="95885" y="132715"/>
                </a:moveTo>
                <a:lnTo>
                  <a:pt x="92329" y="130937"/>
                </a:lnTo>
                <a:lnTo>
                  <a:pt x="88011" y="140970"/>
                </a:lnTo>
                <a:lnTo>
                  <a:pt x="83566" y="147955"/>
                </a:lnTo>
                <a:lnTo>
                  <a:pt x="72517" y="157226"/>
                </a:lnTo>
                <a:lnTo>
                  <a:pt x="65278" y="160020"/>
                </a:lnTo>
                <a:lnTo>
                  <a:pt x="57150" y="160020"/>
                </a:lnTo>
                <a:lnTo>
                  <a:pt x="25742" y="136309"/>
                </a:lnTo>
                <a:lnTo>
                  <a:pt x="20193" y="108458"/>
                </a:lnTo>
                <a:lnTo>
                  <a:pt x="20802" y="98945"/>
                </a:lnTo>
                <a:lnTo>
                  <a:pt x="41910" y="67056"/>
                </a:lnTo>
                <a:lnTo>
                  <a:pt x="55372" y="67056"/>
                </a:lnTo>
                <a:lnTo>
                  <a:pt x="59436" y="68326"/>
                </a:lnTo>
                <a:lnTo>
                  <a:pt x="62230" y="70866"/>
                </a:lnTo>
                <a:lnTo>
                  <a:pt x="65151" y="73406"/>
                </a:lnTo>
                <a:lnTo>
                  <a:pt x="66802" y="77089"/>
                </a:lnTo>
                <a:lnTo>
                  <a:pt x="67818" y="86868"/>
                </a:lnTo>
                <a:lnTo>
                  <a:pt x="68707" y="90170"/>
                </a:lnTo>
                <a:lnTo>
                  <a:pt x="70104" y="91948"/>
                </a:lnTo>
                <a:lnTo>
                  <a:pt x="72644" y="95123"/>
                </a:lnTo>
                <a:lnTo>
                  <a:pt x="76327" y="96647"/>
                </a:lnTo>
                <a:lnTo>
                  <a:pt x="84836" y="96647"/>
                </a:lnTo>
                <a:lnTo>
                  <a:pt x="87630" y="95758"/>
                </a:lnTo>
                <a:lnTo>
                  <a:pt x="89649" y="93726"/>
                </a:lnTo>
                <a:lnTo>
                  <a:pt x="91694" y="91821"/>
                </a:lnTo>
                <a:lnTo>
                  <a:pt x="92710" y="89281"/>
                </a:lnTo>
                <a:lnTo>
                  <a:pt x="92710" y="79756"/>
                </a:lnTo>
                <a:lnTo>
                  <a:pt x="89154" y="73533"/>
                </a:lnTo>
                <a:lnTo>
                  <a:pt x="81915" y="67691"/>
                </a:lnTo>
                <a:lnTo>
                  <a:pt x="80962" y="67056"/>
                </a:lnTo>
                <a:lnTo>
                  <a:pt x="76123" y="63792"/>
                </a:lnTo>
                <a:lnTo>
                  <a:pt x="69608" y="61010"/>
                </a:lnTo>
                <a:lnTo>
                  <a:pt x="62357" y="59359"/>
                </a:lnTo>
                <a:lnTo>
                  <a:pt x="54356" y="58801"/>
                </a:lnTo>
                <a:lnTo>
                  <a:pt x="43535" y="59855"/>
                </a:lnTo>
                <a:lnTo>
                  <a:pt x="8991" y="84569"/>
                </a:lnTo>
                <a:lnTo>
                  <a:pt x="0" y="119126"/>
                </a:lnTo>
                <a:lnTo>
                  <a:pt x="901" y="132245"/>
                </a:lnTo>
                <a:lnTo>
                  <a:pt x="21894" y="170243"/>
                </a:lnTo>
                <a:lnTo>
                  <a:pt x="48133" y="179451"/>
                </a:lnTo>
                <a:lnTo>
                  <a:pt x="56134" y="178701"/>
                </a:lnTo>
                <a:lnTo>
                  <a:pt x="84404" y="160020"/>
                </a:lnTo>
                <a:lnTo>
                  <a:pt x="89103" y="152615"/>
                </a:lnTo>
                <a:lnTo>
                  <a:pt x="93040" y="143319"/>
                </a:lnTo>
                <a:lnTo>
                  <a:pt x="95885" y="132715"/>
                </a:lnTo>
                <a:close/>
              </a:path>
              <a:path w="1631950" h="231775">
                <a:moveTo>
                  <a:pt x="229362" y="165481"/>
                </a:moveTo>
                <a:lnTo>
                  <a:pt x="228485" y="163195"/>
                </a:lnTo>
                <a:lnTo>
                  <a:pt x="227711" y="161163"/>
                </a:lnTo>
                <a:lnTo>
                  <a:pt x="224409" y="162560"/>
                </a:lnTo>
                <a:lnTo>
                  <a:pt x="221488" y="163195"/>
                </a:lnTo>
                <a:lnTo>
                  <a:pt x="217170" y="163195"/>
                </a:lnTo>
                <a:lnTo>
                  <a:pt x="210312" y="62230"/>
                </a:lnTo>
                <a:lnTo>
                  <a:pt x="171577" y="62230"/>
                </a:lnTo>
                <a:lnTo>
                  <a:pt x="171577" y="66802"/>
                </a:lnTo>
                <a:lnTo>
                  <a:pt x="179070" y="66929"/>
                </a:lnTo>
                <a:lnTo>
                  <a:pt x="183896" y="68199"/>
                </a:lnTo>
                <a:lnTo>
                  <a:pt x="186309" y="70485"/>
                </a:lnTo>
                <a:lnTo>
                  <a:pt x="188595" y="72771"/>
                </a:lnTo>
                <a:lnTo>
                  <a:pt x="189865" y="77089"/>
                </a:lnTo>
                <a:lnTo>
                  <a:pt x="189738" y="148082"/>
                </a:lnTo>
                <a:lnTo>
                  <a:pt x="165100" y="164211"/>
                </a:lnTo>
                <a:lnTo>
                  <a:pt x="156324" y="164211"/>
                </a:lnTo>
                <a:lnTo>
                  <a:pt x="151892" y="162560"/>
                </a:lnTo>
                <a:lnTo>
                  <a:pt x="144513" y="155956"/>
                </a:lnTo>
                <a:lnTo>
                  <a:pt x="142621" y="148971"/>
                </a:lnTo>
                <a:lnTo>
                  <a:pt x="142748" y="62103"/>
                </a:lnTo>
                <a:lnTo>
                  <a:pt x="102870" y="62103"/>
                </a:lnTo>
                <a:lnTo>
                  <a:pt x="102870" y="66675"/>
                </a:lnTo>
                <a:lnTo>
                  <a:pt x="108826" y="66675"/>
                </a:lnTo>
                <a:lnTo>
                  <a:pt x="112903" y="67183"/>
                </a:lnTo>
                <a:lnTo>
                  <a:pt x="122047" y="78867"/>
                </a:lnTo>
                <a:lnTo>
                  <a:pt x="122047" y="145669"/>
                </a:lnTo>
                <a:lnTo>
                  <a:pt x="122936" y="153924"/>
                </a:lnTo>
                <a:lnTo>
                  <a:pt x="144780" y="179451"/>
                </a:lnTo>
                <a:lnTo>
                  <a:pt x="156845" y="179451"/>
                </a:lnTo>
                <a:lnTo>
                  <a:pt x="181165" y="164211"/>
                </a:lnTo>
                <a:lnTo>
                  <a:pt x="182905" y="162560"/>
                </a:lnTo>
                <a:lnTo>
                  <a:pt x="189738" y="155448"/>
                </a:lnTo>
                <a:lnTo>
                  <a:pt x="189738" y="179451"/>
                </a:lnTo>
                <a:lnTo>
                  <a:pt x="195326" y="179451"/>
                </a:lnTo>
                <a:lnTo>
                  <a:pt x="229362" y="165481"/>
                </a:lnTo>
                <a:close/>
              </a:path>
              <a:path w="1631950" h="231775">
                <a:moveTo>
                  <a:pt x="316992" y="69088"/>
                </a:moveTo>
                <a:lnTo>
                  <a:pt x="315468" y="65913"/>
                </a:lnTo>
                <a:lnTo>
                  <a:pt x="312547" y="63119"/>
                </a:lnTo>
                <a:lnTo>
                  <a:pt x="309499" y="60325"/>
                </a:lnTo>
                <a:lnTo>
                  <a:pt x="305689" y="58928"/>
                </a:lnTo>
                <a:lnTo>
                  <a:pt x="301244" y="58928"/>
                </a:lnTo>
                <a:lnTo>
                  <a:pt x="293763" y="60528"/>
                </a:lnTo>
                <a:lnTo>
                  <a:pt x="286359" y="65328"/>
                </a:lnTo>
                <a:lnTo>
                  <a:pt x="279057" y="73342"/>
                </a:lnTo>
                <a:lnTo>
                  <a:pt x="271907" y="84455"/>
                </a:lnTo>
                <a:lnTo>
                  <a:pt x="271907" y="75438"/>
                </a:lnTo>
                <a:lnTo>
                  <a:pt x="271907" y="58928"/>
                </a:lnTo>
                <a:lnTo>
                  <a:pt x="266700" y="58928"/>
                </a:lnTo>
                <a:lnTo>
                  <a:pt x="232156" y="72771"/>
                </a:lnTo>
                <a:lnTo>
                  <a:pt x="233426" y="77216"/>
                </a:lnTo>
                <a:lnTo>
                  <a:pt x="236728" y="76073"/>
                </a:lnTo>
                <a:lnTo>
                  <a:pt x="239522" y="75438"/>
                </a:lnTo>
                <a:lnTo>
                  <a:pt x="244348" y="75438"/>
                </a:lnTo>
                <a:lnTo>
                  <a:pt x="246126" y="75946"/>
                </a:lnTo>
                <a:lnTo>
                  <a:pt x="251333" y="93091"/>
                </a:lnTo>
                <a:lnTo>
                  <a:pt x="251333" y="157099"/>
                </a:lnTo>
                <a:lnTo>
                  <a:pt x="239141" y="171577"/>
                </a:lnTo>
                <a:lnTo>
                  <a:pt x="233426" y="171577"/>
                </a:lnTo>
                <a:lnTo>
                  <a:pt x="233426" y="176022"/>
                </a:lnTo>
                <a:lnTo>
                  <a:pt x="291719" y="176149"/>
                </a:lnTo>
                <a:lnTo>
                  <a:pt x="291719" y="171577"/>
                </a:lnTo>
                <a:lnTo>
                  <a:pt x="286512" y="171577"/>
                </a:lnTo>
                <a:lnTo>
                  <a:pt x="282575" y="170815"/>
                </a:lnTo>
                <a:lnTo>
                  <a:pt x="279908" y="169418"/>
                </a:lnTo>
                <a:lnTo>
                  <a:pt x="277114" y="167894"/>
                </a:lnTo>
                <a:lnTo>
                  <a:pt x="275209" y="165989"/>
                </a:lnTo>
                <a:lnTo>
                  <a:pt x="274193" y="163830"/>
                </a:lnTo>
                <a:lnTo>
                  <a:pt x="272542" y="160528"/>
                </a:lnTo>
                <a:lnTo>
                  <a:pt x="271780" y="155829"/>
                </a:lnTo>
                <a:lnTo>
                  <a:pt x="271780" y="94869"/>
                </a:lnTo>
                <a:lnTo>
                  <a:pt x="275844" y="87122"/>
                </a:lnTo>
                <a:lnTo>
                  <a:pt x="277660" y="84455"/>
                </a:lnTo>
                <a:lnTo>
                  <a:pt x="279654" y="81534"/>
                </a:lnTo>
                <a:lnTo>
                  <a:pt x="283464" y="78105"/>
                </a:lnTo>
                <a:lnTo>
                  <a:pt x="285115" y="76454"/>
                </a:lnTo>
                <a:lnTo>
                  <a:pt x="286766" y="75692"/>
                </a:lnTo>
                <a:lnTo>
                  <a:pt x="289941" y="75692"/>
                </a:lnTo>
                <a:lnTo>
                  <a:pt x="292608" y="77089"/>
                </a:lnTo>
                <a:lnTo>
                  <a:pt x="299847" y="82804"/>
                </a:lnTo>
                <a:lnTo>
                  <a:pt x="303149" y="84201"/>
                </a:lnTo>
                <a:lnTo>
                  <a:pt x="306070" y="84201"/>
                </a:lnTo>
                <a:lnTo>
                  <a:pt x="308991" y="84328"/>
                </a:lnTo>
                <a:lnTo>
                  <a:pt x="311531" y="83185"/>
                </a:lnTo>
                <a:lnTo>
                  <a:pt x="313690" y="80899"/>
                </a:lnTo>
                <a:lnTo>
                  <a:pt x="315849" y="78740"/>
                </a:lnTo>
                <a:lnTo>
                  <a:pt x="316776" y="76454"/>
                </a:lnTo>
                <a:lnTo>
                  <a:pt x="316763" y="75692"/>
                </a:lnTo>
                <a:lnTo>
                  <a:pt x="316903" y="76161"/>
                </a:lnTo>
                <a:lnTo>
                  <a:pt x="316992" y="72491"/>
                </a:lnTo>
                <a:lnTo>
                  <a:pt x="316992" y="69088"/>
                </a:lnTo>
                <a:close/>
              </a:path>
              <a:path w="1631950" h="231775">
                <a:moveTo>
                  <a:pt x="400812" y="69088"/>
                </a:moveTo>
                <a:lnTo>
                  <a:pt x="399288" y="65913"/>
                </a:lnTo>
                <a:lnTo>
                  <a:pt x="396367" y="63119"/>
                </a:lnTo>
                <a:lnTo>
                  <a:pt x="393319" y="60325"/>
                </a:lnTo>
                <a:lnTo>
                  <a:pt x="389509" y="58928"/>
                </a:lnTo>
                <a:lnTo>
                  <a:pt x="385064" y="58928"/>
                </a:lnTo>
                <a:lnTo>
                  <a:pt x="377583" y="60528"/>
                </a:lnTo>
                <a:lnTo>
                  <a:pt x="370205" y="65328"/>
                </a:lnTo>
                <a:lnTo>
                  <a:pt x="362915" y="73342"/>
                </a:lnTo>
                <a:lnTo>
                  <a:pt x="355727" y="84582"/>
                </a:lnTo>
                <a:lnTo>
                  <a:pt x="355727" y="75438"/>
                </a:lnTo>
                <a:lnTo>
                  <a:pt x="355727" y="58928"/>
                </a:lnTo>
                <a:lnTo>
                  <a:pt x="350520" y="58928"/>
                </a:lnTo>
                <a:lnTo>
                  <a:pt x="316992" y="72491"/>
                </a:lnTo>
                <a:lnTo>
                  <a:pt x="317017" y="76581"/>
                </a:lnTo>
                <a:lnTo>
                  <a:pt x="317246" y="77343"/>
                </a:lnTo>
                <a:lnTo>
                  <a:pt x="320548" y="76073"/>
                </a:lnTo>
                <a:lnTo>
                  <a:pt x="323342" y="75438"/>
                </a:lnTo>
                <a:lnTo>
                  <a:pt x="328168" y="75438"/>
                </a:lnTo>
                <a:lnTo>
                  <a:pt x="329946" y="76073"/>
                </a:lnTo>
                <a:lnTo>
                  <a:pt x="331343" y="77216"/>
                </a:lnTo>
                <a:lnTo>
                  <a:pt x="332867" y="78359"/>
                </a:lnTo>
                <a:lnTo>
                  <a:pt x="333883" y="80264"/>
                </a:lnTo>
                <a:lnTo>
                  <a:pt x="334899" y="85217"/>
                </a:lnTo>
                <a:lnTo>
                  <a:pt x="335153" y="93091"/>
                </a:lnTo>
                <a:lnTo>
                  <a:pt x="335153" y="157099"/>
                </a:lnTo>
                <a:lnTo>
                  <a:pt x="322961" y="171577"/>
                </a:lnTo>
                <a:lnTo>
                  <a:pt x="317246" y="171577"/>
                </a:lnTo>
                <a:lnTo>
                  <a:pt x="317246" y="176149"/>
                </a:lnTo>
                <a:lnTo>
                  <a:pt x="375539" y="176149"/>
                </a:lnTo>
                <a:lnTo>
                  <a:pt x="375539" y="171704"/>
                </a:lnTo>
                <a:lnTo>
                  <a:pt x="370332" y="171704"/>
                </a:lnTo>
                <a:lnTo>
                  <a:pt x="366395" y="170942"/>
                </a:lnTo>
                <a:lnTo>
                  <a:pt x="363728" y="169418"/>
                </a:lnTo>
                <a:lnTo>
                  <a:pt x="360934" y="167894"/>
                </a:lnTo>
                <a:lnTo>
                  <a:pt x="359029" y="166116"/>
                </a:lnTo>
                <a:lnTo>
                  <a:pt x="358013" y="163830"/>
                </a:lnTo>
                <a:lnTo>
                  <a:pt x="356362" y="160655"/>
                </a:lnTo>
                <a:lnTo>
                  <a:pt x="355600" y="155829"/>
                </a:lnTo>
                <a:lnTo>
                  <a:pt x="355663" y="94869"/>
                </a:lnTo>
                <a:lnTo>
                  <a:pt x="367411" y="78105"/>
                </a:lnTo>
                <a:lnTo>
                  <a:pt x="368935" y="76581"/>
                </a:lnTo>
                <a:lnTo>
                  <a:pt x="370586" y="75692"/>
                </a:lnTo>
                <a:lnTo>
                  <a:pt x="373761" y="75692"/>
                </a:lnTo>
                <a:lnTo>
                  <a:pt x="376428" y="77216"/>
                </a:lnTo>
                <a:lnTo>
                  <a:pt x="380111" y="80010"/>
                </a:lnTo>
                <a:lnTo>
                  <a:pt x="383667" y="82931"/>
                </a:lnTo>
                <a:lnTo>
                  <a:pt x="386969" y="84328"/>
                </a:lnTo>
                <a:lnTo>
                  <a:pt x="392811" y="84328"/>
                </a:lnTo>
                <a:lnTo>
                  <a:pt x="395351" y="83185"/>
                </a:lnTo>
                <a:lnTo>
                  <a:pt x="397624" y="80899"/>
                </a:lnTo>
                <a:lnTo>
                  <a:pt x="399669" y="78740"/>
                </a:lnTo>
                <a:lnTo>
                  <a:pt x="400723" y="76161"/>
                </a:lnTo>
                <a:lnTo>
                  <a:pt x="400812" y="75692"/>
                </a:lnTo>
                <a:lnTo>
                  <a:pt x="400812" y="69088"/>
                </a:lnTo>
                <a:close/>
              </a:path>
              <a:path w="1631950" h="231775">
                <a:moveTo>
                  <a:pt x="503936" y="105283"/>
                </a:moveTo>
                <a:lnTo>
                  <a:pt x="503923" y="105156"/>
                </a:lnTo>
                <a:lnTo>
                  <a:pt x="503377" y="98044"/>
                </a:lnTo>
                <a:lnTo>
                  <a:pt x="503174" y="95237"/>
                </a:lnTo>
                <a:lnTo>
                  <a:pt x="500888" y="86258"/>
                </a:lnTo>
                <a:lnTo>
                  <a:pt x="478028" y="62255"/>
                </a:lnTo>
                <a:lnTo>
                  <a:pt x="478028" y="98044"/>
                </a:lnTo>
                <a:lnTo>
                  <a:pt x="425323" y="98044"/>
                </a:lnTo>
                <a:lnTo>
                  <a:pt x="426212" y="88519"/>
                </a:lnTo>
                <a:lnTo>
                  <a:pt x="429387" y="81026"/>
                </a:lnTo>
                <a:lnTo>
                  <a:pt x="440309" y="70358"/>
                </a:lnTo>
                <a:lnTo>
                  <a:pt x="446405" y="67691"/>
                </a:lnTo>
                <a:lnTo>
                  <a:pt x="457708" y="67691"/>
                </a:lnTo>
                <a:lnTo>
                  <a:pt x="475361" y="82677"/>
                </a:lnTo>
                <a:lnTo>
                  <a:pt x="476758" y="85598"/>
                </a:lnTo>
                <a:lnTo>
                  <a:pt x="477647" y="90805"/>
                </a:lnTo>
                <a:lnTo>
                  <a:pt x="478028" y="98044"/>
                </a:lnTo>
                <a:lnTo>
                  <a:pt x="478028" y="62255"/>
                </a:lnTo>
                <a:lnTo>
                  <a:pt x="477710" y="62077"/>
                </a:lnTo>
                <a:lnTo>
                  <a:pt x="469417" y="59715"/>
                </a:lnTo>
                <a:lnTo>
                  <a:pt x="460248" y="58928"/>
                </a:lnTo>
                <a:lnTo>
                  <a:pt x="449402" y="59944"/>
                </a:lnTo>
                <a:lnTo>
                  <a:pt x="416077" y="84175"/>
                </a:lnTo>
                <a:lnTo>
                  <a:pt x="407670" y="120777"/>
                </a:lnTo>
                <a:lnTo>
                  <a:pt x="408571" y="133540"/>
                </a:lnTo>
                <a:lnTo>
                  <a:pt x="429882" y="170713"/>
                </a:lnTo>
                <a:lnTo>
                  <a:pt x="457327" y="179705"/>
                </a:lnTo>
                <a:lnTo>
                  <a:pt x="466369" y="178828"/>
                </a:lnTo>
                <a:lnTo>
                  <a:pt x="498856" y="151003"/>
                </a:lnTo>
                <a:lnTo>
                  <a:pt x="503936" y="134747"/>
                </a:lnTo>
                <a:lnTo>
                  <a:pt x="500126" y="132207"/>
                </a:lnTo>
                <a:lnTo>
                  <a:pt x="496316" y="142113"/>
                </a:lnTo>
                <a:lnTo>
                  <a:pt x="491744" y="149225"/>
                </a:lnTo>
                <a:lnTo>
                  <a:pt x="486283" y="153289"/>
                </a:lnTo>
                <a:lnTo>
                  <a:pt x="480695" y="157353"/>
                </a:lnTo>
                <a:lnTo>
                  <a:pt x="474218" y="159385"/>
                </a:lnTo>
                <a:lnTo>
                  <a:pt x="466725" y="159385"/>
                </a:lnTo>
                <a:lnTo>
                  <a:pt x="432155" y="137134"/>
                </a:lnTo>
                <a:lnTo>
                  <a:pt x="425323" y="105156"/>
                </a:lnTo>
                <a:lnTo>
                  <a:pt x="503936" y="105283"/>
                </a:lnTo>
                <a:close/>
              </a:path>
              <a:path w="1631950" h="231775">
                <a:moveTo>
                  <a:pt x="637032" y="171831"/>
                </a:moveTo>
                <a:lnTo>
                  <a:pt x="631571" y="171831"/>
                </a:lnTo>
                <a:lnTo>
                  <a:pt x="627888" y="171196"/>
                </a:lnTo>
                <a:lnTo>
                  <a:pt x="619760" y="91694"/>
                </a:lnTo>
                <a:lnTo>
                  <a:pt x="618871" y="84074"/>
                </a:lnTo>
                <a:lnTo>
                  <a:pt x="616966" y="79121"/>
                </a:lnTo>
                <a:lnTo>
                  <a:pt x="615276" y="74422"/>
                </a:lnTo>
                <a:lnTo>
                  <a:pt x="614426" y="72009"/>
                </a:lnTo>
                <a:lnTo>
                  <a:pt x="610870" y="66929"/>
                </a:lnTo>
                <a:lnTo>
                  <a:pt x="601853" y="60706"/>
                </a:lnTo>
                <a:lnTo>
                  <a:pt x="596519" y="59055"/>
                </a:lnTo>
                <a:lnTo>
                  <a:pt x="590296" y="59055"/>
                </a:lnTo>
                <a:lnTo>
                  <a:pt x="581126" y="60566"/>
                </a:lnTo>
                <a:lnTo>
                  <a:pt x="571715" y="65074"/>
                </a:lnTo>
                <a:lnTo>
                  <a:pt x="562076" y="72618"/>
                </a:lnTo>
                <a:lnTo>
                  <a:pt x="552196" y="83185"/>
                </a:lnTo>
                <a:lnTo>
                  <a:pt x="552196" y="75565"/>
                </a:lnTo>
                <a:lnTo>
                  <a:pt x="552196" y="59055"/>
                </a:lnTo>
                <a:lnTo>
                  <a:pt x="546862" y="59055"/>
                </a:lnTo>
                <a:lnTo>
                  <a:pt x="512445" y="73025"/>
                </a:lnTo>
                <a:lnTo>
                  <a:pt x="514350" y="77470"/>
                </a:lnTo>
                <a:lnTo>
                  <a:pt x="517652" y="76200"/>
                </a:lnTo>
                <a:lnTo>
                  <a:pt x="520319" y="75565"/>
                </a:lnTo>
                <a:lnTo>
                  <a:pt x="524891" y="75565"/>
                </a:lnTo>
                <a:lnTo>
                  <a:pt x="526542" y="76073"/>
                </a:lnTo>
                <a:lnTo>
                  <a:pt x="527812" y="77216"/>
                </a:lnTo>
                <a:lnTo>
                  <a:pt x="529082" y="78232"/>
                </a:lnTo>
                <a:lnTo>
                  <a:pt x="530098" y="80264"/>
                </a:lnTo>
                <a:lnTo>
                  <a:pt x="531368" y="86233"/>
                </a:lnTo>
                <a:lnTo>
                  <a:pt x="531495" y="90551"/>
                </a:lnTo>
                <a:lnTo>
                  <a:pt x="531622" y="158750"/>
                </a:lnTo>
                <a:lnTo>
                  <a:pt x="530606" y="164465"/>
                </a:lnTo>
                <a:lnTo>
                  <a:pt x="526542" y="170307"/>
                </a:lnTo>
                <a:lnTo>
                  <a:pt x="522605" y="171704"/>
                </a:lnTo>
                <a:lnTo>
                  <a:pt x="514350" y="171704"/>
                </a:lnTo>
                <a:lnTo>
                  <a:pt x="514350" y="176276"/>
                </a:lnTo>
                <a:lnTo>
                  <a:pt x="570611" y="176276"/>
                </a:lnTo>
                <a:lnTo>
                  <a:pt x="570611" y="171831"/>
                </a:lnTo>
                <a:lnTo>
                  <a:pt x="564388" y="171831"/>
                </a:lnTo>
                <a:lnTo>
                  <a:pt x="560324" y="171196"/>
                </a:lnTo>
                <a:lnTo>
                  <a:pt x="558292" y="170053"/>
                </a:lnTo>
                <a:lnTo>
                  <a:pt x="556260" y="169037"/>
                </a:lnTo>
                <a:lnTo>
                  <a:pt x="554609" y="167259"/>
                </a:lnTo>
                <a:lnTo>
                  <a:pt x="552577" y="162941"/>
                </a:lnTo>
                <a:lnTo>
                  <a:pt x="552119" y="158750"/>
                </a:lnTo>
                <a:lnTo>
                  <a:pt x="552196" y="90551"/>
                </a:lnTo>
                <a:lnTo>
                  <a:pt x="559523" y="83477"/>
                </a:lnTo>
                <a:lnTo>
                  <a:pt x="559955" y="83185"/>
                </a:lnTo>
                <a:lnTo>
                  <a:pt x="566877" y="78447"/>
                </a:lnTo>
                <a:lnTo>
                  <a:pt x="574243" y="75425"/>
                </a:lnTo>
                <a:lnTo>
                  <a:pt x="581660" y="74422"/>
                </a:lnTo>
                <a:lnTo>
                  <a:pt x="588010" y="74422"/>
                </a:lnTo>
                <a:lnTo>
                  <a:pt x="592455" y="76708"/>
                </a:lnTo>
                <a:lnTo>
                  <a:pt x="595249" y="81407"/>
                </a:lnTo>
                <a:lnTo>
                  <a:pt x="597916" y="86106"/>
                </a:lnTo>
                <a:lnTo>
                  <a:pt x="599186" y="93599"/>
                </a:lnTo>
                <a:lnTo>
                  <a:pt x="599059" y="161036"/>
                </a:lnTo>
                <a:lnTo>
                  <a:pt x="598678" y="162306"/>
                </a:lnTo>
                <a:lnTo>
                  <a:pt x="597916" y="165354"/>
                </a:lnTo>
                <a:lnTo>
                  <a:pt x="596392" y="167767"/>
                </a:lnTo>
                <a:lnTo>
                  <a:pt x="592201" y="170942"/>
                </a:lnTo>
                <a:lnTo>
                  <a:pt x="588391" y="171831"/>
                </a:lnTo>
                <a:lnTo>
                  <a:pt x="580771" y="171831"/>
                </a:lnTo>
                <a:lnTo>
                  <a:pt x="580771" y="176276"/>
                </a:lnTo>
                <a:lnTo>
                  <a:pt x="637032" y="176276"/>
                </a:lnTo>
                <a:lnTo>
                  <a:pt x="637032" y="171831"/>
                </a:lnTo>
                <a:close/>
              </a:path>
              <a:path w="1631950" h="231775">
                <a:moveTo>
                  <a:pt x="710057" y="153797"/>
                </a:moveTo>
                <a:lnTo>
                  <a:pt x="705231" y="153797"/>
                </a:lnTo>
                <a:lnTo>
                  <a:pt x="703834" y="157099"/>
                </a:lnTo>
                <a:lnTo>
                  <a:pt x="701802" y="159512"/>
                </a:lnTo>
                <a:lnTo>
                  <a:pt x="699262" y="161290"/>
                </a:lnTo>
                <a:lnTo>
                  <a:pt x="696722" y="162941"/>
                </a:lnTo>
                <a:lnTo>
                  <a:pt x="694055" y="163830"/>
                </a:lnTo>
                <a:lnTo>
                  <a:pt x="687959" y="163830"/>
                </a:lnTo>
                <a:lnTo>
                  <a:pt x="685292" y="162560"/>
                </a:lnTo>
                <a:lnTo>
                  <a:pt x="681101" y="157353"/>
                </a:lnTo>
                <a:lnTo>
                  <a:pt x="679958" y="152400"/>
                </a:lnTo>
                <a:lnTo>
                  <a:pt x="680085" y="71247"/>
                </a:lnTo>
                <a:lnTo>
                  <a:pt x="706628" y="71247"/>
                </a:lnTo>
                <a:lnTo>
                  <a:pt x="706628" y="62484"/>
                </a:lnTo>
                <a:lnTo>
                  <a:pt x="680085" y="62484"/>
                </a:lnTo>
                <a:lnTo>
                  <a:pt x="680085" y="25146"/>
                </a:lnTo>
                <a:lnTo>
                  <a:pt x="676275" y="25146"/>
                </a:lnTo>
                <a:lnTo>
                  <a:pt x="655447" y="57785"/>
                </a:lnTo>
                <a:lnTo>
                  <a:pt x="650748" y="62230"/>
                </a:lnTo>
                <a:lnTo>
                  <a:pt x="646049" y="65278"/>
                </a:lnTo>
                <a:lnTo>
                  <a:pt x="641477" y="67056"/>
                </a:lnTo>
                <a:lnTo>
                  <a:pt x="641477" y="71120"/>
                </a:lnTo>
                <a:lnTo>
                  <a:pt x="659511" y="71247"/>
                </a:lnTo>
                <a:lnTo>
                  <a:pt x="659511" y="155956"/>
                </a:lnTo>
                <a:lnTo>
                  <a:pt x="660400" y="162052"/>
                </a:lnTo>
                <a:lnTo>
                  <a:pt x="662051" y="165989"/>
                </a:lnTo>
                <a:lnTo>
                  <a:pt x="663829" y="169926"/>
                </a:lnTo>
                <a:lnTo>
                  <a:pt x="666496" y="172974"/>
                </a:lnTo>
                <a:lnTo>
                  <a:pt x="670179" y="175006"/>
                </a:lnTo>
                <a:lnTo>
                  <a:pt x="673862" y="177165"/>
                </a:lnTo>
                <a:lnTo>
                  <a:pt x="677545" y="178181"/>
                </a:lnTo>
                <a:lnTo>
                  <a:pt x="686943" y="178181"/>
                </a:lnTo>
                <a:lnTo>
                  <a:pt x="692404" y="176149"/>
                </a:lnTo>
                <a:lnTo>
                  <a:pt x="703072" y="168021"/>
                </a:lnTo>
                <a:lnTo>
                  <a:pt x="705802" y="163830"/>
                </a:lnTo>
                <a:lnTo>
                  <a:pt x="707136" y="161798"/>
                </a:lnTo>
                <a:lnTo>
                  <a:pt x="710057" y="153797"/>
                </a:lnTo>
                <a:close/>
              </a:path>
              <a:path w="1631950" h="231775">
                <a:moveTo>
                  <a:pt x="782193" y="109982"/>
                </a:moveTo>
                <a:lnTo>
                  <a:pt x="717931" y="109855"/>
                </a:lnTo>
                <a:lnTo>
                  <a:pt x="717931" y="128651"/>
                </a:lnTo>
                <a:lnTo>
                  <a:pt x="782193" y="128651"/>
                </a:lnTo>
                <a:lnTo>
                  <a:pt x="782193" y="109982"/>
                </a:lnTo>
                <a:close/>
              </a:path>
              <a:path w="1631950" h="231775">
                <a:moveTo>
                  <a:pt x="897509" y="133223"/>
                </a:moveTo>
                <a:lnTo>
                  <a:pt x="893953" y="131445"/>
                </a:lnTo>
                <a:lnTo>
                  <a:pt x="889635" y="141478"/>
                </a:lnTo>
                <a:lnTo>
                  <a:pt x="885190" y="148463"/>
                </a:lnTo>
                <a:lnTo>
                  <a:pt x="874141" y="157734"/>
                </a:lnTo>
                <a:lnTo>
                  <a:pt x="866902" y="160528"/>
                </a:lnTo>
                <a:lnTo>
                  <a:pt x="858774" y="160528"/>
                </a:lnTo>
                <a:lnTo>
                  <a:pt x="827366" y="136817"/>
                </a:lnTo>
                <a:lnTo>
                  <a:pt x="821817" y="108966"/>
                </a:lnTo>
                <a:lnTo>
                  <a:pt x="822426" y="99453"/>
                </a:lnTo>
                <a:lnTo>
                  <a:pt x="843534" y="67564"/>
                </a:lnTo>
                <a:lnTo>
                  <a:pt x="856996" y="67564"/>
                </a:lnTo>
                <a:lnTo>
                  <a:pt x="861060" y="68834"/>
                </a:lnTo>
                <a:lnTo>
                  <a:pt x="863854" y="71374"/>
                </a:lnTo>
                <a:lnTo>
                  <a:pt x="866775" y="73914"/>
                </a:lnTo>
                <a:lnTo>
                  <a:pt x="868426" y="77597"/>
                </a:lnTo>
                <a:lnTo>
                  <a:pt x="869442" y="87376"/>
                </a:lnTo>
                <a:lnTo>
                  <a:pt x="870331" y="90678"/>
                </a:lnTo>
                <a:lnTo>
                  <a:pt x="871728" y="92456"/>
                </a:lnTo>
                <a:lnTo>
                  <a:pt x="874268" y="95631"/>
                </a:lnTo>
                <a:lnTo>
                  <a:pt x="877951" y="97155"/>
                </a:lnTo>
                <a:lnTo>
                  <a:pt x="886460" y="97155"/>
                </a:lnTo>
                <a:lnTo>
                  <a:pt x="889254" y="96266"/>
                </a:lnTo>
                <a:lnTo>
                  <a:pt x="891286" y="94234"/>
                </a:lnTo>
                <a:lnTo>
                  <a:pt x="893318" y="92329"/>
                </a:lnTo>
                <a:lnTo>
                  <a:pt x="894334" y="89789"/>
                </a:lnTo>
                <a:lnTo>
                  <a:pt x="894334" y="80264"/>
                </a:lnTo>
                <a:lnTo>
                  <a:pt x="890778" y="74041"/>
                </a:lnTo>
                <a:lnTo>
                  <a:pt x="883539" y="68199"/>
                </a:lnTo>
                <a:lnTo>
                  <a:pt x="882586" y="67564"/>
                </a:lnTo>
                <a:lnTo>
                  <a:pt x="877747" y="64300"/>
                </a:lnTo>
                <a:lnTo>
                  <a:pt x="871232" y="61518"/>
                </a:lnTo>
                <a:lnTo>
                  <a:pt x="863981" y="59867"/>
                </a:lnTo>
                <a:lnTo>
                  <a:pt x="855980" y="59309"/>
                </a:lnTo>
                <a:lnTo>
                  <a:pt x="845159" y="60363"/>
                </a:lnTo>
                <a:lnTo>
                  <a:pt x="810615" y="85077"/>
                </a:lnTo>
                <a:lnTo>
                  <a:pt x="801624" y="119634"/>
                </a:lnTo>
                <a:lnTo>
                  <a:pt x="802525" y="132753"/>
                </a:lnTo>
                <a:lnTo>
                  <a:pt x="823518" y="170751"/>
                </a:lnTo>
                <a:lnTo>
                  <a:pt x="849757" y="179959"/>
                </a:lnTo>
                <a:lnTo>
                  <a:pt x="857758" y="179209"/>
                </a:lnTo>
                <a:lnTo>
                  <a:pt x="886053" y="160528"/>
                </a:lnTo>
                <a:lnTo>
                  <a:pt x="890727" y="153136"/>
                </a:lnTo>
                <a:lnTo>
                  <a:pt x="894664" y="143827"/>
                </a:lnTo>
                <a:lnTo>
                  <a:pt x="897509" y="133223"/>
                </a:lnTo>
                <a:close/>
              </a:path>
              <a:path w="1631950" h="231775">
                <a:moveTo>
                  <a:pt x="1018159" y="153162"/>
                </a:moveTo>
                <a:lnTo>
                  <a:pt x="1005967" y="163068"/>
                </a:lnTo>
                <a:lnTo>
                  <a:pt x="1003300" y="163068"/>
                </a:lnTo>
                <a:lnTo>
                  <a:pt x="998664" y="149606"/>
                </a:lnTo>
                <a:lnTo>
                  <a:pt x="998689" y="108712"/>
                </a:lnTo>
                <a:lnTo>
                  <a:pt x="998728" y="87376"/>
                </a:lnTo>
                <a:lnTo>
                  <a:pt x="997966" y="80010"/>
                </a:lnTo>
                <a:lnTo>
                  <a:pt x="996442" y="76454"/>
                </a:lnTo>
                <a:lnTo>
                  <a:pt x="994156" y="70993"/>
                </a:lnTo>
                <a:lnTo>
                  <a:pt x="990473" y="67056"/>
                </a:lnTo>
                <a:lnTo>
                  <a:pt x="990231" y="66929"/>
                </a:lnTo>
                <a:lnTo>
                  <a:pt x="985532" y="64350"/>
                </a:lnTo>
                <a:lnTo>
                  <a:pt x="980452" y="62204"/>
                </a:lnTo>
                <a:lnTo>
                  <a:pt x="974572" y="60617"/>
                </a:lnTo>
                <a:lnTo>
                  <a:pt x="968019" y="59639"/>
                </a:lnTo>
                <a:lnTo>
                  <a:pt x="960755" y="59309"/>
                </a:lnTo>
                <a:lnTo>
                  <a:pt x="951471" y="59880"/>
                </a:lnTo>
                <a:lnTo>
                  <a:pt x="919099" y="80772"/>
                </a:lnTo>
                <a:lnTo>
                  <a:pt x="919175" y="91821"/>
                </a:lnTo>
                <a:lnTo>
                  <a:pt x="920115" y="94615"/>
                </a:lnTo>
                <a:lnTo>
                  <a:pt x="922147" y="96901"/>
                </a:lnTo>
                <a:lnTo>
                  <a:pt x="924052" y="98806"/>
                </a:lnTo>
                <a:lnTo>
                  <a:pt x="926465" y="99949"/>
                </a:lnTo>
                <a:lnTo>
                  <a:pt x="932688" y="99949"/>
                </a:lnTo>
                <a:lnTo>
                  <a:pt x="939927" y="80772"/>
                </a:lnTo>
                <a:lnTo>
                  <a:pt x="939927" y="77216"/>
                </a:lnTo>
                <a:lnTo>
                  <a:pt x="941451" y="73914"/>
                </a:lnTo>
                <a:lnTo>
                  <a:pt x="944626" y="71120"/>
                </a:lnTo>
                <a:lnTo>
                  <a:pt x="947674" y="68326"/>
                </a:lnTo>
                <a:lnTo>
                  <a:pt x="951865" y="66929"/>
                </a:lnTo>
                <a:lnTo>
                  <a:pt x="963930" y="66929"/>
                </a:lnTo>
                <a:lnTo>
                  <a:pt x="969137" y="69088"/>
                </a:lnTo>
                <a:lnTo>
                  <a:pt x="972820" y="73279"/>
                </a:lnTo>
                <a:lnTo>
                  <a:pt x="976376" y="77470"/>
                </a:lnTo>
                <a:lnTo>
                  <a:pt x="978154" y="85217"/>
                </a:lnTo>
                <a:lnTo>
                  <a:pt x="978154" y="101092"/>
                </a:lnTo>
                <a:lnTo>
                  <a:pt x="978154" y="108712"/>
                </a:lnTo>
                <a:lnTo>
                  <a:pt x="978154" y="152019"/>
                </a:lnTo>
                <a:lnTo>
                  <a:pt x="970813" y="157454"/>
                </a:lnTo>
                <a:lnTo>
                  <a:pt x="964222" y="161340"/>
                </a:lnTo>
                <a:lnTo>
                  <a:pt x="958380" y="163690"/>
                </a:lnTo>
                <a:lnTo>
                  <a:pt x="953262" y="164465"/>
                </a:lnTo>
                <a:lnTo>
                  <a:pt x="948690" y="164465"/>
                </a:lnTo>
                <a:lnTo>
                  <a:pt x="944499" y="162433"/>
                </a:lnTo>
                <a:lnTo>
                  <a:pt x="937387" y="154559"/>
                </a:lnTo>
                <a:lnTo>
                  <a:pt x="935609" y="149606"/>
                </a:lnTo>
                <a:lnTo>
                  <a:pt x="935609" y="138938"/>
                </a:lnTo>
                <a:lnTo>
                  <a:pt x="937006" y="134620"/>
                </a:lnTo>
                <a:lnTo>
                  <a:pt x="939927" y="130683"/>
                </a:lnTo>
                <a:lnTo>
                  <a:pt x="942721" y="126619"/>
                </a:lnTo>
                <a:lnTo>
                  <a:pt x="978154" y="108712"/>
                </a:lnTo>
                <a:lnTo>
                  <a:pt x="978154" y="101092"/>
                </a:lnTo>
                <a:lnTo>
                  <a:pt x="936244" y="119253"/>
                </a:lnTo>
                <a:lnTo>
                  <a:pt x="914781" y="144018"/>
                </a:lnTo>
                <a:lnTo>
                  <a:pt x="914781" y="158242"/>
                </a:lnTo>
                <a:lnTo>
                  <a:pt x="917321" y="165354"/>
                </a:lnTo>
                <a:lnTo>
                  <a:pt x="922401" y="170815"/>
                </a:lnTo>
                <a:lnTo>
                  <a:pt x="927481" y="176149"/>
                </a:lnTo>
                <a:lnTo>
                  <a:pt x="933958" y="178816"/>
                </a:lnTo>
                <a:lnTo>
                  <a:pt x="946912" y="178816"/>
                </a:lnTo>
                <a:lnTo>
                  <a:pt x="972464" y="164465"/>
                </a:lnTo>
                <a:lnTo>
                  <a:pt x="978154" y="160147"/>
                </a:lnTo>
                <a:lnTo>
                  <a:pt x="978154" y="166878"/>
                </a:lnTo>
                <a:lnTo>
                  <a:pt x="979424" y="171704"/>
                </a:lnTo>
                <a:lnTo>
                  <a:pt x="981837" y="174498"/>
                </a:lnTo>
                <a:lnTo>
                  <a:pt x="984250" y="177419"/>
                </a:lnTo>
                <a:lnTo>
                  <a:pt x="987425" y="178816"/>
                </a:lnTo>
                <a:lnTo>
                  <a:pt x="991489" y="178816"/>
                </a:lnTo>
                <a:lnTo>
                  <a:pt x="997940" y="177660"/>
                </a:lnTo>
                <a:lnTo>
                  <a:pt x="1004531" y="174155"/>
                </a:lnTo>
                <a:lnTo>
                  <a:pt x="1011275" y="168325"/>
                </a:lnTo>
                <a:lnTo>
                  <a:pt x="1015695" y="163068"/>
                </a:lnTo>
                <a:lnTo>
                  <a:pt x="1018159" y="160147"/>
                </a:lnTo>
                <a:lnTo>
                  <a:pt x="1018159" y="153162"/>
                </a:lnTo>
                <a:close/>
              </a:path>
              <a:path w="1631950" h="231775">
                <a:moveTo>
                  <a:pt x="1103376" y="69596"/>
                </a:moveTo>
                <a:lnTo>
                  <a:pt x="1101852" y="66421"/>
                </a:lnTo>
                <a:lnTo>
                  <a:pt x="1098931" y="63627"/>
                </a:lnTo>
                <a:lnTo>
                  <a:pt x="1095883" y="60833"/>
                </a:lnTo>
                <a:lnTo>
                  <a:pt x="1092073" y="59436"/>
                </a:lnTo>
                <a:lnTo>
                  <a:pt x="1087628" y="59436"/>
                </a:lnTo>
                <a:lnTo>
                  <a:pt x="1080147" y="61036"/>
                </a:lnTo>
                <a:lnTo>
                  <a:pt x="1072769" y="65824"/>
                </a:lnTo>
                <a:lnTo>
                  <a:pt x="1065479" y="73799"/>
                </a:lnTo>
                <a:lnTo>
                  <a:pt x="1058291" y="84963"/>
                </a:lnTo>
                <a:lnTo>
                  <a:pt x="1058291" y="75946"/>
                </a:lnTo>
                <a:lnTo>
                  <a:pt x="1058291" y="59436"/>
                </a:lnTo>
                <a:lnTo>
                  <a:pt x="1053084" y="59436"/>
                </a:lnTo>
                <a:lnTo>
                  <a:pt x="1018540" y="73279"/>
                </a:lnTo>
                <a:lnTo>
                  <a:pt x="1019810" y="77724"/>
                </a:lnTo>
                <a:lnTo>
                  <a:pt x="1023112" y="76581"/>
                </a:lnTo>
                <a:lnTo>
                  <a:pt x="1025906" y="75946"/>
                </a:lnTo>
                <a:lnTo>
                  <a:pt x="1030732" y="75946"/>
                </a:lnTo>
                <a:lnTo>
                  <a:pt x="1032510" y="76454"/>
                </a:lnTo>
                <a:lnTo>
                  <a:pt x="1035431" y="78867"/>
                </a:lnTo>
                <a:lnTo>
                  <a:pt x="1036447" y="80645"/>
                </a:lnTo>
                <a:lnTo>
                  <a:pt x="1037463" y="85725"/>
                </a:lnTo>
                <a:lnTo>
                  <a:pt x="1037717" y="93599"/>
                </a:lnTo>
                <a:lnTo>
                  <a:pt x="1037717" y="157607"/>
                </a:lnTo>
                <a:lnTo>
                  <a:pt x="1025525" y="172085"/>
                </a:lnTo>
                <a:lnTo>
                  <a:pt x="1019810" y="172085"/>
                </a:lnTo>
                <a:lnTo>
                  <a:pt x="1019810" y="176530"/>
                </a:lnTo>
                <a:lnTo>
                  <a:pt x="1078103" y="176657"/>
                </a:lnTo>
                <a:lnTo>
                  <a:pt x="1078103" y="172085"/>
                </a:lnTo>
                <a:lnTo>
                  <a:pt x="1072896" y="172085"/>
                </a:lnTo>
                <a:lnTo>
                  <a:pt x="1068959" y="171323"/>
                </a:lnTo>
                <a:lnTo>
                  <a:pt x="1066292" y="169926"/>
                </a:lnTo>
                <a:lnTo>
                  <a:pt x="1063498" y="168402"/>
                </a:lnTo>
                <a:lnTo>
                  <a:pt x="1061593" y="166497"/>
                </a:lnTo>
                <a:lnTo>
                  <a:pt x="1060577" y="164338"/>
                </a:lnTo>
                <a:lnTo>
                  <a:pt x="1058926" y="161036"/>
                </a:lnTo>
                <a:lnTo>
                  <a:pt x="1058164" y="156337"/>
                </a:lnTo>
                <a:lnTo>
                  <a:pt x="1058164" y="95377"/>
                </a:lnTo>
                <a:lnTo>
                  <a:pt x="1062228" y="87630"/>
                </a:lnTo>
                <a:lnTo>
                  <a:pt x="1064044" y="84963"/>
                </a:lnTo>
                <a:lnTo>
                  <a:pt x="1066038" y="82042"/>
                </a:lnTo>
                <a:lnTo>
                  <a:pt x="1069848" y="78613"/>
                </a:lnTo>
                <a:lnTo>
                  <a:pt x="1071499" y="76962"/>
                </a:lnTo>
                <a:lnTo>
                  <a:pt x="1073150" y="76200"/>
                </a:lnTo>
                <a:lnTo>
                  <a:pt x="1076325" y="76200"/>
                </a:lnTo>
                <a:lnTo>
                  <a:pt x="1078992" y="77597"/>
                </a:lnTo>
                <a:lnTo>
                  <a:pt x="1086231" y="83312"/>
                </a:lnTo>
                <a:lnTo>
                  <a:pt x="1089533" y="84709"/>
                </a:lnTo>
                <a:lnTo>
                  <a:pt x="1095375" y="84709"/>
                </a:lnTo>
                <a:lnTo>
                  <a:pt x="1097915" y="83693"/>
                </a:lnTo>
                <a:lnTo>
                  <a:pt x="1102233" y="79121"/>
                </a:lnTo>
                <a:lnTo>
                  <a:pt x="1103312" y="76581"/>
                </a:lnTo>
                <a:lnTo>
                  <a:pt x="1103376" y="76200"/>
                </a:lnTo>
                <a:lnTo>
                  <a:pt x="1103376" y="69596"/>
                </a:lnTo>
                <a:close/>
              </a:path>
              <a:path w="1631950" h="231775">
                <a:moveTo>
                  <a:pt x="1188720" y="69596"/>
                </a:moveTo>
                <a:lnTo>
                  <a:pt x="1187196" y="66421"/>
                </a:lnTo>
                <a:lnTo>
                  <a:pt x="1184275" y="63627"/>
                </a:lnTo>
                <a:lnTo>
                  <a:pt x="1181227" y="60833"/>
                </a:lnTo>
                <a:lnTo>
                  <a:pt x="1177417" y="59436"/>
                </a:lnTo>
                <a:lnTo>
                  <a:pt x="1172972" y="59436"/>
                </a:lnTo>
                <a:lnTo>
                  <a:pt x="1165491" y="61036"/>
                </a:lnTo>
                <a:lnTo>
                  <a:pt x="1158113" y="65836"/>
                </a:lnTo>
                <a:lnTo>
                  <a:pt x="1150823" y="73850"/>
                </a:lnTo>
                <a:lnTo>
                  <a:pt x="1143635" y="85090"/>
                </a:lnTo>
                <a:lnTo>
                  <a:pt x="1143635" y="75946"/>
                </a:lnTo>
                <a:lnTo>
                  <a:pt x="1143635" y="59436"/>
                </a:lnTo>
                <a:lnTo>
                  <a:pt x="1138428" y="59436"/>
                </a:lnTo>
                <a:lnTo>
                  <a:pt x="1103884" y="73279"/>
                </a:lnTo>
                <a:lnTo>
                  <a:pt x="1105154" y="77851"/>
                </a:lnTo>
                <a:lnTo>
                  <a:pt x="1108456" y="76581"/>
                </a:lnTo>
                <a:lnTo>
                  <a:pt x="1111250" y="75946"/>
                </a:lnTo>
                <a:lnTo>
                  <a:pt x="1116076" y="75946"/>
                </a:lnTo>
                <a:lnTo>
                  <a:pt x="1117854" y="76581"/>
                </a:lnTo>
                <a:lnTo>
                  <a:pt x="1119251" y="77724"/>
                </a:lnTo>
                <a:lnTo>
                  <a:pt x="1120775" y="78867"/>
                </a:lnTo>
                <a:lnTo>
                  <a:pt x="1121791" y="80645"/>
                </a:lnTo>
                <a:lnTo>
                  <a:pt x="1122807" y="85725"/>
                </a:lnTo>
                <a:lnTo>
                  <a:pt x="1123061" y="93599"/>
                </a:lnTo>
                <a:lnTo>
                  <a:pt x="1123061" y="157607"/>
                </a:lnTo>
                <a:lnTo>
                  <a:pt x="1110869" y="172085"/>
                </a:lnTo>
                <a:lnTo>
                  <a:pt x="1105154" y="172085"/>
                </a:lnTo>
                <a:lnTo>
                  <a:pt x="1105154" y="176657"/>
                </a:lnTo>
                <a:lnTo>
                  <a:pt x="1163447" y="176657"/>
                </a:lnTo>
                <a:lnTo>
                  <a:pt x="1163447" y="172212"/>
                </a:lnTo>
                <a:lnTo>
                  <a:pt x="1158240" y="172212"/>
                </a:lnTo>
                <a:lnTo>
                  <a:pt x="1154303" y="171450"/>
                </a:lnTo>
                <a:lnTo>
                  <a:pt x="1151636" y="169926"/>
                </a:lnTo>
                <a:lnTo>
                  <a:pt x="1148842" y="168402"/>
                </a:lnTo>
                <a:lnTo>
                  <a:pt x="1146937" y="166624"/>
                </a:lnTo>
                <a:lnTo>
                  <a:pt x="1145921" y="164338"/>
                </a:lnTo>
                <a:lnTo>
                  <a:pt x="1144270" y="161163"/>
                </a:lnTo>
                <a:lnTo>
                  <a:pt x="1143508" y="156337"/>
                </a:lnTo>
                <a:lnTo>
                  <a:pt x="1143508" y="95504"/>
                </a:lnTo>
                <a:lnTo>
                  <a:pt x="1147572" y="87757"/>
                </a:lnTo>
                <a:lnTo>
                  <a:pt x="1149388" y="85090"/>
                </a:lnTo>
                <a:lnTo>
                  <a:pt x="1151382" y="82169"/>
                </a:lnTo>
                <a:lnTo>
                  <a:pt x="1155192" y="78740"/>
                </a:lnTo>
                <a:lnTo>
                  <a:pt x="1156843" y="77089"/>
                </a:lnTo>
                <a:lnTo>
                  <a:pt x="1158494" y="76200"/>
                </a:lnTo>
                <a:lnTo>
                  <a:pt x="1161669" y="76200"/>
                </a:lnTo>
                <a:lnTo>
                  <a:pt x="1164336" y="77724"/>
                </a:lnTo>
                <a:lnTo>
                  <a:pt x="1168019" y="80518"/>
                </a:lnTo>
                <a:lnTo>
                  <a:pt x="1171575" y="83439"/>
                </a:lnTo>
                <a:lnTo>
                  <a:pt x="1174877" y="84836"/>
                </a:lnTo>
                <a:lnTo>
                  <a:pt x="1180719" y="84836"/>
                </a:lnTo>
                <a:lnTo>
                  <a:pt x="1183259" y="83693"/>
                </a:lnTo>
                <a:lnTo>
                  <a:pt x="1185418" y="81534"/>
                </a:lnTo>
                <a:lnTo>
                  <a:pt x="1187577" y="79248"/>
                </a:lnTo>
                <a:lnTo>
                  <a:pt x="1188656" y="76581"/>
                </a:lnTo>
                <a:lnTo>
                  <a:pt x="1188720" y="76200"/>
                </a:lnTo>
                <a:lnTo>
                  <a:pt x="1188720" y="69596"/>
                </a:lnTo>
                <a:close/>
              </a:path>
              <a:path w="1631950" h="231775">
                <a:moveTo>
                  <a:pt x="1313434" y="62865"/>
                </a:moveTo>
                <a:lnTo>
                  <a:pt x="1276350" y="62865"/>
                </a:lnTo>
                <a:lnTo>
                  <a:pt x="1276350" y="67437"/>
                </a:lnTo>
                <a:lnTo>
                  <a:pt x="1279906" y="67437"/>
                </a:lnTo>
                <a:lnTo>
                  <a:pt x="1282446" y="67818"/>
                </a:lnTo>
                <a:lnTo>
                  <a:pt x="1287780" y="77089"/>
                </a:lnTo>
                <a:lnTo>
                  <a:pt x="1287145" y="80518"/>
                </a:lnTo>
                <a:lnTo>
                  <a:pt x="1260221" y="146812"/>
                </a:lnTo>
                <a:lnTo>
                  <a:pt x="1232535" y="89281"/>
                </a:lnTo>
                <a:lnTo>
                  <a:pt x="1229741" y="83566"/>
                </a:lnTo>
                <a:lnTo>
                  <a:pt x="1228534" y="79375"/>
                </a:lnTo>
                <a:lnTo>
                  <a:pt x="1228471" y="73533"/>
                </a:lnTo>
                <a:lnTo>
                  <a:pt x="1229360" y="71501"/>
                </a:lnTo>
                <a:lnTo>
                  <a:pt x="1233043" y="68326"/>
                </a:lnTo>
                <a:lnTo>
                  <a:pt x="1235837" y="67437"/>
                </a:lnTo>
                <a:lnTo>
                  <a:pt x="1242187" y="67437"/>
                </a:lnTo>
                <a:lnTo>
                  <a:pt x="1242187" y="62865"/>
                </a:lnTo>
                <a:lnTo>
                  <a:pt x="1189228" y="62865"/>
                </a:lnTo>
                <a:lnTo>
                  <a:pt x="1189228" y="67437"/>
                </a:lnTo>
                <a:lnTo>
                  <a:pt x="1193419" y="68453"/>
                </a:lnTo>
                <a:lnTo>
                  <a:pt x="1196467" y="69596"/>
                </a:lnTo>
                <a:lnTo>
                  <a:pt x="1250188" y="172212"/>
                </a:lnTo>
                <a:lnTo>
                  <a:pt x="1242187" y="192024"/>
                </a:lnTo>
                <a:lnTo>
                  <a:pt x="1227582" y="210693"/>
                </a:lnTo>
                <a:lnTo>
                  <a:pt x="1224280" y="210693"/>
                </a:lnTo>
                <a:lnTo>
                  <a:pt x="1222248" y="210058"/>
                </a:lnTo>
                <a:lnTo>
                  <a:pt x="1218946" y="208915"/>
                </a:lnTo>
                <a:lnTo>
                  <a:pt x="1214120" y="207010"/>
                </a:lnTo>
                <a:lnTo>
                  <a:pt x="1210437" y="206121"/>
                </a:lnTo>
                <a:lnTo>
                  <a:pt x="1203706" y="206121"/>
                </a:lnTo>
                <a:lnTo>
                  <a:pt x="1200658" y="207137"/>
                </a:lnTo>
                <a:lnTo>
                  <a:pt x="1196086" y="211455"/>
                </a:lnTo>
                <a:lnTo>
                  <a:pt x="1194943" y="214249"/>
                </a:lnTo>
                <a:lnTo>
                  <a:pt x="1194943" y="221361"/>
                </a:lnTo>
                <a:lnTo>
                  <a:pt x="1196467" y="224536"/>
                </a:lnTo>
                <a:lnTo>
                  <a:pt x="1199642" y="227330"/>
                </a:lnTo>
                <a:lnTo>
                  <a:pt x="1202817" y="230251"/>
                </a:lnTo>
                <a:lnTo>
                  <a:pt x="1206754" y="231648"/>
                </a:lnTo>
                <a:lnTo>
                  <a:pt x="1218438" y="231648"/>
                </a:lnTo>
                <a:lnTo>
                  <a:pt x="1243685" y="210693"/>
                </a:lnTo>
                <a:lnTo>
                  <a:pt x="1246581" y="205968"/>
                </a:lnTo>
                <a:lnTo>
                  <a:pt x="1250188" y="198247"/>
                </a:lnTo>
                <a:lnTo>
                  <a:pt x="1271244" y="146812"/>
                </a:lnTo>
                <a:lnTo>
                  <a:pt x="1296670" y="84709"/>
                </a:lnTo>
                <a:lnTo>
                  <a:pt x="1313434" y="67564"/>
                </a:lnTo>
                <a:lnTo>
                  <a:pt x="1313434" y="62865"/>
                </a:lnTo>
                <a:close/>
              </a:path>
              <a:path w="1631950" h="231775">
                <a:moveTo>
                  <a:pt x="1363726" y="9144"/>
                </a:moveTo>
                <a:lnTo>
                  <a:pt x="1362456" y="6223"/>
                </a:lnTo>
                <a:lnTo>
                  <a:pt x="1360043" y="3683"/>
                </a:lnTo>
                <a:lnTo>
                  <a:pt x="1357503" y="1270"/>
                </a:lnTo>
                <a:lnTo>
                  <a:pt x="1354582" y="0"/>
                </a:lnTo>
                <a:lnTo>
                  <a:pt x="1347597" y="0"/>
                </a:lnTo>
                <a:lnTo>
                  <a:pt x="1344549" y="1270"/>
                </a:lnTo>
                <a:lnTo>
                  <a:pt x="1339723" y="6096"/>
                </a:lnTo>
                <a:lnTo>
                  <a:pt x="1338453" y="9144"/>
                </a:lnTo>
                <a:lnTo>
                  <a:pt x="1338453" y="16129"/>
                </a:lnTo>
                <a:lnTo>
                  <a:pt x="1339723" y="19050"/>
                </a:lnTo>
                <a:lnTo>
                  <a:pt x="1342136" y="21590"/>
                </a:lnTo>
                <a:lnTo>
                  <a:pt x="1344676" y="24003"/>
                </a:lnTo>
                <a:lnTo>
                  <a:pt x="1347597" y="25273"/>
                </a:lnTo>
                <a:lnTo>
                  <a:pt x="1354582" y="25273"/>
                </a:lnTo>
                <a:lnTo>
                  <a:pt x="1363726" y="9144"/>
                </a:lnTo>
                <a:close/>
              </a:path>
              <a:path w="1631950" h="231775">
                <a:moveTo>
                  <a:pt x="1378585" y="172339"/>
                </a:moveTo>
                <a:lnTo>
                  <a:pt x="1373251" y="172339"/>
                </a:lnTo>
                <a:lnTo>
                  <a:pt x="1369441" y="171704"/>
                </a:lnTo>
                <a:lnTo>
                  <a:pt x="1367536" y="170561"/>
                </a:lnTo>
                <a:lnTo>
                  <a:pt x="1365504" y="169418"/>
                </a:lnTo>
                <a:lnTo>
                  <a:pt x="1363853" y="167640"/>
                </a:lnTo>
                <a:lnTo>
                  <a:pt x="1362837" y="165227"/>
                </a:lnTo>
                <a:lnTo>
                  <a:pt x="1361821" y="162941"/>
                </a:lnTo>
                <a:lnTo>
                  <a:pt x="1361313" y="158115"/>
                </a:lnTo>
                <a:lnTo>
                  <a:pt x="1361414" y="76073"/>
                </a:lnTo>
                <a:lnTo>
                  <a:pt x="1361440" y="59563"/>
                </a:lnTo>
                <a:lnTo>
                  <a:pt x="1355979" y="59563"/>
                </a:lnTo>
                <a:lnTo>
                  <a:pt x="1321562" y="73533"/>
                </a:lnTo>
                <a:lnTo>
                  <a:pt x="1323340" y="77978"/>
                </a:lnTo>
                <a:lnTo>
                  <a:pt x="1326642" y="76708"/>
                </a:lnTo>
                <a:lnTo>
                  <a:pt x="1329436" y="76073"/>
                </a:lnTo>
                <a:lnTo>
                  <a:pt x="1334008" y="76073"/>
                </a:lnTo>
                <a:lnTo>
                  <a:pt x="1335659" y="76581"/>
                </a:lnTo>
                <a:lnTo>
                  <a:pt x="1336929" y="77597"/>
                </a:lnTo>
                <a:lnTo>
                  <a:pt x="1338199" y="78740"/>
                </a:lnTo>
                <a:lnTo>
                  <a:pt x="1339088" y="80518"/>
                </a:lnTo>
                <a:lnTo>
                  <a:pt x="1339596" y="83185"/>
                </a:lnTo>
                <a:lnTo>
                  <a:pt x="1340358" y="86868"/>
                </a:lnTo>
                <a:lnTo>
                  <a:pt x="1340739" y="94869"/>
                </a:lnTo>
                <a:lnTo>
                  <a:pt x="1340739" y="158115"/>
                </a:lnTo>
                <a:lnTo>
                  <a:pt x="1340104" y="162814"/>
                </a:lnTo>
                <a:lnTo>
                  <a:pt x="1338961" y="165354"/>
                </a:lnTo>
                <a:lnTo>
                  <a:pt x="1337945" y="167767"/>
                </a:lnTo>
                <a:lnTo>
                  <a:pt x="1336421" y="169545"/>
                </a:lnTo>
                <a:lnTo>
                  <a:pt x="1334516" y="170688"/>
                </a:lnTo>
                <a:lnTo>
                  <a:pt x="1332611" y="171704"/>
                </a:lnTo>
                <a:lnTo>
                  <a:pt x="1328801" y="172339"/>
                </a:lnTo>
                <a:lnTo>
                  <a:pt x="1323340" y="172339"/>
                </a:lnTo>
                <a:lnTo>
                  <a:pt x="1323340" y="176784"/>
                </a:lnTo>
                <a:lnTo>
                  <a:pt x="1378585" y="176784"/>
                </a:lnTo>
                <a:lnTo>
                  <a:pt x="1378585" y="172339"/>
                </a:lnTo>
                <a:close/>
              </a:path>
              <a:path w="1631950" h="231775">
                <a:moveTo>
                  <a:pt x="1508760" y="172339"/>
                </a:moveTo>
                <a:lnTo>
                  <a:pt x="1503299" y="172339"/>
                </a:lnTo>
                <a:lnTo>
                  <a:pt x="1499616" y="171831"/>
                </a:lnTo>
                <a:lnTo>
                  <a:pt x="1491488" y="92329"/>
                </a:lnTo>
                <a:lnTo>
                  <a:pt x="1490599" y="84709"/>
                </a:lnTo>
                <a:lnTo>
                  <a:pt x="1488008" y="77724"/>
                </a:lnTo>
                <a:lnTo>
                  <a:pt x="1487004" y="74930"/>
                </a:lnTo>
                <a:lnTo>
                  <a:pt x="1486154" y="72517"/>
                </a:lnTo>
                <a:lnTo>
                  <a:pt x="1482598" y="67437"/>
                </a:lnTo>
                <a:lnTo>
                  <a:pt x="1473581" y="61214"/>
                </a:lnTo>
                <a:lnTo>
                  <a:pt x="1468247" y="59690"/>
                </a:lnTo>
                <a:lnTo>
                  <a:pt x="1462024" y="59690"/>
                </a:lnTo>
                <a:lnTo>
                  <a:pt x="1452854" y="61201"/>
                </a:lnTo>
                <a:lnTo>
                  <a:pt x="1443443" y="65697"/>
                </a:lnTo>
                <a:lnTo>
                  <a:pt x="1433804" y="73202"/>
                </a:lnTo>
                <a:lnTo>
                  <a:pt x="1423924" y="83693"/>
                </a:lnTo>
                <a:lnTo>
                  <a:pt x="1423924" y="76073"/>
                </a:lnTo>
                <a:lnTo>
                  <a:pt x="1423924" y="59690"/>
                </a:lnTo>
                <a:lnTo>
                  <a:pt x="1418590" y="59563"/>
                </a:lnTo>
                <a:lnTo>
                  <a:pt x="1384173" y="73533"/>
                </a:lnTo>
                <a:lnTo>
                  <a:pt x="1386078" y="77978"/>
                </a:lnTo>
                <a:lnTo>
                  <a:pt x="1389380" y="76708"/>
                </a:lnTo>
                <a:lnTo>
                  <a:pt x="1392047" y="76073"/>
                </a:lnTo>
                <a:lnTo>
                  <a:pt x="1394460" y="76200"/>
                </a:lnTo>
                <a:lnTo>
                  <a:pt x="1396619" y="76200"/>
                </a:lnTo>
                <a:lnTo>
                  <a:pt x="1398270" y="76708"/>
                </a:lnTo>
                <a:lnTo>
                  <a:pt x="1403350" y="159385"/>
                </a:lnTo>
                <a:lnTo>
                  <a:pt x="1402334" y="164973"/>
                </a:lnTo>
                <a:lnTo>
                  <a:pt x="1398270" y="170815"/>
                </a:lnTo>
                <a:lnTo>
                  <a:pt x="1394333" y="172339"/>
                </a:lnTo>
                <a:lnTo>
                  <a:pt x="1386078" y="172339"/>
                </a:lnTo>
                <a:lnTo>
                  <a:pt x="1386078" y="176784"/>
                </a:lnTo>
                <a:lnTo>
                  <a:pt x="1442339" y="176784"/>
                </a:lnTo>
                <a:lnTo>
                  <a:pt x="1442339" y="172339"/>
                </a:lnTo>
                <a:lnTo>
                  <a:pt x="1436116" y="172339"/>
                </a:lnTo>
                <a:lnTo>
                  <a:pt x="1432052" y="171831"/>
                </a:lnTo>
                <a:lnTo>
                  <a:pt x="1427988" y="169545"/>
                </a:lnTo>
                <a:lnTo>
                  <a:pt x="1426337" y="167767"/>
                </a:lnTo>
                <a:lnTo>
                  <a:pt x="1425194" y="165354"/>
                </a:lnTo>
                <a:lnTo>
                  <a:pt x="1424305" y="163576"/>
                </a:lnTo>
                <a:lnTo>
                  <a:pt x="1423860" y="159385"/>
                </a:lnTo>
                <a:lnTo>
                  <a:pt x="1423924" y="91059"/>
                </a:lnTo>
                <a:lnTo>
                  <a:pt x="1431251" y="83985"/>
                </a:lnTo>
                <a:lnTo>
                  <a:pt x="1431683" y="83693"/>
                </a:lnTo>
                <a:lnTo>
                  <a:pt x="1438605" y="78955"/>
                </a:lnTo>
                <a:lnTo>
                  <a:pt x="1445971" y="75933"/>
                </a:lnTo>
                <a:lnTo>
                  <a:pt x="1453388" y="74930"/>
                </a:lnTo>
                <a:lnTo>
                  <a:pt x="1459738" y="74930"/>
                </a:lnTo>
                <a:lnTo>
                  <a:pt x="1464183" y="77216"/>
                </a:lnTo>
                <a:lnTo>
                  <a:pt x="1466977" y="81915"/>
                </a:lnTo>
                <a:lnTo>
                  <a:pt x="1469644" y="86614"/>
                </a:lnTo>
                <a:lnTo>
                  <a:pt x="1470914" y="94107"/>
                </a:lnTo>
                <a:lnTo>
                  <a:pt x="1470787" y="161544"/>
                </a:lnTo>
                <a:lnTo>
                  <a:pt x="1470406" y="162814"/>
                </a:lnTo>
                <a:lnTo>
                  <a:pt x="1469644" y="165989"/>
                </a:lnTo>
                <a:lnTo>
                  <a:pt x="1468120" y="168275"/>
                </a:lnTo>
                <a:lnTo>
                  <a:pt x="1465961" y="169926"/>
                </a:lnTo>
                <a:lnTo>
                  <a:pt x="1463929" y="171577"/>
                </a:lnTo>
                <a:lnTo>
                  <a:pt x="1460246" y="172339"/>
                </a:lnTo>
                <a:lnTo>
                  <a:pt x="1452499" y="172339"/>
                </a:lnTo>
                <a:lnTo>
                  <a:pt x="1452499" y="176784"/>
                </a:lnTo>
                <a:lnTo>
                  <a:pt x="1508760" y="176911"/>
                </a:lnTo>
                <a:lnTo>
                  <a:pt x="1508760" y="172339"/>
                </a:lnTo>
                <a:close/>
              </a:path>
              <a:path w="1631950" h="231775">
                <a:moveTo>
                  <a:pt x="1631950" y="71120"/>
                </a:moveTo>
                <a:lnTo>
                  <a:pt x="1631696" y="69850"/>
                </a:lnTo>
                <a:lnTo>
                  <a:pt x="1631188" y="69088"/>
                </a:lnTo>
                <a:lnTo>
                  <a:pt x="1630934" y="68580"/>
                </a:lnTo>
                <a:lnTo>
                  <a:pt x="1630426" y="68199"/>
                </a:lnTo>
                <a:lnTo>
                  <a:pt x="1629918" y="68072"/>
                </a:lnTo>
                <a:lnTo>
                  <a:pt x="1629283" y="67818"/>
                </a:lnTo>
                <a:lnTo>
                  <a:pt x="1627251" y="67691"/>
                </a:lnTo>
                <a:lnTo>
                  <a:pt x="1599565" y="67691"/>
                </a:lnTo>
                <a:lnTo>
                  <a:pt x="1595970" y="65659"/>
                </a:lnTo>
                <a:lnTo>
                  <a:pt x="1594091" y="64604"/>
                </a:lnTo>
                <a:lnTo>
                  <a:pt x="1594091" y="104775"/>
                </a:lnTo>
                <a:lnTo>
                  <a:pt x="1594065" y="115062"/>
                </a:lnTo>
                <a:lnTo>
                  <a:pt x="1592072" y="122428"/>
                </a:lnTo>
                <a:lnTo>
                  <a:pt x="1583944" y="131826"/>
                </a:lnTo>
                <a:lnTo>
                  <a:pt x="1578737" y="134112"/>
                </a:lnTo>
                <a:lnTo>
                  <a:pt x="1565783" y="134112"/>
                </a:lnTo>
                <a:lnTo>
                  <a:pt x="1547622" y="95542"/>
                </a:lnTo>
                <a:lnTo>
                  <a:pt x="1547647" y="85242"/>
                </a:lnTo>
                <a:lnTo>
                  <a:pt x="1549654" y="77851"/>
                </a:lnTo>
                <a:lnTo>
                  <a:pt x="1553845" y="73025"/>
                </a:lnTo>
                <a:lnTo>
                  <a:pt x="1558036" y="68072"/>
                </a:lnTo>
                <a:lnTo>
                  <a:pt x="1563116" y="65659"/>
                </a:lnTo>
                <a:lnTo>
                  <a:pt x="1575943" y="65659"/>
                </a:lnTo>
                <a:lnTo>
                  <a:pt x="1594091" y="104775"/>
                </a:lnTo>
                <a:lnTo>
                  <a:pt x="1594091" y="64604"/>
                </a:lnTo>
                <a:lnTo>
                  <a:pt x="1593367" y="64198"/>
                </a:lnTo>
                <a:lnTo>
                  <a:pt x="1586611" y="61696"/>
                </a:lnTo>
                <a:lnTo>
                  <a:pt x="1579270" y="60198"/>
                </a:lnTo>
                <a:lnTo>
                  <a:pt x="1571371" y="59690"/>
                </a:lnTo>
                <a:lnTo>
                  <a:pt x="1561884" y="60452"/>
                </a:lnTo>
                <a:lnTo>
                  <a:pt x="1529181" y="85242"/>
                </a:lnTo>
                <a:lnTo>
                  <a:pt x="1526032" y="100965"/>
                </a:lnTo>
                <a:lnTo>
                  <a:pt x="1526032" y="108331"/>
                </a:lnTo>
                <a:lnTo>
                  <a:pt x="1527810" y="115062"/>
                </a:lnTo>
                <a:lnTo>
                  <a:pt x="1531620" y="121158"/>
                </a:lnTo>
                <a:lnTo>
                  <a:pt x="1535303" y="127254"/>
                </a:lnTo>
                <a:lnTo>
                  <a:pt x="1540637" y="131953"/>
                </a:lnTo>
                <a:lnTo>
                  <a:pt x="1547622" y="135382"/>
                </a:lnTo>
                <a:lnTo>
                  <a:pt x="1539113" y="142494"/>
                </a:lnTo>
                <a:lnTo>
                  <a:pt x="1533652" y="147955"/>
                </a:lnTo>
                <a:lnTo>
                  <a:pt x="1528826" y="155829"/>
                </a:lnTo>
                <a:lnTo>
                  <a:pt x="1527683" y="159131"/>
                </a:lnTo>
                <a:lnTo>
                  <a:pt x="1527683" y="164719"/>
                </a:lnTo>
                <a:lnTo>
                  <a:pt x="1528572" y="167005"/>
                </a:lnTo>
                <a:lnTo>
                  <a:pt x="1532128" y="171069"/>
                </a:lnTo>
                <a:lnTo>
                  <a:pt x="1535176" y="173355"/>
                </a:lnTo>
                <a:lnTo>
                  <a:pt x="1539494" y="175895"/>
                </a:lnTo>
                <a:lnTo>
                  <a:pt x="1530781" y="185039"/>
                </a:lnTo>
                <a:lnTo>
                  <a:pt x="1527314" y="188722"/>
                </a:lnTo>
                <a:lnTo>
                  <a:pt x="1522349" y="194818"/>
                </a:lnTo>
                <a:lnTo>
                  <a:pt x="1519555" y="199009"/>
                </a:lnTo>
                <a:lnTo>
                  <a:pt x="1518158" y="202057"/>
                </a:lnTo>
                <a:lnTo>
                  <a:pt x="1517142" y="204089"/>
                </a:lnTo>
                <a:lnTo>
                  <a:pt x="1516761" y="206121"/>
                </a:lnTo>
                <a:lnTo>
                  <a:pt x="1516761" y="212598"/>
                </a:lnTo>
                <a:lnTo>
                  <a:pt x="1555013" y="231114"/>
                </a:lnTo>
                <a:lnTo>
                  <a:pt x="1566545" y="231775"/>
                </a:lnTo>
                <a:lnTo>
                  <a:pt x="1581416" y="230708"/>
                </a:lnTo>
                <a:lnTo>
                  <a:pt x="1594815" y="227330"/>
                </a:lnTo>
                <a:lnTo>
                  <a:pt x="1606702" y="221678"/>
                </a:lnTo>
                <a:lnTo>
                  <a:pt x="1612925" y="216916"/>
                </a:lnTo>
                <a:lnTo>
                  <a:pt x="1617091" y="213741"/>
                </a:lnTo>
                <a:lnTo>
                  <a:pt x="1630299" y="180594"/>
                </a:lnTo>
                <a:lnTo>
                  <a:pt x="1628813" y="176911"/>
                </a:lnTo>
                <a:lnTo>
                  <a:pt x="1628013" y="174879"/>
                </a:lnTo>
                <a:lnTo>
                  <a:pt x="1623441" y="170180"/>
                </a:lnTo>
                <a:lnTo>
                  <a:pt x="1621282" y="168021"/>
                </a:lnTo>
                <a:lnTo>
                  <a:pt x="1621282" y="187960"/>
                </a:lnTo>
                <a:lnTo>
                  <a:pt x="1621282" y="198247"/>
                </a:lnTo>
                <a:lnTo>
                  <a:pt x="1577594" y="216916"/>
                </a:lnTo>
                <a:lnTo>
                  <a:pt x="1566545" y="216446"/>
                </a:lnTo>
                <a:lnTo>
                  <a:pt x="1534541" y="202692"/>
                </a:lnTo>
                <a:lnTo>
                  <a:pt x="1534541" y="195707"/>
                </a:lnTo>
                <a:lnTo>
                  <a:pt x="1546352" y="176911"/>
                </a:lnTo>
                <a:lnTo>
                  <a:pt x="1554683" y="177888"/>
                </a:lnTo>
                <a:lnTo>
                  <a:pt x="1564614" y="178714"/>
                </a:lnTo>
                <a:lnTo>
                  <a:pt x="1576158" y="179362"/>
                </a:lnTo>
                <a:lnTo>
                  <a:pt x="1598079" y="180187"/>
                </a:lnTo>
                <a:lnTo>
                  <a:pt x="1605292" y="180860"/>
                </a:lnTo>
                <a:lnTo>
                  <a:pt x="1610893" y="181800"/>
                </a:lnTo>
                <a:lnTo>
                  <a:pt x="1614932" y="183007"/>
                </a:lnTo>
                <a:lnTo>
                  <a:pt x="1619123" y="184912"/>
                </a:lnTo>
                <a:lnTo>
                  <a:pt x="1621282" y="187960"/>
                </a:lnTo>
                <a:lnTo>
                  <a:pt x="1621282" y="168021"/>
                </a:lnTo>
                <a:lnTo>
                  <a:pt x="1583461" y="160235"/>
                </a:lnTo>
                <a:lnTo>
                  <a:pt x="1562481" y="159639"/>
                </a:lnTo>
                <a:lnTo>
                  <a:pt x="1556766" y="159385"/>
                </a:lnTo>
                <a:lnTo>
                  <a:pt x="1550416" y="158369"/>
                </a:lnTo>
                <a:lnTo>
                  <a:pt x="1547749" y="157480"/>
                </a:lnTo>
                <a:lnTo>
                  <a:pt x="1545082" y="154813"/>
                </a:lnTo>
                <a:lnTo>
                  <a:pt x="1544320" y="153416"/>
                </a:lnTo>
                <a:lnTo>
                  <a:pt x="1544320" y="150368"/>
                </a:lnTo>
                <a:lnTo>
                  <a:pt x="1553718" y="137795"/>
                </a:lnTo>
                <a:lnTo>
                  <a:pt x="1559560" y="139446"/>
                </a:lnTo>
                <a:lnTo>
                  <a:pt x="1565275" y="140208"/>
                </a:lnTo>
                <a:lnTo>
                  <a:pt x="1570990" y="140208"/>
                </a:lnTo>
                <a:lnTo>
                  <a:pt x="1580667" y="139522"/>
                </a:lnTo>
                <a:lnTo>
                  <a:pt x="1587779" y="137795"/>
                </a:lnTo>
                <a:lnTo>
                  <a:pt x="1589354" y="137414"/>
                </a:lnTo>
                <a:lnTo>
                  <a:pt x="1596517" y="134112"/>
                </a:lnTo>
                <a:lnTo>
                  <a:pt x="1596999" y="133896"/>
                </a:lnTo>
                <a:lnTo>
                  <a:pt x="1603629" y="128905"/>
                </a:lnTo>
                <a:lnTo>
                  <a:pt x="1608963" y="122999"/>
                </a:lnTo>
                <a:lnTo>
                  <a:pt x="1612773" y="116509"/>
                </a:lnTo>
                <a:lnTo>
                  <a:pt x="1615059" y="109423"/>
                </a:lnTo>
                <a:lnTo>
                  <a:pt x="1615821" y="101727"/>
                </a:lnTo>
                <a:lnTo>
                  <a:pt x="1615821" y="92456"/>
                </a:lnTo>
                <a:lnTo>
                  <a:pt x="1613535" y="84836"/>
                </a:lnTo>
                <a:lnTo>
                  <a:pt x="1608836" y="78867"/>
                </a:lnTo>
                <a:lnTo>
                  <a:pt x="1627251" y="78867"/>
                </a:lnTo>
                <a:lnTo>
                  <a:pt x="1631950" y="75184"/>
                </a:lnTo>
                <a:lnTo>
                  <a:pt x="1631950" y="71120"/>
                </a:lnTo>
                <a:close/>
              </a:path>
            </a:pathLst>
          </a:custGeom>
          <a:solidFill>
            <a:srgbClr val="000000"/>
          </a:solidFill>
        </p:spPr>
        <p:txBody>
          <a:bodyPr wrap="square" lIns="0" tIns="0" rIns="0" bIns="0" rtlCol="0"/>
          <a:lstStyle/>
          <a:p>
            <a:endParaRPr/>
          </a:p>
        </p:txBody>
      </p:sp>
      <p:pic>
        <p:nvPicPr>
          <p:cNvPr id="30" name="object 30"/>
          <p:cNvPicPr/>
          <p:nvPr/>
        </p:nvPicPr>
        <p:blipFill>
          <a:blip r:embed="rId17" cstate="print"/>
          <a:stretch>
            <a:fillRect/>
          </a:stretch>
        </p:blipFill>
        <p:spPr>
          <a:xfrm>
            <a:off x="4879594" y="1915414"/>
            <a:ext cx="1007363" cy="180339"/>
          </a:xfrm>
          <a:prstGeom prst="rect">
            <a:avLst/>
          </a:prstGeom>
        </p:spPr>
      </p:pic>
      <p:sp>
        <p:nvSpPr>
          <p:cNvPr id="31" name="object 31"/>
          <p:cNvSpPr/>
          <p:nvPr/>
        </p:nvSpPr>
        <p:spPr>
          <a:xfrm>
            <a:off x="5950458" y="1915795"/>
            <a:ext cx="664210" cy="231140"/>
          </a:xfrm>
          <a:custGeom>
            <a:avLst/>
            <a:gdLst/>
            <a:ahLst/>
            <a:cxnLst/>
            <a:rect l="l" t="t" r="r" b="b"/>
            <a:pathLst>
              <a:path w="664209" h="231139">
                <a:moveTo>
                  <a:pt x="3175" y="226440"/>
                </a:moveTo>
                <a:lnTo>
                  <a:pt x="0" y="226440"/>
                </a:lnTo>
                <a:lnTo>
                  <a:pt x="0" y="231139"/>
                </a:lnTo>
                <a:lnTo>
                  <a:pt x="59689" y="231139"/>
                </a:lnTo>
                <a:lnTo>
                  <a:pt x="59689" y="226567"/>
                </a:lnTo>
                <a:lnTo>
                  <a:pt x="7619" y="226567"/>
                </a:lnTo>
                <a:lnTo>
                  <a:pt x="3175" y="226440"/>
                </a:lnTo>
                <a:close/>
              </a:path>
              <a:path w="664209" h="231139">
                <a:moveTo>
                  <a:pt x="40512" y="76326"/>
                </a:moveTo>
                <a:lnTo>
                  <a:pt x="12318" y="76326"/>
                </a:lnTo>
                <a:lnTo>
                  <a:pt x="14224" y="76834"/>
                </a:lnTo>
                <a:lnTo>
                  <a:pt x="15747" y="77850"/>
                </a:lnTo>
                <a:lnTo>
                  <a:pt x="19786" y="212597"/>
                </a:lnTo>
                <a:lnTo>
                  <a:pt x="19303" y="217424"/>
                </a:lnTo>
                <a:lnTo>
                  <a:pt x="18367" y="219582"/>
                </a:lnTo>
                <a:lnTo>
                  <a:pt x="17652" y="221487"/>
                </a:lnTo>
                <a:lnTo>
                  <a:pt x="16382" y="223012"/>
                </a:lnTo>
                <a:lnTo>
                  <a:pt x="14858" y="223900"/>
                </a:lnTo>
                <a:lnTo>
                  <a:pt x="11556" y="225678"/>
                </a:lnTo>
                <a:lnTo>
                  <a:pt x="7619" y="226567"/>
                </a:lnTo>
                <a:lnTo>
                  <a:pt x="53466" y="226567"/>
                </a:lnTo>
                <a:lnTo>
                  <a:pt x="49149" y="225932"/>
                </a:lnTo>
                <a:lnTo>
                  <a:pt x="46862" y="224662"/>
                </a:lnTo>
                <a:lnTo>
                  <a:pt x="44450" y="223392"/>
                </a:lnTo>
                <a:lnTo>
                  <a:pt x="42799" y="221741"/>
                </a:lnTo>
                <a:lnTo>
                  <a:pt x="41727" y="219455"/>
                </a:lnTo>
                <a:lnTo>
                  <a:pt x="40893" y="217550"/>
                </a:lnTo>
                <a:lnTo>
                  <a:pt x="40386" y="212597"/>
                </a:lnTo>
                <a:lnTo>
                  <a:pt x="40386" y="170052"/>
                </a:lnTo>
                <a:lnTo>
                  <a:pt x="53506" y="170052"/>
                </a:lnTo>
                <a:lnTo>
                  <a:pt x="50037" y="167258"/>
                </a:lnTo>
                <a:lnTo>
                  <a:pt x="45592" y="163575"/>
                </a:lnTo>
                <a:lnTo>
                  <a:pt x="42671" y="159384"/>
                </a:lnTo>
                <a:lnTo>
                  <a:pt x="41435" y="154201"/>
                </a:lnTo>
                <a:lnTo>
                  <a:pt x="40766" y="151637"/>
                </a:lnTo>
                <a:lnTo>
                  <a:pt x="40603" y="147796"/>
                </a:lnTo>
                <a:lnTo>
                  <a:pt x="40512" y="93979"/>
                </a:lnTo>
                <a:lnTo>
                  <a:pt x="47254" y="86613"/>
                </a:lnTo>
                <a:lnTo>
                  <a:pt x="40512" y="86613"/>
                </a:lnTo>
                <a:lnTo>
                  <a:pt x="40512" y="76326"/>
                </a:lnTo>
                <a:close/>
              </a:path>
              <a:path w="664209" h="231139">
                <a:moveTo>
                  <a:pt x="53506" y="170052"/>
                </a:moveTo>
                <a:lnTo>
                  <a:pt x="40386" y="170052"/>
                </a:lnTo>
                <a:lnTo>
                  <a:pt x="44576" y="173862"/>
                </a:lnTo>
                <a:lnTo>
                  <a:pt x="48301" y="176291"/>
                </a:lnTo>
                <a:lnTo>
                  <a:pt x="56133" y="179324"/>
                </a:lnTo>
                <a:lnTo>
                  <a:pt x="61340" y="180212"/>
                </a:lnTo>
                <a:lnTo>
                  <a:pt x="67563" y="180212"/>
                </a:lnTo>
                <a:lnTo>
                  <a:pt x="77684" y="179234"/>
                </a:lnTo>
                <a:lnTo>
                  <a:pt x="86926" y="176275"/>
                </a:lnTo>
                <a:lnTo>
                  <a:pt x="92934" y="172719"/>
                </a:lnTo>
                <a:lnTo>
                  <a:pt x="60325" y="172719"/>
                </a:lnTo>
                <a:lnTo>
                  <a:pt x="54609" y="170941"/>
                </a:lnTo>
                <a:lnTo>
                  <a:pt x="53506" y="170052"/>
                </a:lnTo>
                <a:close/>
              </a:path>
              <a:path w="664209" h="231139">
                <a:moveTo>
                  <a:pt x="108699" y="77596"/>
                </a:moveTo>
                <a:lnTo>
                  <a:pt x="74421" y="77596"/>
                </a:lnTo>
                <a:lnTo>
                  <a:pt x="80644" y="80771"/>
                </a:lnTo>
                <a:lnTo>
                  <a:pt x="85978" y="87249"/>
                </a:lnTo>
                <a:lnTo>
                  <a:pt x="90979" y="95037"/>
                </a:lnTo>
                <a:lnTo>
                  <a:pt x="94551" y="104314"/>
                </a:lnTo>
                <a:lnTo>
                  <a:pt x="96694" y="115091"/>
                </a:lnTo>
                <a:lnTo>
                  <a:pt x="97408" y="127380"/>
                </a:lnTo>
                <a:lnTo>
                  <a:pt x="96768" y="138243"/>
                </a:lnTo>
                <a:lnTo>
                  <a:pt x="75437" y="172719"/>
                </a:lnTo>
                <a:lnTo>
                  <a:pt x="92934" y="172719"/>
                </a:lnTo>
                <a:lnTo>
                  <a:pt x="118439" y="129817"/>
                </a:lnTo>
                <a:lnTo>
                  <a:pt x="119506" y="115696"/>
                </a:lnTo>
                <a:lnTo>
                  <a:pt x="118627" y="103171"/>
                </a:lnTo>
                <a:lnTo>
                  <a:pt x="115998" y="91884"/>
                </a:lnTo>
                <a:lnTo>
                  <a:pt x="111631" y="81835"/>
                </a:lnTo>
                <a:lnTo>
                  <a:pt x="108699" y="77596"/>
                </a:lnTo>
                <a:close/>
              </a:path>
              <a:path w="664209" h="231139">
                <a:moveTo>
                  <a:pt x="76962" y="59562"/>
                </a:moveTo>
                <a:lnTo>
                  <a:pt x="70357" y="59562"/>
                </a:lnTo>
                <a:lnTo>
                  <a:pt x="64134" y="61467"/>
                </a:lnTo>
                <a:lnTo>
                  <a:pt x="40512" y="86613"/>
                </a:lnTo>
                <a:lnTo>
                  <a:pt x="47254" y="86613"/>
                </a:lnTo>
                <a:lnTo>
                  <a:pt x="52324" y="82041"/>
                </a:lnTo>
                <a:lnTo>
                  <a:pt x="59181" y="78485"/>
                </a:lnTo>
                <a:lnTo>
                  <a:pt x="63118" y="77596"/>
                </a:lnTo>
                <a:lnTo>
                  <a:pt x="108699" y="77596"/>
                </a:lnTo>
                <a:lnTo>
                  <a:pt x="105537" y="73025"/>
                </a:lnTo>
                <a:lnTo>
                  <a:pt x="99464" y="67117"/>
                </a:lnTo>
                <a:lnTo>
                  <a:pt x="92678" y="62912"/>
                </a:lnTo>
                <a:lnTo>
                  <a:pt x="85177" y="60398"/>
                </a:lnTo>
                <a:lnTo>
                  <a:pt x="76962" y="59562"/>
                </a:lnTo>
                <a:close/>
              </a:path>
              <a:path w="664209" h="231139">
                <a:moveTo>
                  <a:pt x="40512" y="59943"/>
                </a:moveTo>
                <a:lnTo>
                  <a:pt x="35813" y="59943"/>
                </a:lnTo>
                <a:lnTo>
                  <a:pt x="762" y="74167"/>
                </a:lnTo>
                <a:lnTo>
                  <a:pt x="2158" y="78104"/>
                </a:lnTo>
                <a:lnTo>
                  <a:pt x="5333" y="76962"/>
                </a:lnTo>
                <a:lnTo>
                  <a:pt x="7874" y="76326"/>
                </a:lnTo>
                <a:lnTo>
                  <a:pt x="40512" y="76326"/>
                </a:lnTo>
                <a:lnTo>
                  <a:pt x="40512" y="59943"/>
                </a:lnTo>
                <a:close/>
              </a:path>
              <a:path w="664209" h="231139">
                <a:moveTo>
                  <a:pt x="194437" y="172338"/>
                </a:moveTo>
                <a:lnTo>
                  <a:pt x="138683" y="172338"/>
                </a:lnTo>
                <a:lnTo>
                  <a:pt x="138683" y="176783"/>
                </a:lnTo>
                <a:lnTo>
                  <a:pt x="194437" y="176783"/>
                </a:lnTo>
                <a:lnTo>
                  <a:pt x="194437" y="172338"/>
                </a:lnTo>
                <a:close/>
              </a:path>
              <a:path w="664209" h="231139">
                <a:moveTo>
                  <a:pt x="176135" y="16382"/>
                </a:moveTo>
                <a:lnTo>
                  <a:pt x="148970" y="16382"/>
                </a:lnTo>
                <a:lnTo>
                  <a:pt x="150494" y="16890"/>
                </a:lnTo>
                <a:lnTo>
                  <a:pt x="151891" y="17906"/>
                </a:lnTo>
                <a:lnTo>
                  <a:pt x="155447" y="34797"/>
                </a:lnTo>
                <a:lnTo>
                  <a:pt x="155430" y="158241"/>
                </a:lnTo>
                <a:lnTo>
                  <a:pt x="143890" y="172338"/>
                </a:lnTo>
                <a:lnTo>
                  <a:pt x="188594" y="172338"/>
                </a:lnTo>
                <a:lnTo>
                  <a:pt x="176021" y="158241"/>
                </a:lnTo>
                <a:lnTo>
                  <a:pt x="176135" y="16382"/>
                </a:lnTo>
                <a:close/>
              </a:path>
              <a:path w="664209" h="231139">
                <a:moveTo>
                  <a:pt x="170561" y="0"/>
                </a:moveTo>
                <a:lnTo>
                  <a:pt x="136651" y="13969"/>
                </a:lnTo>
                <a:lnTo>
                  <a:pt x="138683" y="18287"/>
                </a:lnTo>
                <a:lnTo>
                  <a:pt x="141986" y="17017"/>
                </a:lnTo>
                <a:lnTo>
                  <a:pt x="144779" y="16382"/>
                </a:lnTo>
                <a:lnTo>
                  <a:pt x="176135" y="16382"/>
                </a:lnTo>
                <a:lnTo>
                  <a:pt x="176149" y="126"/>
                </a:lnTo>
                <a:lnTo>
                  <a:pt x="170561" y="0"/>
                </a:lnTo>
                <a:close/>
              </a:path>
              <a:path w="664209" h="231139">
                <a:moveTo>
                  <a:pt x="283603" y="67182"/>
                </a:moveTo>
                <a:lnTo>
                  <a:pt x="257301" y="67182"/>
                </a:lnTo>
                <a:lnTo>
                  <a:pt x="262508" y="69341"/>
                </a:lnTo>
                <a:lnTo>
                  <a:pt x="266191" y="73532"/>
                </a:lnTo>
                <a:lnTo>
                  <a:pt x="269747" y="77850"/>
                </a:lnTo>
                <a:lnTo>
                  <a:pt x="271525" y="85597"/>
                </a:lnTo>
                <a:lnTo>
                  <a:pt x="271525" y="101345"/>
                </a:lnTo>
                <a:lnTo>
                  <a:pt x="257905" y="106487"/>
                </a:lnTo>
                <a:lnTo>
                  <a:pt x="246379" y="111236"/>
                </a:lnTo>
                <a:lnTo>
                  <a:pt x="211836" y="135381"/>
                </a:lnTo>
                <a:lnTo>
                  <a:pt x="208152" y="144271"/>
                </a:lnTo>
                <a:lnTo>
                  <a:pt x="208152" y="158622"/>
                </a:lnTo>
                <a:lnTo>
                  <a:pt x="210692" y="165734"/>
                </a:lnTo>
                <a:lnTo>
                  <a:pt x="215772" y="171068"/>
                </a:lnTo>
                <a:lnTo>
                  <a:pt x="220852" y="176529"/>
                </a:lnTo>
                <a:lnTo>
                  <a:pt x="227329" y="179196"/>
                </a:lnTo>
                <a:lnTo>
                  <a:pt x="240283" y="179196"/>
                </a:lnTo>
                <a:lnTo>
                  <a:pt x="265848" y="164718"/>
                </a:lnTo>
                <a:lnTo>
                  <a:pt x="242062" y="164718"/>
                </a:lnTo>
                <a:lnTo>
                  <a:pt x="237870" y="162813"/>
                </a:lnTo>
                <a:lnTo>
                  <a:pt x="230758" y="154939"/>
                </a:lnTo>
                <a:lnTo>
                  <a:pt x="228980" y="149987"/>
                </a:lnTo>
                <a:lnTo>
                  <a:pt x="228980" y="139318"/>
                </a:lnTo>
                <a:lnTo>
                  <a:pt x="230377" y="134874"/>
                </a:lnTo>
                <a:lnTo>
                  <a:pt x="233299" y="130937"/>
                </a:lnTo>
                <a:lnTo>
                  <a:pt x="236092" y="127000"/>
                </a:lnTo>
                <a:lnTo>
                  <a:pt x="271525" y="108965"/>
                </a:lnTo>
                <a:lnTo>
                  <a:pt x="292066" y="108965"/>
                </a:lnTo>
                <a:lnTo>
                  <a:pt x="292100" y="87629"/>
                </a:lnTo>
                <a:lnTo>
                  <a:pt x="291338" y="80390"/>
                </a:lnTo>
                <a:lnTo>
                  <a:pt x="289813" y="76834"/>
                </a:lnTo>
                <a:lnTo>
                  <a:pt x="287527" y="71374"/>
                </a:lnTo>
                <a:lnTo>
                  <a:pt x="283844" y="67309"/>
                </a:lnTo>
                <a:lnTo>
                  <a:pt x="283603" y="67182"/>
                </a:lnTo>
                <a:close/>
              </a:path>
              <a:path w="664209" h="231139">
                <a:moveTo>
                  <a:pt x="293282" y="160400"/>
                </a:moveTo>
                <a:lnTo>
                  <a:pt x="271525" y="160400"/>
                </a:lnTo>
                <a:lnTo>
                  <a:pt x="271525" y="167258"/>
                </a:lnTo>
                <a:lnTo>
                  <a:pt x="272795" y="172084"/>
                </a:lnTo>
                <a:lnTo>
                  <a:pt x="277621" y="177672"/>
                </a:lnTo>
                <a:lnTo>
                  <a:pt x="280796" y="179069"/>
                </a:lnTo>
                <a:lnTo>
                  <a:pt x="284861" y="179069"/>
                </a:lnTo>
                <a:lnTo>
                  <a:pt x="291314" y="177903"/>
                </a:lnTo>
                <a:lnTo>
                  <a:pt x="297910" y="174402"/>
                </a:lnTo>
                <a:lnTo>
                  <a:pt x="304649" y="168568"/>
                </a:lnTo>
                <a:lnTo>
                  <a:pt x="308962" y="163449"/>
                </a:lnTo>
                <a:lnTo>
                  <a:pt x="296671" y="163449"/>
                </a:lnTo>
                <a:lnTo>
                  <a:pt x="295655" y="163067"/>
                </a:lnTo>
                <a:lnTo>
                  <a:pt x="293750" y="161416"/>
                </a:lnTo>
                <a:lnTo>
                  <a:pt x="293282" y="160400"/>
                </a:lnTo>
                <a:close/>
              </a:path>
              <a:path w="664209" h="231139">
                <a:moveTo>
                  <a:pt x="292066" y="108965"/>
                </a:moveTo>
                <a:lnTo>
                  <a:pt x="271525" y="108965"/>
                </a:lnTo>
                <a:lnTo>
                  <a:pt x="271525" y="152400"/>
                </a:lnTo>
                <a:lnTo>
                  <a:pt x="264189" y="157807"/>
                </a:lnTo>
                <a:lnTo>
                  <a:pt x="257603" y="161655"/>
                </a:lnTo>
                <a:lnTo>
                  <a:pt x="251755" y="163955"/>
                </a:lnTo>
                <a:lnTo>
                  <a:pt x="246633" y="164718"/>
                </a:lnTo>
                <a:lnTo>
                  <a:pt x="265848" y="164718"/>
                </a:lnTo>
                <a:lnTo>
                  <a:pt x="271525" y="160400"/>
                </a:lnTo>
                <a:lnTo>
                  <a:pt x="293282" y="160400"/>
                </a:lnTo>
                <a:lnTo>
                  <a:pt x="292988" y="159765"/>
                </a:lnTo>
                <a:lnTo>
                  <a:pt x="292246" y="154939"/>
                </a:lnTo>
                <a:lnTo>
                  <a:pt x="292041" y="149987"/>
                </a:lnTo>
                <a:lnTo>
                  <a:pt x="292066" y="108965"/>
                </a:lnTo>
                <a:close/>
              </a:path>
              <a:path w="664209" h="231139">
                <a:moveTo>
                  <a:pt x="311530" y="153542"/>
                </a:moveTo>
                <a:lnTo>
                  <a:pt x="306577" y="158495"/>
                </a:lnTo>
                <a:lnTo>
                  <a:pt x="303149" y="161543"/>
                </a:lnTo>
                <a:lnTo>
                  <a:pt x="300481" y="163194"/>
                </a:lnTo>
                <a:lnTo>
                  <a:pt x="299338" y="163449"/>
                </a:lnTo>
                <a:lnTo>
                  <a:pt x="308962" y="163449"/>
                </a:lnTo>
                <a:lnTo>
                  <a:pt x="311530" y="160400"/>
                </a:lnTo>
                <a:lnTo>
                  <a:pt x="311530" y="153542"/>
                </a:lnTo>
                <a:close/>
              </a:path>
              <a:path w="664209" h="231139">
                <a:moveTo>
                  <a:pt x="254126" y="59689"/>
                </a:moveTo>
                <a:lnTo>
                  <a:pt x="216153" y="74549"/>
                </a:lnTo>
                <a:lnTo>
                  <a:pt x="212470" y="81025"/>
                </a:lnTo>
                <a:lnTo>
                  <a:pt x="212559" y="92201"/>
                </a:lnTo>
                <a:lnTo>
                  <a:pt x="213487" y="94868"/>
                </a:lnTo>
                <a:lnTo>
                  <a:pt x="215511" y="97154"/>
                </a:lnTo>
                <a:lnTo>
                  <a:pt x="217424" y="99187"/>
                </a:lnTo>
                <a:lnTo>
                  <a:pt x="219837" y="100202"/>
                </a:lnTo>
                <a:lnTo>
                  <a:pt x="226059" y="100202"/>
                </a:lnTo>
                <a:lnTo>
                  <a:pt x="233299" y="81152"/>
                </a:lnTo>
                <a:lnTo>
                  <a:pt x="233299" y="77469"/>
                </a:lnTo>
                <a:lnTo>
                  <a:pt x="234822" y="74294"/>
                </a:lnTo>
                <a:lnTo>
                  <a:pt x="241045" y="68579"/>
                </a:lnTo>
                <a:lnTo>
                  <a:pt x="245237" y="67182"/>
                </a:lnTo>
                <a:lnTo>
                  <a:pt x="283603" y="67182"/>
                </a:lnTo>
                <a:lnTo>
                  <a:pt x="279018" y="64769"/>
                </a:lnTo>
                <a:lnTo>
                  <a:pt x="273825" y="62529"/>
                </a:lnTo>
                <a:lnTo>
                  <a:pt x="267954" y="60944"/>
                </a:lnTo>
                <a:lnTo>
                  <a:pt x="261391" y="60001"/>
                </a:lnTo>
                <a:lnTo>
                  <a:pt x="254126" y="59689"/>
                </a:lnTo>
                <a:close/>
              </a:path>
              <a:path w="664209" h="231139">
                <a:moveTo>
                  <a:pt x="373379" y="59689"/>
                </a:moveTo>
                <a:lnTo>
                  <a:pt x="335025" y="76453"/>
                </a:lnTo>
                <a:lnTo>
                  <a:pt x="319024" y="120141"/>
                </a:lnTo>
                <a:lnTo>
                  <a:pt x="319926" y="133240"/>
                </a:lnTo>
                <a:lnTo>
                  <a:pt x="340921" y="171178"/>
                </a:lnTo>
                <a:lnTo>
                  <a:pt x="367156" y="180339"/>
                </a:lnTo>
                <a:lnTo>
                  <a:pt x="375157" y="179597"/>
                </a:lnTo>
                <a:lnTo>
                  <a:pt x="403431" y="161035"/>
                </a:lnTo>
                <a:lnTo>
                  <a:pt x="376174" y="161035"/>
                </a:lnTo>
                <a:lnTo>
                  <a:pt x="368125" y="160059"/>
                </a:lnTo>
                <a:lnTo>
                  <a:pt x="341645" y="128571"/>
                </a:lnTo>
                <a:lnTo>
                  <a:pt x="339216" y="109346"/>
                </a:lnTo>
                <a:lnTo>
                  <a:pt x="339838" y="99843"/>
                </a:lnTo>
                <a:lnTo>
                  <a:pt x="360933" y="68071"/>
                </a:lnTo>
                <a:lnTo>
                  <a:pt x="400175" y="68071"/>
                </a:lnTo>
                <a:lnTo>
                  <a:pt x="395150" y="64726"/>
                </a:lnTo>
                <a:lnTo>
                  <a:pt x="388635" y="61944"/>
                </a:lnTo>
                <a:lnTo>
                  <a:pt x="381382" y="60257"/>
                </a:lnTo>
                <a:lnTo>
                  <a:pt x="373379" y="59689"/>
                </a:lnTo>
                <a:close/>
              </a:path>
              <a:path w="664209" h="231139">
                <a:moveTo>
                  <a:pt x="411352" y="131952"/>
                </a:moveTo>
                <a:lnTo>
                  <a:pt x="407034" y="141985"/>
                </a:lnTo>
                <a:lnTo>
                  <a:pt x="402589" y="148843"/>
                </a:lnTo>
                <a:lnTo>
                  <a:pt x="398017" y="152653"/>
                </a:lnTo>
                <a:lnTo>
                  <a:pt x="391540" y="158241"/>
                </a:lnTo>
                <a:lnTo>
                  <a:pt x="384301" y="161035"/>
                </a:lnTo>
                <a:lnTo>
                  <a:pt x="403431" y="161035"/>
                </a:lnTo>
                <a:lnTo>
                  <a:pt x="408130" y="153622"/>
                </a:lnTo>
                <a:lnTo>
                  <a:pt x="412073" y="144325"/>
                </a:lnTo>
                <a:lnTo>
                  <a:pt x="414908" y="133730"/>
                </a:lnTo>
                <a:lnTo>
                  <a:pt x="411352" y="131952"/>
                </a:lnTo>
                <a:close/>
              </a:path>
              <a:path w="664209" h="231139">
                <a:moveTo>
                  <a:pt x="400175" y="68071"/>
                </a:moveTo>
                <a:lnTo>
                  <a:pt x="374395" y="68071"/>
                </a:lnTo>
                <a:lnTo>
                  <a:pt x="378459" y="69341"/>
                </a:lnTo>
                <a:lnTo>
                  <a:pt x="384175" y="74294"/>
                </a:lnTo>
                <a:lnTo>
                  <a:pt x="385825" y="78104"/>
                </a:lnTo>
                <a:lnTo>
                  <a:pt x="386841" y="87883"/>
                </a:lnTo>
                <a:lnTo>
                  <a:pt x="387730" y="91185"/>
                </a:lnTo>
                <a:lnTo>
                  <a:pt x="389127" y="92963"/>
                </a:lnTo>
                <a:lnTo>
                  <a:pt x="391667" y="96012"/>
                </a:lnTo>
                <a:lnTo>
                  <a:pt x="395350" y="97662"/>
                </a:lnTo>
                <a:lnTo>
                  <a:pt x="403859" y="97662"/>
                </a:lnTo>
                <a:lnTo>
                  <a:pt x="406653" y="96646"/>
                </a:lnTo>
                <a:lnTo>
                  <a:pt x="410717" y="92837"/>
                </a:lnTo>
                <a:lnTo>
                  <a:pt x="411733" y="90169"/>
                </a:lnTo>
                <a:lnTo>
                  <a:pt x="411733" y="80644"/>
                </a:lnTo>
                <a:lnTo>
                  <a:pt x="408177" y="74549"/>
                </a:lnTo>
                <a:lnTo>
                  <a:pt x="400938" y="68579"/>
                </a:lnTo>
                <a:lnTo>
                  <a:pt x="400175" y="68071"/>
                </a:lnTo>
                <a:close/>
              </a:path>
              <a:path w="664209" h="231139">
                <a:moveTo>
                  <a:pt x="485139" y="59689"/>
                </a:moveTo>
                <a:lnTo>
                  <a:pt x="447547" y="75945"/>
                </a:lnTo>
                <a:lnTo>
                  <a:pt x="432562" y="121538"/>
                </a:lnTo>
                <a:lnTo>
                  <a:pt x="433468" y="134300"/>
                </a:lnTo>
                <a:lnTo>
                  <a:pt x="454786" y="171465"/>
                </a:lnTo>
                <a:lnTo>
                  <a:pt x="482218" y="180466"/>
                </a:lnTo>
                <a:lnTo>
                  <a:pt x="491265" y="179587"/>
                </a:lnTo>
                <a:lnTo>
                  <a:pt x="499538" y="176958"/>
                </a:lnTo>
                <a:lnTo>
                  <a:pt x="507025" y="172591"/>
                </a:lnTo>
                <a:lnTo>
                  <a:pt x="513714" y="166496"/>
                </a:lnTo>
                <a:lnTo>
                  <a:pt x="518721" y="160146"/>
                </a:lnTo>
                <a:lnTo>
                  <a:pt x="491616" y="160146"/>
                </a:lnTo>
                <a:lnTo>
                  <a:pt x="483518" y="159261"/>
                </a:lnTo>
                <a:lnTo>
                  <a:pt x="453183" y="128635"/>
                </a:lnTo>
                <a:lnTo>
                  <a:pt x="450214" y="106044"/>
                </a:lnTo>
                <a:lnTo>
                  <a:pt x="528827" y="106044"/>
                </a:lnTo>
                <a:lnTo>
                  <a:pt x="528277" y="98805"/>
                </a:lnTo>
                <a:lnTo>
                  <a:pt x="450214" y="98805"/>
                </a:lnTo>
                <a:lnTo>
                  <a:pt x="451103" y="89280"/>
                </a:lnTo>
                <a:lnTo>
                  <a:pt x="454278" y="81787"/>
                </a:lnTo>
                <a:lnTo>
                  <a:pt x="465200" y="71119"/>
                </a:lnTo>
                <a:lnTo>
                  <a:pt x="471296" y="68452"/>
                </a:lnTo>
                <a:lnTo>
                  <a:pt x="512064" y="68452"/>
                </a:lnTo>
                <a:lnTo>
                  <a:pt x="510035" y="66762"/>
                </a:lnTo>
                <a:lnTo>
                  <a:pt x="502602" y="62833"/>
                </a:lnTo>
                <a:lnTo>
                  <a:pt x="494311" y="60475"/>
                </a:lnTo>
                <a:lnTo>
                  <a:pt x="485139" y="59689"/>
                </a:lnTo>
                <a:close/>
              </a:path>
              <a:path w="664209" h="231139">
                <a:moveTo>
                  <a:pt x="525017" y="132968"/>
                </a:moveTo>
                <a:lnTo>
                  <a:pt x="499109" y="160146"/>
                </a:lnTo>
                <a:lnTo>
                  <a:pt x="518721" y="160146"/>
                </a:lnTo>
                <a:lnTo>
                  <a:pt x="519403" y="159261"/>
                </a:lnTo>
                <a:lnTo>
                  <a:pt x="523747" y="151764"/>
                </a:lnTo>
                <a:lnTo>
                  <a:pt x="526895" y="143815"/>
                </a:lnTo>
                <a:lnTo>
                  <a:pt x="528827" y="135508"/>
                </a:lnTo>
                <a:lnTo>
                  <a:pt x="525017" y="132968"/>
                </a:lnTo>
                <a:close/>
              </a:path>
              <a:path w="664209" h="231139">
                <a:moveTo>
                  <a:pt x="512064" y="68452"/>
                </a:moveTo>
                <a:lnTo>
                  <a:pt x="482600" y="68452"/>
                </a:lnTo>
                <a:lnTo>
                  <a:pt x="486917" y="69850"/>
                </a:lnTo>
                <a:lnTo>
                  <a:pt x="490981" y="72516"/>
                </a:lnTo>
                <a:lnTo>
                  <a:pt x="495172" y="75183"/>
                </a:lnTo>
                <a:lnTo>
                  <a:pt x="498220" y="78739"/>
                </a:lnTo>
                <a:lnTo>
                  <a:pt x="500252" y="83438"/>
                </a:lnTo>
                <a:lnTo>
                  <a:pt x="501650" y="86359"/>
                </a:lnTo>
                <a:lnTo>
                  <a:pt x="502538" y="91566"/>
                </a:lnTo>
                <a:lnTo>
                  <a:pt x="502919" y="98805"/>
                </a:lnTo>
                <a:lnTo>
                  <a:pt x="528277" y="98805"/>
                </a:lnTo>
                <a:lnTo>
                  <a:pt x="528066" y="96015"/>
                </a:lnTo>
                <a:lnTo>
                  <a:pt x="525780" y="87058"/>
                </a:lnTo>
                <a:lnTo>
                  <a:pt x="521970" y="79148"/>
                </a:lnTo>
                <a:lnTo>
                  <a:pt x="516636" y="72262"/>
                </a:lnTo>
                <a:lnTo>
                  <a:pt x="512064" y="68452"/>
                </a:lnTo>
                <a:close/>
              </a:path>
              <a:path w="664209" h="231139">
                <a:moveTo>
                  <a:pt x="651306" y="164210"/>
                </a:moveTo>
                <a:lnTo>
                  <a:pt x="624205" y="164210"/>
                </a:lnTo>
                <a:lnTo>
                  <a:pt x="624205" y="180593"/>
                </a:lnTo>
                <a:lnTo>
                  <a:pt x="629919" y="180593"/>
                </a:lnTo>
                <a:lnTo>
                  <a:pt x="663701" y="166496"/>
                </a:lnTo>
                <a:lnTo>
                  <a:pt x="663003" y="164337"/>
                </a:lnTo>
                <a:lnTo>
                  <a:pt x="651637" y="164337"/>
                </a:lnTo>
                <a:lnTo>
                  <a:pt x="651306" y="164210"/>
                </a:lnTo>
                <a:close/>
              </a:path>
              <a:path w="664209" h="231139">
                <a:moveTo>
                  <a:pt x="599439" y="59689"/>
                </a:moveTo>
                <a:lnTo>
                  <a:pt x="559815" y="80009"/>
                </a:lnTo>
                <a:lnTo>
                  <a:pt x="544321" y="124840"/>
                </a:lnTo>
                <a:lnTo>
                  <a:pt x="545181" y="136503"/>
                </a:lnTo>
                <a:lnTo>
                  <a:pt x="565425" y="171680"/>
                </a:lnTo>
                <a:lnTo>
                  <a:pt x="590803" y="180466"/>
                </a:lnTo>
                <a:lnTo>
                  <a:pt x="596899" y="180466"/>
                </a:lnTo>
                <a:lnTo>
                  <a:pt x="602614" y="179324"/>
                </a:lnTo>
                <a:lnTo>
                  <a:pt x="613283" y="174243"/>
                </a:lnTo>
                <a:lnTo>
                  <a:pt x="618616" y="170052"/>
                </a:lnTo>
                <a:lnTo>
                  <a:pt x="621653" y="166877"/>
                </a:lnTo>
                <a:lnTo>
                  <a:pt x="602361" y="166877"/>
                </a:lnTo>
                <a:lnTo>
                  <a:pt x="595764" y="166044"/>
                </a:lnTo>
                <a:lnTo>
                  <a:pt x="569801" y="137159"/>
                </a:lnTo>
                <a:lnTo>
                  <a:pt x="567055" y="115062"/>
                </a:lnTo>
                <a:lnTo>
                  <a:pt x="567767" y="103344"/>
                </a:lnTo>
                <a:lnTo>
                  <a:pt x="590676" y="67437"/>
                </a:lnTo>
                <a:lnTo>
                  <a:pt x="621843" y="67437"/>
                </a:lnTo>
                <a:lnTo>
                  <a:pt x="619013" y="65154"/>
                </a:lnTo>
                <a:lnTo>
                  <a:pt x="613155" y="62134"/>
                </a:lnTo>
                <a:lnTo>
                  <a:pt x="606631" y="60305"/>
                </a:lnTo>
                <a:lnTo>
                  <a:pt x="599439" y="59689"/>
                </a:lnTo>
                <a:close/>
              </a:path>
              <a:path w="664209" h="231139">
                <a:moveTo>
                  <a:pt x="621843" y="67437"/>
                </a:moveTo>
                <a:lnTo>
                  <a:pt x="601852" y="67437"/>
                </a:lnTo>
                <a:lnTo>
                  <a:pt x="605789" y="68579"/>
                </a:lnTo>
                <a:lnTo>
                  <a:pt x="609853" y="70992"/>
                </a:lnTo>
                <a:lnTo>
                  <a:pt x="614044" y="73405"/>
                </a:lnTo>
                <a:lnTo>
                  <a:pt x="617346" y="76834"/>
                </a:lnTo>
                <a:lnTo>
                  <a:pt x="619760" y="81533"/>
                </a:lnTo>
                <a:lnTo>
                  <a:pt x="622299" y="86105"/>
                </a:lnTo>
                <a:lnTo>
                  <a:pt x="623696" y="91312"/>
                </a:lnTo>
                <a:lnTo>
                  <a:pt x="624205" y="96900"/>
                </a:lnTo>
                <a:lnTo>
                  <a:pt x="624205" y="155575"/>
                </a:lnTo>
                <a:lnTo>
                  <a:pt x="617219" y="163067"/>
                </a:lnTo>
                <a:lnTo>
                  <a:pt x="609853" y="166877"/>
                </a:lnTo>
                <a:lnTo>
                  <a:pt x="621653" y="166877"/>
                </a:lnTo>
                <a:lnTo>
                  <a:pt x="624205" y="164210"/>
                </a:lnTo>
                <a:lnTo>
                  <a:pt x="651306" y="164210"/>
                </a:lnTo>
                <a:lnTo>
                  <a:pt x="649986" y="163702"/>
                </a:lnTo>
                <a:lnTo>
                  <a:pt x="648588" y="162559"/>
                </a:lnTo>
                <a:lnTo>
                  <a:pt x="647318" y="161416"/>
                </a:lnTo>
                <a:lnTo>
                  <a:pt x="646301" y="159377"/>
                </a:lnTo>
                <a:lnTo>
                  <a:pt x="645667" y="156337"/>
                </a:lnTo>
                <a:lnTo>
                  <a:pt x="645033" y="153415"/>
                </a:lnTo>
                <a:lnTo>
                  <a:pt x="644835" y="147081"/>
                </a:lnTo>
                <a:lnTo>
                  <a:pt x="644778" y="69341"/>
                </a:lnTo>
                <a:lnTo>
                  <a:pt x="624205" y="69341"/>
                </a:lnTo>
                <a:lnTo>
                  <a:pt x="621843" y="67437"/>
                </a:lnTo>
                <a:close/>
              </a:path>
              <a:path w="664209" h="231139">
                <a:moveTo>
                  <a:pt x="662305" y="162178"/>
                </a:moveTo>
                <a:lnTo>
                  <a:pt x="658621" y="163575"/>
                </a:lnTo>
                <a:lnTo>
                  <a:pt x="655700" y="164337"/>
                </a:lnTo>
                <a:lnTo>
                  <a:pt x="663003" y="164337"/>
                </a:lnTo>
                <a:lnTo>
                  <a:pt x="662305" y="162178"/>
                </a:lnTo>
                <a:close/>
              </a:path>
              <a:path w="664209" h="231139">
                <a:moveTo>
                  <a:pt x="644778" y="16637"/>
                </a:moveTo>
                <a:lnTo>
                  <a:pt x="617473" y="16637"/>
                </a:lnTo>
                <a:lnTo>
                  <a:pt x="619124" y="17144"/>
                </a:lnTo>
                <a:lnTo>
                  <a:pt x="620394" y="18287"/>
                </a:lnTo>
                <a:lnTo>
                  <a:pt x="621791" y="19303"/>
                </a:lnTo>
                <a:lnTo>
                  <a:pt x="622681" y="21335"/>
                </a:lnTo>
                <a:lnTo>
                  <a:pt x="623315" y="24383"/>
                </a:lnTo>
                <a:lnTo>
                  <a:pt x="623950" y="27304"/>
                </a:lnTo>
                <a:lnTo>
                  <a:pt x="624332" y="35305"/>
                </a:lnTo>
                <a:lnTo>
                  <a:pt x="624205" y="69341"/>
                </a:lnTo>
                <a:lnTo>
                  <a:pt x="644778" y="69341"/>
                </a:lnTo>
                <a:lnTo>
                  <a:pt x="644778" y="16637"/>
                </a:lnTo>
                <a:close/>
              </a:path>
              <a:path w="664209" h="231139">
                <a:moveTo>
                  <a:pt x="644778" y="380"/>
                </a:moveTo>
                <a:lnTo>
                  <a:pt x="639190" y="380"/>
                </a:lnTo>
                <a:lnTo>
                  <a:pt x="605282" y="14224"/>
                </a:lnTo>
                <a:lnTo>
                  <a:pt x="606933" y="18668"/>
                </a:lnTo>
                <a:lnTo>
                  <a:pt x="610488" y="17271"/>
                </a:lnTo>
                <a:lnTo>
                  <a:pt x="613283" y="16637"/>
                </a:lnTo>
                <a:lnTo>
                  <a:pt x="644778" y="16637"/>
                </a:lnTo>
                <a:lnTo>
                  <a:pt x="644778" y="380"/>
                </a:lnTo>
                <a:close/>
              </a:path>
            </a:pathLst>
          </a:custGeom>
          <a:solidFill>
            <a:srgbClr val="000000"/>
          </a:solidFill>
        </p:spPr>
        <p:txBody>
          <a:bodyPr wrap="square" lIns="0" tIns="0" rIns="0" bIns="0" rtlCol="0"/>
          <a:lstStyle/>
          <a:p>
            <a:endParaRPr/>
          </a:p>
        </p:txBody>
      </p:sp>
      <p:pic>
        <p:nvPicPr>
          <p:cNvPr id="32" name="object 32"/>
          <p:cNvPicPr/>
          <p:nvPr/>
        </p:nvPicPr>
        <p:blipFill>
          <a:blip r:embed="rId18" cstate="print"/>
          <a:stretch>
            <a:fillRect/>
          </a:stretch>
        </p:blipFill>
        <p:spPr>
          <a:xfrm>
            <a:off x="6685788" y="1916176"/>
            <a:ext cx="188721" cy="176911"/>
          </a:xfrm>
          <a:prstGeom prst="rect">
            <a:avLst/>
          </a:prstGeom>
        </p:spPr>
      </p:pic>
      <p:pic>
        <p:nvPicPr>
          <p:cNvPr id="33" name="object 33"/>
          <p:cNvPicPr/>
          <p:nvPr/>
        </p:nvPicPr>
        <p:blipFill>
          <a:blip r:embed="rId19" cstate="print"/>
          <a:stretch>
            <a:fillRect/>
          </a:stretch>
        </p:blipFill>
        <p:spPr>
          <a:xfrm>
            <a:off x="6951091" y="1975992"/>
            <a:ext cx="103377" cy="119507"/>
          </a:xfrm>
          <a:prstGeom prst="rect">
            <a:avLst/>
          </a:prstGeom>
        </p:spPr>
      </p:pic>
      <p:pic>
        <p:nvPicPr>
          <p:cNvPr id="34" name="object 34"/>
          <p:cNvPicPr/>
          <p:nvPr/>
        </p:nvPicPr>
        <p:blipFill>
          <a:blip r:embed="rId20" cstate="print"/>
          <a:stretch>
            <a:fillRect/>
          </a:stretch>
        </p:blipFill>
        <p:spPr>
          <a:xfrm>
            <a:off x="7122414" y="1916938"/>
            <a:ext cx="919352" cy="231394"/>
          </a:xfrm>
          <a:prstGeom prst="rect">
            <a:avLst/>
          </a:prstGeom>
        </p:spPr>
      </p:pic>
      <p:sp>
        <p:nvSpPr>
          <p:cNvPr id="35" name="object 35"/>
          <p:cNvSpPr/>
          <p:nvPr/>
        </p:nvSpPr>
        <p:spPr>
          <a:xfrm>
            <a:off x="8123808" y="1917192"/>
            <a:ext cx="455295" cy="180975"/>
          </a:xfrm>
          <a:custGeom>
            <a:avLst/>
            <a:gdLst/>
            <a:ahLst/>
            <a:cxnLst/>
            <a:rect l="l" t="t" r="r" b="b"/>
            <a:pathLst>
              <a:path w="455295" h="180975">
                <a:moveTo>
                  <a:pt x="139954" y="172212"/>
                </a:moveTo>
                <a:lnTo>
                  <a:pt x="84709" y="172212"/>
                </a:lnTo>
                <a:lnTo>
                  <a:pt x="84709" y="176657"/>
                </a:lnTo>
                <a:lnTo>
                  <a:pt x="139954" y="176784"/>
                </a:lnTo>
                <a:lnTo>
                  <a:pt x="139954" y="172212"/>
                </a:lnTo>
                <a:close/>
              </a:path>
              <a:path w="455295" h="180975">
                <a:moveTo>
                  <a:pt x="68707" y="172212"/>
                </a:moveTo>
                <a:lnTo>
                  <a:pt x="635" y="172212"/>
                </a:lnTo>
                <a:lnTo>
                  <a:pt x="635" y="176657"/>
                </a:lnTo>
                <a:lnTo>
                  <a:pt x="68707" y="176657"/>
                </a:lnTo>
                <a:lnTo>
                  <a:pt x="68707" y="172212"/>
                </a:lnTo>
                <a:close/>
              </a:path>
              <a:path w="455295" h="180975">
                <a:moveTo>
                  <a:pt x="42672" y="71755"/>
                </a:moveTo>
                <a:lnTo>
                  <a:pt x="22098" y="71755"/>
                </a:lnTo>
                <a:lnTo>
                  <a:pt x="22098" y="154686"/>
                </a:lnTo>
                <a:lnTo>
                  <a:pt x="21590" y="160147"/>
                </a:lnTo>
                <a:lnTo>
                  <a:pt x="9144" y="172212"/>
                </a:lnTo>
                <a:lnTo>
                  <a:pt x="53213" y="172212"/>
                </a:lnTo>
                <a:lnTo>
                  <a:pt x="49149" y="170434"/>
                </a:lnTo>
                <a:lnTo>
                  <a:pt x="46100" y="166750"/>
                </a:lnTo>
                <a:lnTo>
                  <a:pt x="43688" y="163957"/>
                </a:lnTo>
                <a:lnTo>
                  <a:pt x="42545" y="157225"/>
                </a:lnTo>
                <a:lnTo>
                  <a:pt x="42672" y="71755"/>
                </a:lnTo>
                <a:close/>
              </a:path>
              <a:path w="455295" h="180975">
                <a:moveTo>
                  <a:pt x="122786" y="76073"/>
                </a:moveTo>
                <a:lnTo>
                  <a:pt x="95376" y="76073"/>
                </a:lnTo>
                <a:lnTo>
                  <a:pt x="97027" y="76581"/>
                </a:lnTo>
                <a:lnTo>
                  <a:pt x="99568" y="78612"/>
                </a:lnTo>
                <a:lnTo>
                  <a:pt x="100457" y="80518"/>
                </a:lnTo>
                <a:lnTo>
                  <a:pt x="100965" y="83185"/>
                </a:lnTo>
                <a:lnTo>
                  <a:pt x="101726" y="86741"/>
                </a:lnTo>
                <a:lnTo>
                  <a:pt x="102108" y="94742"/>
                </a:lnTo>
                <a:lnTo>
                  <a:pt x="102091" y="158115"/>
                </a:lnTo>
                <a:lnTo>
                  <a:pt x="101473" y="162813"/>
                </a:lnTo>
                <a:lnTo>
                  <a:pt x="100330" y="165354"/>
                </a:lnTo>
                <a:lnTo>
                  <a:pt x="99314" y="167767"/>
                </a:lnTo>
                <a:lnTo>
                  <a:pt x="97790" y="169545"/>
                </a:lnTo>
                <a:lnTo>
                  <a:pt x="95885" y="170687"/>
                </a:lnTo>
                <a:lnTo>
                  <a:pt x="93980" y="171704"/>
                </a:lnTo>
                <a:lnTo>
                  <a:pt x="90170" y="172212"/>
                </a:lnTo>
                <a:lnTo>
                  <a:pt x="134620" y="172212"/>
                </a:lnTo>
                <a:lnTo>
                  <a:pt x="130810" y="171704"/>
                </a:lnTo>
                <a:lnTo>
                  <a:pt x="128905" y="170561"/>
                </a:lnTo>
                <a:lnTo>
                  <a:pt x="126873" y="169418"/>
                </a:lnTo>
                <a:lnTo>
                  <a:pt x="125222" y="167640"/>
                </a:lnTo>
                <a:lnTo>
                  <a:pt x="124206" y="165227"/>
                </a:lnTo>
                <a:lnTo>
                  <a:pt x="123190" y="162941"/>
                </a:lnTo>
                <a:lnTo>
                  <a:pt x="122682" y="158115"/>
                </a:lnTo>
                <a:lnTo>
                  <a:pt x="122786" y="76073"/>
                </a:lnTo>
                <a:close/>
              </a:path>
              <a:path w="455295" h="180975">
                <a:moveTo>
                  <a:pt x="122809" y="59562"/>
                </a:moveTo>
                <a:lnTo>
                  <a:pt x="117348" y="59562"/>
                </a:lnTo>
                <a:lnTo>
                  <a:pt x="82931" y="73406"/>
                </a:lnTo>
                <a:lnTo>
                  <a:pt x="84709" y="77978"/>
                </a:lnTo>
                <a:lnTo>
                  <a:pt x="88011" y="76708"/>
                </a:lnTo>
                <a:lnTo>
                  <a:pt x="90805" y="76073"/>
                </a:lnTo>
                <a:lnTo>
                  <a:pt x="122786" y="76073"/>
                </a:lnTo>
                <a:lnTo>
                  <a:pt x="122809" y="59562"/>
                </a:lnTo>
                <a:close/>
              </a:path>
              <a:path w="455295" h="180975">
                <a:moveTo>
                  <a:pt x="72009" y="62865"/>
                </a:moveTo>
                <a:lnTo>
                  <a:pt x="0" y="62865"/>
                </a:lnTo>
                <a:lnTo>
                  <a:pt x="0" y="71755"/>
                </a:lnTo>
                <a:lnTo>
                  <a:pt x="72009" y="71882"/>
                </a:lnTo>
                <a:lnTo>
                  <a:pt x="72009" y="62865"/>
                </a:lnTo>
                <a:close/>
              </a:path>
              <a:path w="455295" h="180975">
                <a:moveTo>
                  <a:pt x="69596" y="254"/>
                </a:moveTo>
                <a:lnTo>
                  <a:pt x="31242" y="18669"/>
                </a:lnTo>
                <a:lnTo>
                  <a:pt x="22098" y="62865"/>
                </a:lnTo>
                <a:lnTo>
                  <a:pt x="42672" y="62865"/>
                </a:lnTo>
                <a:lnTo>
                  <a:pt x="42771" y="42612"/>
                </a:lnTo>
                <a:lnTo>
                  <a:pt x="43084" y="33115"/>
                </a:lnTo>
                <a:lnTo>
                  <a:pt x="56007" y="9144"/>
                </a:lnTo>
                <a:lnTo>
                  <a:pt x="94098" y="9144"/>
                </a:lnTo>
                <a:lnTo>
                  <a:pt x="93599" y="8762"/>
                </a:lnTo>
                <a:lnTo>
                  <a:pt x="88026" y="5022"/>
                </a:lnTo>
                <a:lnTo>
                  <a:pt x="82169" y="2365"/>
                </a:lnTo>
                <a:lnTo>
                  <a:pt x="76025" y="779"/>
                </a:lnTo>
                <a:lnTo>
                  <a:pt x="69596" y="254"/>
                </a:lnTo>
                <a:close/>
              </a:path>
              <a:path w="455295" h="180975">
                <a:moveTo>
                  <a:pt x="94098" y="9144"/>
                </a:moveTo>
                <a:lnTo>
                  <a:pt x="62992" y="9144"/>
                </a:lnTo>
                <a:lnTo>
                  <a:pt x="65786" y="10033"/>
                </a:lnTo>
                <a:lnTo>
                  <a:pt x="68452" y="11557"/>
                </a:lnTo>
                <a:lnTo>
                  <a:pt x="70993" y="13081"/>
                </a:lnTo>
                <a:lnTo>
                  <a:pt x="73787" y="16129"/>
                </a:lnTo>
                <a:lnTo>
                  <a:pt x="76835" y="20700"/>
                </a:lnTo>
                <a:lnTo>
                  <a:pt x="79883" y="25146"/>
                </a:lnTo>
                <a:lnTo>
                  <a:pt x="82423" y="28194"/>
                </a:lnTo>
                <a:lnTo>
                  <a:pt x="84582" y="29463"/>
                </a:lnTo>
                <a:lnTo>
                  <a:pt x="86741" y="30861"/>
                </a:lnTo>
                <a:lnTo>
                  <a:pt x="88773" y="31623"/>
                </a:lnTo>
                <a:lnTo>
                  <a:pt x="93091" y="31623"/>
                </a:lnTo>
                <a:lnTo>
                  <a:pt x="100838" y="18440"/>
                </a:lnTo>
                <a:lnTo>
                  <a:pt x="99874" y="16129"/>
                </a:lnTo>
                <a:lnTo>
                  <a:pt x="99822" y="14872"/>
                </a:lnTo>
                <a:lnTo>
                  <a:pt x="98425" y="12446"/>
                </a:lnTo>
                <a:lnTo>
                  <a:pt x="94098" y="9144"/>
                </a:lnTo>
                <a:close/>
              </a:path>
              <a:path w="455295" h="180975">
                <a:moveTo>
                  <a:pt x="115950" y="0"/>
                </a:moveTo>
                <a:lnTo>
                  <a:pt x="108966" y="0"/>
                </a:lnTo>
                <a:lnTo>
                  <a:pt x="105918" y="1270"/>
                </a:lnTo>
                <a:lnTo>
                  <a:pt x="103505" y="3683"/>
                </a:lnTo>
                <a:lnTo>
                  <a:pt x="100965" y="6096"/>
                </a:lnTo>
                <a:lnTo>
                  <a:pt x="99822" y="9144"/>
                </a:lnTo>
                <a:lnTo>
                  <a:pt x="99822" y="14872"/>
                </a:lnTo>
                <a:lnTo>
                  <a:pt x="100838" y="16637"/>
                </a:lnTo>
                <a:lnTo>
                  <a:pt x="100933" y="18669"/>
                </a:lnTo>
                <a:lnTo>
                  <a:pt x="101092" y="19050"/>
                </a:lnTo>
                <a:lnTo>
                  <a:pt x="106045" y="24003"/>
                </a:lnTo>
                <a:lnTo>
                  <a:pt x="108966" y="25273"/>
                </a:lnTo>
                <a:lnTo>
                  <a:pt x="115950" y="25273"/>
                </a:lnTo>
                <a:lnTo>
                  <a:pt x="118872" y="24003"/>
                </a:lnTo>
                <a:lnTo>
                  <a:pt x="123825" y="19050"/>
                </a:lnTo>
                <a:lnTo>
                  <a:pt x="124920" y="16129"/>
                </a:lnTo>
                <a:lnTo>
                  <a:pt x="124968" y="9144"/>
                </a:lnTo>
                <a:lnTo>
                  <a:pt x="123825" y="6096"/>
                </a:lnTo>
                <a:lnTo>
                  <a:pt x="121412" y="3683"/>
                </a:lnTo>
                <a:lnTo>
                  <a:pt x="118872" y="1270"/>
                </a:lnTo>
                <a:lnTo>
                  <a:pt x="115950" y="0"/>
                </a:lnTo>
                <a:close/>
              </a:path>
              <a:path w="455295" h="180975">
                <a:moveTo>
                  <a:pt x="99822" y="14872"/>
                </a:moveTo>
                <a:lnTo>
                  <a:pt x="99874" y="16129"/>
                </a:lnTo>
                <a:lnTo>
                  <a:pt x="100838" y="18440"/>
                </a:lnTo>
                <a:lnTo>
                  <a:pt x="100838" y="16637"/>
                </a:lnTo>
                <a:lnTo>
                  <a:pt x="99822" y="14872"/>
                </a:lnTo>
                <a:close/>
              </a:path>
              <a:path w="455295" h="180975">
                <a:moveTo>
                  <a:pt x="207645" y="59436"/>
                </a:moveTo>
                <a:lnTo>
                  <a:pt x="170052" y="75819"/>
                </a:lnTo>
                <a:lnTo>
                  <a:pt x="155067" y="121285"/>
                </a:lnTo>
                <a:lnTo>
                  <a:pt x="155973" y="134119"/>
                </a:lnTo>
                <a:lnTo>
                  <a:pt x="177292" y="171265"/>
                </a:lnTo>
                <a:lnTo>
                  <a:pt x="204724" y="180212"/>
                </a:lnTo>
                <a:lnTo>
                  <a:pt x="213770" y="179407"/>
                </a:lnTo>
                <a:lnTo>
                  <a:pt x="222043" y="176815"/>
                </a:lnTo>
                <a:lnTo>
                  <a:pt x="229530" y="172462"/>
                </a:lnTo>
                <a:lnTo>
                  <a:pt x="236220" y="166370"/>
                </a:lnTo>
                <a:lnTo>
                  <a:pt x="241187" y="160020"/>
                </a:lnTo>
                <a:lnTo>
                  <a:pt x="214122" y="160020"/>
                </a:lnTo>
                <a:lnTo>
                  <a:pt x="206023" y="159115"/>
                </a:lnTo>
                <a:lnTo>
                  <a:pt x="175688" y="128428"/>
                </a:lnTo>
                <a:lnTo>
                  <a:pt x="172720" y="105791"/>
                </a:lnTo>
                <a:lnTo>
                  <a:pt x="251323" y="105791"/>
                </a:lnTo>
                <a:lnTo>
                  <a:pt x="250783" y="98679"/>
                </a:lnTo>
                <a:lnTo>
                  <a:pt x="225425" y="98679"/>
                </a:lnTo>
                <a:lnTo>
                  <a:pt x="172720" y="98552"/>
                </a:lnTo>
                <a:lnTo>
                  <a:pt x="173609" y="89027"/>
                </a:lnTo>
                <a:lnTo>
                  <a:pt x="176784" y="81661"/>
                </a:lnTo>
                <a:lnTo>
                  <a:pt x="187706" y="70993"/>
                </a:lnTo>
                <a:lnTo>
                  <a:pt x="193801" y="68325"/>
                </a:lnTo>
                <a:lnTo>
                  <a:pt x="234585" y="68325"/>
                </a:lnTo>
                <a:lnTo>
                  <a:pt x="232540" y="66615"/>
                </a:lnTo>
                <a:lnTo>
                  <a:pt x="225107" y="62642"/>
                </a:lnTo>
                <a:lnTo>
                  <a:pt x="216816" y="60241"/>
                </a:lnTo>
                <a:lnTo>
                  <a:pt x="207645" y="59436"/>
                </a:lnTo>
                <a:close/>
              </a:path>
              <a:path w="455295" h="180975">
                <a:moveTo>
                  <a:pt x="247523" y="132842"/>
                </a:moveTo>
                <a:lnTo>
                  <a:pt x="221615" y="160020"/>
                </a:lnTo>
                <a:lnTo>
                  <a:pt x="241187" y="160020"/>
                </a:lnTo>
                <a:lnTo>
                  <a:pt x="241888" y="159115"/>
                </a:lnTo>
                <a:lnTo>
                  <a:pt x="246253" y="151574"/>
                </a:lnTo>
                <a:lnTo>
                  <a:pt x="249400" y="143617"/>
                </a:lnTo>
                <a:lnTo>
                  <a:pt x="251333" y="135255"/>
                </a:lnTo>
                <a:lnTo>
                  <a:pt x="247523" y="132842"/>
                </a:lnTo>
                <a:close/>
              </a:path>
              <a:path w="455295" h="180975">
                <a:moveTo>
                  <a:pt x="251323" y="105791"/>
                </a:moveTo>
                <a:lnTo>
                  <a:pt x="172720" y="105791"/>
                </a:lnTo>
                <a:lnTo>
                  <a:pt x="251333" y="105918"/>
                </a:lnTo>
                <a:close/>
              </a:path>
              <a:path w="455295" h="180975">
                <a:moveTo>
                  <a:pt x="234585" y="68325"/>
                </a:moveTo>
                <a:lnTo>
                  <a:pt x="205105" y="68325"/>
                </a:lnTo>
                <a:lnTo>
                  <a:pt x="209423" y="69596"/>
                </a:lnTo>
                <a:lnTo>
                  <a:pt x="213487" y="72262"/>
                </a:lnTo>
                <a:lnTo>
                  <a:pt x="217677" y="74930"/>
                </a:lnTo>
                <a:lnTo>
                  <a:pt x="220725" y="78612"/>
                </a:lnTo>
                <a:lnTo>
                  <a:pt x="222758" y="83185"/>
                </a:lnTo>
                <a:lnTo>
                  <a:pt x="224155" y="86233"/>
                </a:lnTo>
                <a:lnTo>
                  <a:pt x="225044" y="91312"/>
                </a:lnTo>
                <a:lnTo>
                  <a:pt x="225425" y="98679"/>
                </a:lnTo>
                <a:lnTo>
                  <a:pt x="250783" y="98679"/>
                </a:lnTo>
                <a:lnTo>
                  <a:pt x="250571" y="95871"/>
                </a:lnTo>
                <a:lnTo>
                  <a:pt x="248285" y="86883"/>
                </a:lnTo>
                <a:lnTo>
                  <a:pt x="244475" y="78968"/>
                </a:lnTo>
                <a:lnTo>
                  <a:pt x="239141" y="72136"/>
                </a:lnTo>
                <a:lnTo>
                  <a:pt x="234585" y="68325"/>
                </a:lnTo>
                <a:close/>
              </a:path>
              <a:path w="455295" h="180975">
                <a:moveTo>
                  <a:pt x="323850" y="172338"/>
                </a:moveTo>
                <a:lnTo>
                  <a:pt x="268097" y="172338"/>
                </a:lnTo>
                <a:lnTo>
                  <a:pt x="268097" y="176784"/>
                </a:lnTo>
                <a:lnTo>
                  <a:pt x="323850" y="176911"/>
                </a:lnTo>
                <a:lnTo>
                  <a:pt x="323850" y="172338"/>
                </a:lnTo>
                <a:close/>
              </a:path>
              <a:path w="455295" h="180975">
                <a:moveTo>
                  <a:pt x="305548" y="16383"/>
                </a:moveTo>
                <a:lnTo>
                  <a:pt x="278384" y="16383"/>
                </a:lnTo>
                <a:lnTo>
                  <a:pt x="279908" y="16891"/>
                </a:lnTo>
                <a:lnTo>
                  <a:pt x="282575" y="19050"/>
                </a:lnTo>
                <a:lnTo>
                  <a:pt x="283464" y="21082"/>
                </a:lnTo>
                <a:lnTo>
                  <a:pt x="284099" y="24003"/>
                </a:lnTo>
                <a:lnTo>
                  <a:pt x="284607" y="27050"/>
                </a:lnTo>
                <a:lnTo>
                  <a:pt x="284861" y="34925"/>
                </a:lnTo>
                <a:lnTo>
                  <a:pt x="284844" y="158242"/>
                </a:lnTo>
                <a:lnTo>
                  <a:pt x="278765" y="170687"/>
                </a:lnTo>
                <a:lnTo>
                  <a:pt x="276860" y="171831"/>
                </a:lnTo>
                <a:lnTo>
                  <a:pt x="273304" y="172338"/>
                </a:lnTo>
                <a:lnTo>
                  <a:pt x="318008" y="172338"/>
                </a:lnTo>
                <a:lnTo>
                  <a:pt x="313944" y="171831"/>
                </a:lnTo>
                <a:lnTo>
                  <a:pt x="311785" y="170561"/>
                </a:lnTo>
                <a:lnTo>
                  <a:pt x="305435" y="158242"/>
                </a:lnTo>
                <a:lnTo>
                  <a:pt x="305548" y="16383"/>
                </a:lnTo>
                <a:close/>
              </a:path>
              <a:path w="455295" h="180975">
                <a:moveTo>
                  <a:pt x="305562" y="127"/>
                </a:moveTo>
                <a:lnTo>
                  <a:pt x="299974" y="127"/>
                </a:lnTo>
                <a:lnTo>
                  <a:pt x="266065" y="14097"/>
                </a:lnTo>
                <a:lnTo>
                  <a:pt x="268097" y="18415"/>
                </a:lnTo>
                <a:lnTo>
                  <a:pt x="271399" y="17018"/>
                </a:lnTo>
                <a:lnTo>
                  <a:pt x="274193" y="16383"/>
                </a:lnTo>
                <a:lnTo>
                  <a:pt x="305548" y="16383"/>
                </a:lnTo>
                <a:lnTo>
                  <a:pt x="305562" y="127"/>
                </a:lnTo>
                <a:close/>
              </a:path>
              <a:path w="455295" h="180975">
                <a:moveTo>
                  <a:pt x="453390" y="162052"/>
                </a:moveTo>
                <a:lnTo>
                  <a:pt x="449707" y="163449"/>
                </a:lnTo>
                <a:lnTo>
                  <a:pt x="446786" y="164084"/>
                </a:lnTo>
                <a:lnTo>
                  <a:pt x="415290" y="164084"/>
                </a:lnTo>
                <a:lnTo>
                  <a:pt x="415290" y="180467"/>
                </a:lnTo>
                <a:lnTo>
                  <a:pt x="421005" y="180467"/>
                </a:lnTo>
                <a:lnTo>
                  <a:pt x="454787" y="166370"/>
                </a:lnTo>
                <a:lnTo>
                  <a:pt x="453390" y="162052"/>
                </a:lnTo>
                <a:close/>
              </a:path>
              <a:path w="455295" h="180975">
                <a:moveTo>
                  <a:pt x="390525" y="59562"/>
                </a:moveTo>
                <a:lnTo>
                  <a:pt x="350900" y="79883"/>
                </a:lnTo>
                <a:lnTo>
                  <a:pt x="335407" y="124713"/>
                </a:lnTo>
                <a:lnTo>
                  <a:pt x="336266" y="136358"/>
                </a:lnTo>
                <a:lnTo>
                  <a:pt x="356510" y="171553"/>
                </a:lnTo>
                <a:lnTo>
                  <a:pt x="381889" y="180340"/>
                </a:lnTo>
                <a:lnTo>
                  <a:pt x="387985" y="180340"/>
                </a:lnTo>
                <a:lnTo>
                  <a:pt x="412738" y="166750"/>
                </a:lnTo>
                <a:lnTo>
                  <a:pt x="393446" y="166750"/>
                </a:lnTo>
                <a:lnTo>
                  <a:pt x="386849" y="165915"/>
                </a:lnTo>
                <a:lnTo>
                  <a:pt x="360886" y="137017"/>
                </a:lnTo>
                <a:lnTo>
                  <a:pt x="358140" y="114935"/>
                </a:lnTo>
                <a:lnTo>
                  <a:pt x="358852" y="103217"/>
                </a:lnTo>
                <a:lnTo>
                  <a:pt x="381762" y="67310"/>
                </a:lnTo>
                <a:lnTo>
                  <a:pt x="412958" y="67310"/>
                </a:lnTo>
                <a:lnTo>
                  <a:pt x="410098" y="64974"/>
                </a:lnTo>
                <a:lnTo>
                  <a:pt x="404241" y="61960"/>
                </a:lnTo>
                <a:lnTo>
                  <a:pt x="397716" y="60160"/>
                </a:lnTo>
                <a:lnTo>
                  <a:pt x="390525" y="59562"/>
                </a:lnTo>
                <a:close/>
              </a:path>
              <a:path w="455295" h="180975">
                <a:moveTo>
                  <a:pt x="412958" y="67310"/>
                </a:moveTo>
                <a:lnTo>
                  <a:pt x="392938" y="67310"/>
                </a:lnTo>
                <a:lnTo>
                  <a:pt x="396875" y="68453"/>
                </a:lnTo>
                <a:lnTo>
                  <a:pt x="400939" y="70866"/>
                </a:lnTo>
                <a:lnTo>
                  <a:pt x="405130" y="73152"/>
                </a:lnTo>
                <a:lnTo>
                  <a:pt x="408432" y="76708"/>
                </a:lnTo>
                <a:lnTo>
                  <a:pt x="410845" y="81407"/>
                </a:lnTo>
                <a:lnTo>
                  <a:pt x="413385" y="85979"/>
                </a:lnTo>
                <a:lnTo>
                  <a:pt x="414782" y="91186"/>
                </a:lnTo>
                <a:lnTo>
                  <a:pt x="415290" y="96774"/>
                </a:lnTo>
                <a:lnTo>
                  <a:pt x="415290" y="155448"/>
                </a:lnTo>
                <a:lnTo>
                  <a:pt x="408305" y="162941"/>
                </a:lnTo>
                <a:lnTo>
                  <a:pt x="400939" y="166750"/>
                </a:lnTo>
                <a:lnTo>
                  <a:pt x="412738" y="166750"/>
                </a:lnTo>
                <a:lnTo>
                  <a:pt x="415290" y="164084"/>
                </a:lnTo>
                <a:lnTo>
                  <a:pt x="442722" y="164084"/>
                </a:lnTo>
                <a:lnTo>
                  <a:pt x="441071" y="163575"/>
                </a:lnTo>
                <a:lnTo>
                  <a:pt x="435864" y="69215"/>
                </a:lnTo>
                <a:lnTo>
                  <a:pt x="415290" y="69215"/>
                </a:lnTo>
                <a:lnTo>
                  <a:pt x="412958" y="67310"/>
                </a:lnTo>
                <a:close/>
              </a:path>
              <a:path w="455295" h="180975">
                <a:moveTo>
                  <a:pt x="435864" y="16510"/>
                </a:moveTo>
                <a:lnTo>
                  <a:pt x="408559" y="16510"/>
                </a:lnTo>
                <a:lnTo>
                  <a:pt x="410210" y="17018"/>
                </a:lnTo>
                <a:lnTo>
                  <a:pt x="411480" y="18161"/>
                </a:lnTo>
                <a:lnTo>
                  <a:pt x="412876" y="19177"/>
                </a:lnTo>
                <a:lnTo>
                  <a:pt x="413766" y="21209"/>
                </a:lnTo>
                <a:lnTo>
                  <a:pt x="414400" y="24257"/>
                </a:lnTo>
                <a:lnTo>
                  <a:pt x="415036" y="27178"/>
                </a:lnTo>
                <a:lnTo>
                  <a:pt x="415417" y="35179"/>
                </a:lnTo>
                <a:lnTo>
                  <a:pt x="415290" y="69215"/>
                </a:lnTo>
                <a:lnTo>
                  <a:pt x="435864" y="69215"/>
                </a:lnTo>
                <a:lnTo>
                  <a:pt x="435864" y="16510"/>
                </a:lnTo>
                <a:close/>
              </a:path>
              <a:path w="455295" h="180975">
                <a:moveTo>
                  <a:pt x="435864" y="254"/>
                </a:moveTo>
                <a:lnTo>
                  <a:pt x="430275" y="254"/>
                </a:lnTo>
                <a:lnTo>
                  <a:pt x="396367" y="14097"/>
                </a:lnTo>
                <a:lnTo>
                  <a:pt x="398018" y="18415"/>
                </a:lnTo>
                <a:lnTo>
                  <a:pt x="401574" y="17145"/>
                </a:lnTo>
                <a:lnTo>
                  <a:pt x="404368" y="16510"/>
                </a:lnTo>
                <a:lnTo>
                  <a:pt x="435864" y="16510"/>
                </a:lnTo>
                <a:lnTo>
                  <a:pt x="435864" y="254"/>
                </a:lnTo>
                <a:close/>
              </a:path>
            </a:pathLst>
          </a:custGeom>
          <a:solidFill>
            <a:srgbClr val="000000"/>
          </a:solidFill>
        </p:spPr>
        <p:txBody>
          <a:bodyPr wrap="square" lIns="0" tIns="0" rIns="0" bIns="0" rtlCol="0"/>
          <a:lstStyle/>
          <a:p>
            <a:endParaRPr/>
          </a:p>
        </p:txBody>
      </p:sp>
      <p:pic>
        <p:nvPicPr>
          <p:cNvPr id="36" name="object 36"/>
          <p:cNvPicPr/>
          <p:nvPr/>
        </p:nvPicPr>
        <p:blipFill>
          <a:blip r:embed="rId21" cstate="print"/>
          <a:stretch>
            <a:fillRect/>
          </a:stretch>
        </p:blipFill>
        <p:spPr>
          <a:xfrm>
            <a:off x="521500" y="2217420"/>
            <a:ext cx="1183956" cy="231012"/>
          </a:xfrm>
          <a:prstGeom prst="rect">
            <a:avLst/>
          </a:prstGeom>
        </p:spPr>
      </p:pic>
      <p:pic>
        <p:nvPicPr>
          <p:cNvPr id="37" name="object 37"/>
          <p:cNvPicPr/>
          <p:nvPr/>
        </p:nvPicPr>
        <p:blipFill>
          <a:blip r:embed="rId22" cstate="print"/>
          <a:stretch>
            <a:fillRect/>
          </a:stretch>
        </p:blipFill>
        <p:spPr>
          <a:xfrm>
            <a:off x="1781429" y="2277491"/>
            <a:ext cx="103377" cy="119507"/>
          </a:xfrm>
          <a:prstGeom prst="rect">
            <a:avLst/>
          </a:prstGeom>
        </p:spPr>
      </p:pic>
      <p:sp>
        <p:nvSpPr>
          <p:cNvPr id="38" name="object 38"/>
          <p:cNvSpPr/>
          <p:nvPr/>
        </p:nvSpPr>
        <p:spPr>
          <a:xfrm>
            <a:off x="1959102" y="2218308"/>
            <a:ext cx="560070" cy="180340"/>
          </a:xfrm>
          <a:custGeom>
            <a:avLst/>
            <a:gdLst/>
            <a:ahLst/>
            <a:cxnLst/>
            <a:rect l="l" t="t" r="r" b="b"/>
            <a:pathLst>
              <a:path w="560069" h="180339">
                <a:moveTo>
                  <a:pt x="100711" y="16383"/>
                </a:moveTo>
                <a:lnTo>
                  <a:pt x="98298" y="12192"/>
                </a:lnTo>
                <a:lnTo>
                  <a:pt x="94081" y="8890"/>
                </a:lnTo>
                <a:lnTo>
                  <a:pt x="93599" y="8509"/>
                </a:lnTo>
                <a:lnTo>
                  <a:pt x="87947" y="4775"/>
                </a:lnTo>
                <a:lnTo>
                  <a:pt x="82067" y="2120"/>
                </a:lnTo>
                <a:lnTo>
                  <a:pt x="75946" y="533"/>
                </a:lnTo>
                <a:lnTo>
                  <a:pt x="69596" y="0"/>
                </a:lnTo>
                <a:lnTo>
                  <a:pt x="62725" y="457"/>
                </a:lnTo>
                <a:lnTo>
                  <a:pt x="27559" y="26289"/>
                </a:lnTo>
                <a:lnTo>
                  <a:pt x="22098" y="62611"/>
                </a:lnTo>
                <a:lnTo>
                  <a:pt x="0" y="62611"/>
                </a:lnTo>
                <a:lnTo>
                  <a:pt x="0" y="71501"/>
                </a:lnTo>
                <a:lnTo>
                  <a:pt x="22098" y="71501"/>
                </a:lnTo>
                <a:lnTo>
                  <a:pt x="22009" y="127000"/>
                </a:lnTo>
                <a:lnTo>
                  <a:pt x="21882" y="155333"/>
                </a:lnTo>
                <a:lnTo>
                  <a:pt x="21463" y="159893"/>
                </a:lnTo>
                <a:lnTo>
                  <a:pt x="20447" y="162687"/>
                </a:lnTo>
                <a:lnTo>
                  <a:pt x="19431" y="165608"/>
                </a:lnTo>
                <a:lnTo>
                  <a:pt x="17526" y="167767"/>
                </a:lnTo>
                <a:lnTo>
                  <a:pt x="14732" y="169418"/>
                </a:lnTo>
                <a:lnTo>
                  <a:pt x="12065" y="171069"/>
                </a:lnTo>
                <a:lnTo>
                  <a:pt x="9017" y="171958"/>
                </a:lnTo>
                <a:lnTo>
                  <a:pt x="635" y="171958"/>
                </a:lnTo>
                <a:lnTo>
                  <a:pt x="635" y="176403"/>
                </a:lnTo>
                <a:lnTo>
                  <a:pt x="68580" y="176403"/>
                </a:lnTo>
                <a:lnTo>
                  <a:pt x="68580" y="171958"/>
                </a:lnTo>
                <a:lnTo>
                  <a:pt x="53086" y="171958"/>
                </a:lnTo>
                <a:lnTo>
                  <a:pt x="49022" y="170180"/>
                </a:lnTo>
                <a:lnTo>
                  <a:pt x="43688" y="163703"/>
                </a:lnTo>
                <a:lnTo>
                  <a:pt x="42545" y="156972"/>
                </a:lnTo>
                <a:lnTo>
                  <a:pt x="42545" y="71501"/>
                </a:lnTo>
                <a:lnTo>
                  <a:pt x="71882" y="71501"/>
                </a:lnTo>
                <a:lnTo>
                  <a:pt x="71882" y="62611"/>
                </a:lnTo>
                <a:lnTo>
                  <a:pt x="42545" y="62611"/>
                </a:lnTo>
                <a:lnTo>
                  <a:pt x="42659" y="42367"/>
                </a:lnTo>
                <a:lnTo>
                  <a:pt x="55880" y="8890"/>
                </a:lnTo>
                <a:lnTo>
                  <a:pt x="62865" y="8890"/>
                </a:lnTo>
                <a:lnTo>
                  <a:pt x="65786" y="9652"/>
                </a:lnTo>
                <a:lnTo>
                  <a:pt x="68326" y="11303"/>
                </a:lnTo>
                <a:lnTo>
                  <a:pt x="70866" y="12827"/>
                </a:lnTo>
                <a:lnTo>
                  <a:pt x="73660" y="15875"/>
                </a:lnTo>
                <a:lnTo>
                  <a:pt x="76708" y="20447"/>
                </a:lnTo>
                <a:lnTo>
                  <a:pt x="79883" y="24892"/>
                </a:lnTo>
                <a:lnTo>
                  <a:pt x="82423" y="27940"/>
                </a:lnTo>
                <a:lnTo>
                  <a:pt x="84582" y="29210"/>
                </a:lnTo>
                <a:lnTo>
                  <a:pt x="86614" y="30607"/>
                </a:lnTo>
                <a:lnTo>
                  <a:pt x="88646" y="31369"/>
                </a:lnTo>
                <a:lnTo>
                  <a:pt x="93091" y="31369"/>
                </a:lnTo>
                <a:lnTo>
                  <a:pt x="95377" y="30226"/>
                </a:lnTo>
                <a:lnTo>
                  <a:pt x="97650" y="27940"/>
                </a:lnTo>
                <a:lnTo>
                  <a:pt x="99695" y="25781"/>
                </a:lnTo>
                <a:lnTo>
                  <a:pt x="100711" y="23495"/>
                </a:lnTo>
                <a:lnTo>
                  <a:pt x="100711" y="16383"/>
                </a:lnTo>
                <a:close/>
              </a:path>
              <a:path w="560069" h="180339">
                <a:moveTo>
                  <a:pt x="193929" y="117475"/>
                </a:moveTo>
                <a:lnTo>
                  <a:pt x="180594" y="78994"/>
                </a:lnTo>
                <a:lnTo>
                  <a:pt x="170688" y="69494"/>
                </a:lnTo>
                <a:lnTo>
                  <a:pt x="170688" y="127000"/>
                </a:lnTo>
                <a:lnTo>
                  <a:pt x="170205" y="138277"/>
                </a:lnTo>
                <a:lnTo>
                  <a:pt x="151003" y="171196"/>
                </a:lnTo>
                <a:lnTo>
                  <a:pt x="143002" y="171196"/>
                </a:lnTo>
                <a:lnTo>
                  <a:pt x="112623" y="143687"/>
                </a:lnTo>
                <a:lnTo>
                  <a:pt x="107302" y="112852"/>
                </a:lnTo>
                <a:lnTo>
                  <a:pt x="107429" y="102882"/>
                </a:lnTo>
                <a:lnTo>
                  <a:pt x="126492" y="68707"/>
                </a:lnTo>
                <a:lnTo>
                  <a:pt x="130810" y="67437"/>
                </a:lnTo>
                <a:lnTo>
                  <a:pt x="135255" y="67437"/>
                </a:lnTo>
                <a:lnTo>
                  <a:pt x="167487" y="99949"/>
                </a:lnTo>
                <a:lnTo>
                  <a:pt x="170688" y="127000"/>
                </a:lnTo>
                <a:lnTo>
                  <a:pt x="170688" y="69494"/>
                </a:lnTo>
                <a:lnTo>
                  <a:pt x="167449" y="67437"/>
                </a:lnTo>
                <a:lnTo>
                  <a:pt x="162394" y="64249"/>
                </a:lnTo>
                <a:lnTo>
                  <a:pt x="151371" y="60553"/>
                </a:lnTo>
                <a:lnTo>
                  <a:pt x="139065" y="59309"/>
                </a:lnTo>
                <a:lnTo>
                  <a:pt x="132080" y="59766"/>
                </a:lnTo>
                <a:lnTo>
                  <a:pt x="96012" y="82321"/>
                </a:lnTo>
                <a:lnTo>
                  <a:pt x="84061" y="122212"/>
                </a:lnTo>
                <a:lnTo>
                  <a:pt x="84747" y="131152"/>
                </a:lnTo>
                <a:lnTo>
                  <a:pt x="105029" y="168389"/>
                </a:lnTo>
                <a:lnTo>
                  <a:pt x="137668" y="179959"/>
                </a:lnTo>
                <a:lnTo>
                  <a:pt x="145376" y="179463"/>
                </a:lnTo>
                <a:lnTo>
                  <a:pt x="152717" y="177977"/>
                </a:lnTo>
                <a:lnTo>
                  <a:pt x="159664" y="175514"/>
                </a:lnTo>
                <a:lnTo>
                  <a:pt x="166243" y="172085"/>
                </a:lnTo>
                <a:lnTo>
                  <a:pt x="167449" y="171196"/>
                </a:lnTo>
                <a:lnTo>
                  <a:pt x="172364" y="167614"/>
                </a:lnTo>
                <a:lnTo>
                  <a:pt x="191998" y="132880"/>
                </a:lnTo>
                <a:lnTo>
                  <a:pt x="193395" y="125145"/>
                </a:lnTo>
                <a:lnTo>
                  <a:pt x="193929" y="117475"/>
                </a:lnTo>
                <a:close/>
              </a:path>
              <a:path w="560069" h="180339">
                <a:moveTo>
                  <a:pt x="289814" y="69596"/>
                </a:moveTo>
                <a:lnTo>
                  <a:pt x="288417" y="66294"/>
                </a:lnTo>
                <a:lnTo>
                  <a:pt x="282448" y="60833"/>
                </a:lnTo>
                <a:lnTo>
                  <a:pt x="278638" y="59436"/>
                </a:lnTo>
                <a:lnTo>
                  <a:pt x="274066" y="59436"/>
                </a:lnTo>
                <a:lnTo>
                  <a:pt x="266585" y="61036"/>
                </a:lnTo>
                <a:lnTo>
                  <a:pt x="259207" y="65824"/>
                </a:lnTo>
                <a:lnTo>
                  <a:pt x="251917" y="73799"/>
                </a:lnTo>
                <a:lnTo>
                  <a:pt x="244729" y="84963"/>
                </a:lnTo>
                <a:lnTo>
                  <a:pt x="244729" y="75819"/>
                </a:lnTo>
                <a:lnTo>
                  <a:pt x="244729" y="59309"/>
                </a:lnTo>
                <a:lnTo>
                  <a:pt x="239522" y="59309"/>
                </a:lnTo>
                <a:lnTo>
                  <a:pt x="205105" y="73279"/>
                </a:lnTo>
                <a:lnTo>
                  <a:pt x="206375" y="77724"/>
                </a:lnTo>
                <a:lnTo>
                  <a:pt x="209550" y="76454"/>
                </a:lnTo>
                <a:lnTo>
                  <a:pt x="212471" y="75819"/>
                </a:lnTo>
                <a:lnTo>
                  <a:pt x="217170" y="75819"/>
                </a:lnTo>
                <a:lnTo>
                  <a:pt x="218948" y="76454"/>
                </a:lnTo>
                <a:lnTo>
                  <a:pt x="224282" y="93599"/>
                </a:lnTo>
                <a:lnTo>
                  <a:pt x="224155" y="106807"/>
                </a:lnTo>
                <a:lnTo>
                  <a:pt x="224028" y="161544"/>
                </a:lnTo>
                <a:lnTo>
                  <a:pt x="223520" y="162941"/>
                </a:lnTo>
                <a:lnTo>
                  <a:pt x="222758" y="165862"/>
                </a:lnTo>
                <a:lnTo>
                  <a:pt x="221234" y="168021"/>
                </a:lnTo>
                <a:lnTo>
                  <a:pt x="219202" y="169291"/>
                </a:lnTo>
                <a:lnTo>
                  <a:pt x="216408" y="171196"/>
                </a:lnTo>
                <a:lnTo>
                  <a:pt x="212090" y="172085"/>
                </a:lnTo>
                <a:lnTo>
                  <a:pt x="206248" y="172085"/>
                </a:lnTo>
                <a:lnTo>
                  <a:pt x="206248" y="176530"/>
                </a:lnTo>
                <a:lnTo>
                  <a:pt x="264541" y="176530"/>
                </a:lnTo>
                <a:lnTo>
                  <a:pt x="264541" y="172085"/>
                </a:lnTo>
                <a:lnTo>
                  <a:pt x="259461" y="172085"/>
                </a:lnTo>
                <a:lnTo>
                  <a:pt x="255524" y="171323"/>
                </a:lnTo>
                <a:lnTo>
                  <a:pt x="252730" y="169799"/>
                </a:lnTo>
                <a:lnTo>
                  <a:pt x="250063" y="168402"/>
                </a:lnTo>
                <a:lnTo>
                  <a:pt x="248158" y="166497"/>
                </a:lnTo>
                <a:lnTo>
                  <a:pt x="247015" y="164211"/>
                </a:lnTo>
                <a:lnTo>
                  <a:pt x="245491" y="161036"/>
                </a:lnTo>
                <a:lnTo>
                  <a:pt x="244729" y="156210"/>
                </a:lnTo>
                <a:lnTo>
                  <a:pt x="244729" y="95377"/>
                </a:lnTo>
                <a:lnTo>
                  <a:pt x="259588" y="76200"/>
                </a:lnTo>
                <a:lnTo>
                  <a:pt x="262890" y="76200"/>
                </a:lnTo>
                <a:lnTo>
                  <a:pt x="265557" y="77597"/>
                </a:lnTo>
                <a:lnTo>
                  <a:pt x="272796" y="83312"/>
                </a:lnTo>
                <a:lnTo>
                  <a:pt x="275971" y="84709"/>
                </a:lnTo>
                <a:lnTo>
                  <a:pt x="281940" y="84709"/>
                </a:lnTo>
                <a:lnTo>
                  <a:pt x="284480" y="83566"/>
                </a:lnTo>
                <a:lnTo>
                  <a:pt x="286639" y="81407"/>
                </a:lnTo>
                <a:lnTo>
                  <a:pt x="288798" y="79121"/>
                </a:lnTo>
                <a:lnTo>
                  <a:pt x="289814" y="76454"/>
                </a:lnTo>
                <a:lnTo>
                  <a:pt x="289814" y="76200"/>
                </a:lnTo>
                <a:lnTo>
                  <a:pt x="289814" y="69596"/>
                </a:lnTo>
                <a:close/>
              </a:path>
              <a:path w="560069" h="180339">
                <a:moveTo>
                  <a:pt x="393446" y="133350"/>
                </a:moveTo>
                <a:lnTo>
                  <a:pt x="389763" y="131699"/>
                </a:lnTo>
                <a:lnTo>
                  <a:pt x="385445" y="141732"/>
                </a:lnTo>
                <a:lnTo>
                  <a:pt x="381127" y="148590"/>
                </a:lnTo>
                <a:lnTo>
                  <a:pt x="376555" y="152400"/>
                </a:lnTo>
                <a:lnTo>
                  <a:pt x="370078" y="157988"/>
                </a:lnTo>
                <a:lnTo>
                  <a:pt x="362712" y="160782"/>
                </a:lnTo>
                <a:lnTo>
                  <a:pt x="354584" y="160782"/>
                </a:lnTo>
                <a:lnTo>
                  <a:pt x="346532" y="159740"/>
                </a:lnTo>
                <a:lnTo>
                  <a:pt x="320116" y="128320"/>
                </a:lnTo>
                <a:lnTo>
                  <a:pt x="317627" y="109093"/>
                </a:lnTo>
                <a:lnTo>
                  <a:pt x="318262" y="99593"/>
                </a:lnTo>
                <a:lnTo>
                  <a:pt x="339471" y="67818"/>
                </a:lnTo>
                <a:lnTo>
                  <a:pt x="352806" y="67818"/>
                </a:lnTo>
                <a:lnTo>
                  <a:pt x="365252" y="87630"/>
                </a:lnTo>
                <a:lnTo>
                  <a:pt x="366141" y="90932"/>
                </a:lnTo>
                <a:lnTo>
                  <a:pt x="367538" y="92583"/>
                </a:lnTo>
                <a:lnTo>
                  <a:pt x="370078" y="95758"/>
                </a:lnTo>
                <a:lnTo>
                  <a:pt x="373761" y="97409"/>
                </a:lnTo>
                <a:lnTo>
                  <a:pt x="382270" y="97409"/>
                </a:lnTo>
                <a:lnTo>
                  <a:pt x="385191" y="96393"/>
                </a:lnTo>
                <a:lnTo>
                  <a:pt x="387223" y="94488"/>
                </a:lnTo>
                <a:lnTo>
                  <a:pt x="389255" y="92456"/>
                </a:lnTo>
                <a:lnTo>
                  <a:pt x="390271" y="89916"/>
                </a:lnTo>
                <a:lnTo>
                  <a:pt x="390271" y="80391"/>
                </a:lnTo>
                <a:lnTo>
                  <a:pt x="386588" y="74295"/>
                </a:lnTo>
                <a:lnTo>
                  <a:pt x="379476" y="68326"/>
                </a:lnTo>
                <a:lnTo>
                  <a:pt x="378714" y="67818"/>
                </a:lnTo>
                <a:lnTo>
                  <a:pt x="373659" y="64427"/>
                </a:lnTo>
                <a:lnTo>
                  <a:pt x="367106" y="61645"/>
                </a:lnTo>
                <a:lnTo>
                  <a:pt x="359803" y="59994"/>
                </a:lnTo>
                <a:lnTo>
                  <a:pt x="351790" y="59436"/>
                </a:lnTo>
                <a:lnTo>
                  <a:pt x="341020" y="60490"/>
                </a:lnTo>
                <a:lnTo>
                  <a:pt x="306501" y="85204"/>
                </a:lnTo>
                <a:lnTo>
                  <a:pt x="297434" y="119761"/>
                </a:lnTo>
                <a:lnTo>
                  <a:pt x="298335" y="132943"/>
                </a:lnTo>
                <a:lnTo>
                  <a:pt x="319379" y="170929"/>
                </a:lnTo>
                <a:lnTo>
                  <a:pt x="345694" y="180086"/>
                </a:lnTo>
                <a:lnTo>
                  <a:pt x="353618" y="179336"/>
                </a:lnTo>
                <a:lnTo>
                  <a:pt x="381876" y="160782"/>
                </a:lnTo>
                <a:lnTo>
                  <a:pt x="386613" y="153314"/>
                </a:lnTo>
                <a:lnTo>
                  <a:pt x="390588" y="144005"/>
                </a:lnTo>
                <a:lnTo>
                  <a:pt x="393446" y="133350"/>
                </a:lnTo>
                <a:close/>
              </a:path>
              <a:path w="560069" h="180339">
                <a:moveTo>
                  <a:pt x="507365" y="105791"/>
                </a:moveTo>
                <a:lnTo>
                  <a:pt x="507352" y="105664"/>
                </a:lnTo>
                <a:lnTo>
                  <a:pt x="506806" y="98552"/>
                </a:lnTo>
                <a:lnTo>
                  <a:pt x="506590" y="95745"/>
                </a:lnTo>
                <a:lnTo>
                  <a:pt x="481330" y="62725"/>
                </a:lnTo>
                <a:lnTo>
                  <a:pt x="481330" y="98552"/>
                </a:lnTo>
                <a:lnTo>
                  <a:pt x="428625" y="98552"/>
                </a:lnTo>
                <a:lnTo>
                  <a:pt x="449834" y="68199"/>
                </a:lnTo>
                <a:lnTo>
                  <a:pt x="461137" y="68199"/>
                </a:lnTo>
                <a:lnTo>
                  <a:pt x="481330" y="98552"/>
                </a:lnTo>
                <a:lnTo>
                  <a:pt x="481330" y="62725"/>
                </a:lnTo>
                <a:lnTo>
                  <a:pt x="481076" y="62585"/>
                </a:lnTo>
                <a:lnTo>
                  <a:pt x="472782" y="60223"/>
                </a:lnTo>
                <a:lnTo>
                  <a:pt x="463677" y="59436"/>
                </a:lnTo>
                <a:lnTo>
                  <a:pt x="452818" y="60452"/>
                </a:lnTo>
                <a:lnTo>
                  <a:pt x="419430" y="84683"/>
                </a:lnTo>
                <a:lnTo>
                  <a:pt x="410972" y="121285"/>
                </a:lnTo>
                <a:lnTo>
                  <a:pt x="411873" y="134048"/>
                </a:lnTo>
                <a:lnTo>
                  <a:pt x="433260" y="171221"/>
                </a:lnTo>
                <a:lnTo>
                  <a:pt x="460629" y="180213"/>
                </a:lnTo>
                <a:lnTo>
                  <a:pt x="469722" y="179336"/>
                </a:lnTo>
                <a:lnTo>
                  <a:pt x="502221" y="151472"/>
                </a:lnTo>
                <a:lnTo>
                  <a:pt x="507365" y="135255"/>
                </a:lnTo>
                <a:lnTo>
                  <a:pt x="503428" y="132715"/>
                </a:lnTo>
                <a:lnTo>
                  <a:pt x="499745" y="142621"/>
                </a:lnTo>
                <a:lnTo>
                  <a:pt x="495046" y="149733"/>
                </a:lnTo>
                <a:lnTo>
                  <a:pt x="484124" y="157861"/>
                </a:lnTo>
                <a:lnTo>
                  <a:pt x="477647" y="159893"/>
                </a:lnTo>
                <a:lnTo>
                  <a:pt x="470154" y="159893"/>
                </a:lnTo>
                <a:lnTo>
                  <a:pt x="435533" y="137642"/>
                </a:lnTo>
                <a:lnTo>
                  <a:pt x="428625" y="105664"/>
                </a:lnTo>
                <a:lnTo>
                  <a:pt x="507365" y="105791"/>
                </a:lnTo>
                <a:close/>
              </a:path>
              <a:path w="560069" h="180339">
                <a:moveTo>
                  <a:pt x="559943" y="162687"/>
                </a:moveTo>
                <a:lnTo>
                  <a:pt x="558546" y="159385"/>
                </a:lnTo>
                <a:lnTo>
                  <a:pt x="556006" y="156718"/>
                </a:lnTo>
                <a:lnTo>
                  <a:pt x="553339" y="154051"/>
                </a:lnTo>
                <a:lnTo>
                  <a:pt x="550037" y="152654"/>
                </a:lnTo>
                <a:lnTo>
                  <a:pt x="546100" y="152654"/>
                </a:lnTo>
                <a:lnTo>
                  <a:pt x="542290" y="152654"/>
                </a:lnTo>
                <a:lnTo>
                  <a:pt x="539115" y="153924"/>
                </a:lnTo>
                <a:lnTo>
                  <a:pt x="536321" y="156591"/>
                </a:lnTo>
                <a:lnTo>
                  <a:pt x="533654" y="159258"/>
                </a:lnTo>
                <a:lnTo>
                  <a:pt x="532384" y="162560"/>
                </a:lnTo>
                <a:lnTo>
                  <a:pt x="532384" y="170180"/>
                </a:lnTo>
                <a:lnTo>
                  <a:pt x="533654" y="173482"/>
                </a:lnTo>
                <a:lnTo>
                  <a:pt x="539115" y="178943"/>
                </a:lnTo>
                <a:lnTo>
                  <a:pt x="542290" y="180213"/>
                </a:lnTo>
                <a:lnTo>
                  <a:pt x="549910" y="180213"/>
                </a:lnTo>
                <a:lnTo>
                  <a:pt x="553212" y="178943"/>
                </a:lnTo>
                <a:lnTo>
                  <a:pt x="555879" y="176149"/>
                </a:lnTo>
                <a:lnTo>
                  <a:pt x="558546" y="173482"/>
                </a:lnTo>
                <a:lnTo>
                  <a:pt x="559943" y="170307"/>
                </a:lnTo>
                <a:lnTo>
                  <a:pt x="559943" y="162687"/>
                </a:lnTo>
                <a:close/>
              </a:path>
            </a:pathLst>
          </a:custGeom>
          <a:solidFill>
            <a:srgbClr val="000000"/>
          </a:solidFill>
        </p:spPr>
        <p:txBody>
          <a:bodyPr wrap="square" lIns="0" tIns="0" rIns="0" bIns="0" rtlCol="0"/>
          <a:lstStyle/>
          <a:p>
            <a:endParaRPr/>
          </a:p>
        </p:txBody>
      </p:sp>
      <p:pic>
        <p:nvPicPr>
          <p:cNvPr id="41" name="object 41"/>
          <p:cNvPicPr/>
          <p:nvPr/>
        </p:nvPicPr>
        <p:blipFill>
          <a:blip r:embed="rId23" cstate="print"/>
          <a:stretch>
            <a:fillRect/>
          </a:stretch>
        </p:blipFill>
        <p:spPr>
          <a:xfrm>
            <a:off x="515366" y="3802253"/>
            <a:ext cx="1366392" cy="231902"/>
          </a:xfrm>
          <a:prstGeom prst="rect">
            <a:avLst/>
          </a:prstGeom>
        </p:spPr>
      </p:pic>
      <p:pic>
        <p:nvPicPr>
          <p:cNvPr id="42" name="object 42"/>
          <p:cNvPicPr/>
          <p:nvPr/>
        </p:nvPicPr>
        <p:blipFill>
          <a:blip r:embed="rId24" cstate="print"/>
          <a:stretch>
            <a:fillRect/>
          </a:stretch>
        </p:blipFill>
        <p:spPr>
          <a:xfrm>
            <a:off x="1981200" y="3803015"/>
            <a:ext cx="849476" cy="180721"/>
          </a:xfrm>
          <a:prstGeom prst="rect">
            <a:avLst/>
          </a:prstGeom>
        </p:spPr>
      </p:pic>
      <p:sp>
        <p:nvSpPr>
          <p:cNvPr id="43" name="object 43"/>
          <p:cNvSpPr/>
          <p:nvPr/>
        </p:nvSpPr>
        <p:spPr>
          <a:xfrm>
            <a:off x="2943225" y="3863085"/>
            <a:ext cx="293370" cy="121285"/>
          </a:xfrm>
          <a:custGeom>
            <a:avLst/>
            <a:gdLst/>
            <a:ahLst/>
            <a:cxnLst/>
            <a:rect l="l" t="t" r="r" b="b"/>
            <a:pathLst>
              <a:path w="293369" h="121285">
                <a:moveTo>
                  <a:pt x="75571" y="7619"/>
                </a:moveTo>
                <a:lnTo>
                  <a:pt x="49275" y="7619"/>
                </a:lnTo>
                <a:lnTo>
                  <a:pt x="54482" y="9778"/>
                </a:lnTo>
                <a:lnTo>
                  <a:pt x="61594" y="18161"/>
                </a:lnTo>
                <a:lnTo>
                  <a:pt x="63500" y="26034"/>
                </a:lnTo>
                <a:lnTo>
                  <a:pt x="63500" y="41782"/>
                </a:lnTo>
                <a:lnTo>
                  <a:pt x="49859" y="46924"/>
                </a:lnTo>
                <a:lnTo>
                  <a:pt x="38290" y="51673"/>
                </a:lnTo>
                <a:lnTo>
                  <a:pt x="3810" y="75818"/>
                </a:lnTo>
                <a:lnTo>
                  <a:pt x="1269" y="79882"/>
                </a:lnTo>
                <a:lnTo>
                  <a:pt x="0" y="84708"/>
                </a:lnTo>
                <a:lnTo>
                  <a:pt x="0" y="99059"/>
                </a:lnTo>
                <a:lnTo>
                  <a:pt x="2539" y="106171"/>
                </a:lnTo>
                <a:lnTo>
                  <a:pt x="12700" y="116839"/>
                </a:lnTo>
                <a:lnTo>
                  <a:pt x="19176" y="119633"/>
                </a:lnTo>
                <a:lnTo>
                  <a:pt x="32131" y="119633"/>
                </a:lnTo>
                <a:lnTo>
                  <a:pt x="57696" y="105156"/>
                </a:lnTo>
                <a:lnTo>
                  <a:pt x="33908" y="105156"/>
                </a:lnTo>
                <a:lnTo>
                  <a:pt x="29844" y="103250"/>
                </a:lnTo>
                <a:lnTo>
                  <a:pt x="22732" y="95376"/>
                </a:lnTo>
                <a:lnTo>
                  <a:pt x="20955" y="90424"/>
                </a:lnTo>
                <a:lnTo>
                  <a:pt x="20955" y="79756"/>
                </a:lnTo>
                <a:lnTo>
                  <a:pt x="54905" y="52853"/>
                </a:lnTo>
                <a:lnTo>
                  <a:pt x="63500" y="49402"/>
                </a:lnTo>
                <a:lnTo>
                  <a:pt x="83947" y="49402"/>
                </a:lnTo>
                <a:lnTo>
                  <a:pt x="83947" y="28066"/>
                </a:lnTo>
                <a:lnTo>
                  <a:pt x="83185" y="20827"/>
                </a:lnTo>
                <a:lnTo>
                  <a:pt x="81787" y="17271"/>
                </a:lnTo>
                <a:lnTo>
                  <a:pt x="79375" y="11811"/>
                </a:lnTo>
                <a:lnTo>
                  <a:pt x="75818" y="7746"/>
                </a:lnTo>
                <a:lnTo>
                  <a:pt x="75571" y="7619"/>
                </a:lnTo>
                <a:close/>
              </a:path>
              <a:path w="293369" h="121285">
                <a:moveTo>
                  <a:pt x="85227" y="100837"/>
                </a:moveTo>
                <a:lnTo>
                  <a:pt x="63373" y="100837"/>
                </a:lnTo>
                <a:lnTo>
                  <a:pt x="63500" y="107695"/>
                </a:lnTo>
                <a:lnTo>
                  <a:pt x="64769" y="112394"/>
                </a:lnTo>
                <a:lnTo>
                  <a:pt x="69468" y="118109"/>
                </a:lnTo>
                <a:lnTo>
                  <a:pt x="72770" y="119506"/>
                </a:lnTo>
                <a:lnTo>
                  <a:pt x="76835" y="119506"/>
                </a:lnTo>
                <a:lnTo>
                  <a:pt x="83214" y="118340"/>
                </a:lnTo>
                <a:lnTo>
                  <a:pt x="89773" y="114839"/>
                </a:lnTo>
                <a:lnTo>
                  <a:pt x="96498" y="109005"/>
                </a:lnTo>
                <a:lnTo>
                  <a:pt x="100810" y="103886"/>
                </a:lnTo>
                <a:lnTo>
                  <a:pt x="88645" y="103886"/>
                </a:lnTo>
                <a:lnTo>
                  <a:pt x="87502" y="103377"/>
                </a:lnTo>
                <a:lnTo>
                  <a:pt x="85598" y="101726"/>
                </a:lnTo>
                <a:lnTo>
                  <a:pt x="85227" y="100837"/>
                </a:lnTo>
                <a:close/>
              </a:path>
              <a:path w="293369" h="121285">
                <a:moveTo>
                  <a:pt x="83947" y="49402"/>
                </a:moveTo>
                <a:lnTo>
                  <a:pt x="63500" y="49402"/>
                </a:lnTo>
                <a:lnTo>
                  <a:pt x="63373" y="92837"/>
                </a:lnTo>
                <a:lnTo>
                  <a:pt x="56038" y="98244"/>
                </a:lnTo>
                <a:lnTo>
                  <a:pt x="49466" y="102092"/>
                </a:lnTo>
                <a:lnTo>
                  <a:pt x="43656" y="104392"/>
                </a:lnTo>
                <a:lnTo>
                  <a:pt x="38607" y="105156"/>
                </a:lnTo>
                <a:lnTo>
                  <a:pt x="57696" y="105156"/>
                </a:lnTo>
                <a:lnTo>
                  <a:pt x="63373" y="100837"/>
                </a:lnTo>
                <a:lnTo>
                  <a:pt x="85227" y="100837"/>
                </a:lnTo>
                <a:lnTo>
                  <a:pt x="84962" y="100202"/>
                </a:lnTo>
                <a:lnTo>
                  <a:pt x="84581" y="97662"/>
                </a:lnTo>
                <a:lnTo>
                  <a:pt x="84100" y="95376"/>
                </a:lnTo>
                <a:lnTo>
                  <a:pt x="83981" y="90424"/>
                </a:lnTo>
                <a:lnTo>
                  <a:pt x="83947" y="49402"/>
                </a:lnTo>
                <a:close/>
              </a:path>
              <a:path w="293369" h="121285">
                <a:moveTo>
                  <a:pt x="103377" y="93980"/>
                </a:moveTo>
                <a:lnTo>
                  <a:pt x="91186" y="103886"/>
                </a:lnTo>
                <a:lnTo>
                  <a:pt x="100810" y="103886"/>
                </a:lnTo>
                <a:lnTo>
                  <a:pt x="103377" y="100837"/>
                </a:lnTo>
                <a:lnTo>
                  <a:pt x="103377" y="93980"/>
                </a:lnTo>
                <a:close/>
              </a:path>
              <a:path w="293369" h="121285">
                <a:moveTo>
                  <a:pt x="56133" y="0"/>
                </a:moveTo>
                <a:lnTo>
                  <a:pt x="46100" y="0"/>
                </a:lnTo>
                <a:lnTo>
                  <a:pt x="36744" y="569"/>
                </a:lnTo>
                <a:lnTo>
                  <a:pt x="4444" y="21462"/>
                </a:lnTo>
                <a:lnTo>
                  <a:pt x="4483" y="32512"/>
                </a:lnTo>
                <a:lnTo>
                  <a:pt x="5333" y="35306"/>
                </a:lnTo>
                <a:lnTo>
                  <a:pt x="7366" y="37464"/>
                </a:lnTo>
                <a:lnTo>
                  <a:pt x="9270" y="39624"/>
                </a:lnTo>
                <a:lnTo>
                  <a:pt x="11811" y="40639"/>
                </a:lnTo>
                <a:lnTo>
                  <a:pt x="18033" y="40639"/>
                </a:lnTo>
                <a:lnTo>
                  <a:pt x="20574" y="39624"/>
                </a:lnTo>
                <a:lnTo>
                  <a:pt x="24383" y="35559"/>
                </a:lnTo>
                <a:lnTo>
                  <a:pt x="25400" y="32512"/>
                </a:lnTo>
                <a:lnTo>
                  <a:pt x="25304" y="26034"/>
                </a:lnTo>
                <a:lnTo>
                  <a:pt x="25145" y="21589"/>
                </a:lnTo>
                <a:lnTo>
                  <a:pt x="25145" y="17906"/>
                </a:lnTo>
                <a:lnTo>
                  <a:pt x="26797" y="14605"/>
                </a:lnTo>
                <a:lnTo>
                  <a:pt x="29972" y="11811"/>
                </a:lnTo>
                <a:lnTo>
                  <a:pt x="33019" y="9016"/>
                </a:lnTo>
                <a:lnTo>
                  <a:pt x="37083" y="7619"/>
                </a:lnTo>
                <a:lnTo>
                  <a:pt x="75571" y="7619"/>
                </a:lnTo>
                <a:lnTo>
                  <a:pt x="70866" y="5206"/>
                </a:lnTo>
                <a:lnTo>
                  <a:pt x="64516" y="1777"/>
                </a:lnTo>
                <a:lnTo>
                  <a:pt x="56133" y="0"/>
                </a:lnTo>
                <a:close/>
              </a:path>
              <a:path w="293369" h="121285">
                <a:moveTo>
                  <a:pt x="143510" y="16637"/>
                </a:moveTo>
                <a:lnTo>
                  <a:pt x="115950" y="16637"/>
                </a:lnTo>
                <a:lnTo>
                  <a:pt x="117729" y="17271"/>
                </a:lnTo>
                <a:lnTo>
                  <a:pt x="119252" y="18414"/>
                </a:lnTo>
                <a:lnTo>
                  <a:pt x="120650" y="19557"/>
                </a:lnTo>
                <a:lnTo>
                  <a:pt x="121666" y="21336"/>
                </a:lnTo>
                <a:lnTo>
                  <a:pt x="122681" y="26415"/>
                </a:lnTo>
                <a:lnTo>
                  <a:pt x="123062" y="34289"/>
                </a:lnTo>
                <a:lnTo>
                  <a:pt x="122936" y="47625"/>
                </a:lnTo>
                <a:lnTo>
                  <a:pt x="122828" y="101726"/>
                </a:lnTo>
                <a:lnTo>
                  <a:pt x="122808" y="102362"/>
                </a:lnTo>
                <a:lnTo>
                  <a:pt x="122300" y="103758"/>
                </a:lnTo>
                <a:lnTo>
                  <a:pt x="121538" y="106680"/>
                </a:lnTo>
                <a:lnTo>
                  <a:pt x="120014" y="108712"/>
                </a:lnTo>
                <a:lnTo>
                  <a:pt x="117982" y="110108"/>
                </a:lnTo>
                <a:lnTo>
                  <a:pt x="115188" y="111887"/>
                </a:lnTo>
                <a:lnTo>
                  <a:pt x="110870" y="112775"/>
                </a:lnTo>
                <a:lnTo>
                  <a:pt x="105029" y="112775"/>
                </a:lnTo>
                <a:lnTo>
                  <a:pt x="105029" y="117220"/>
                </a:lnTo>
                <a:lnTo>
                  <a:pt x="163322" y="117347"/>
                </a:lnTo>
                <a:lnTo>
                  <a:pt x="163322" y="112902"/>
                </a:lnTo>
                <a:lnTo>
                  <a:pt x="158242" y="112902"/>
                </a:lnTo>
                <a:lnTo>
                  <a:pt x="154305" y="112140"/>
                </a:lnTo>
                <a:lnTo>
                  <a:pt x="143510" y="97027"/>
                </a:lnTo>
                <a:lnTo>
                  <a:pt x="143510" y="36194"/>
                </a:lnTo>
                <a:lnTo>
                  <a:pt x="147447" y="28320"/>
                </a:lnTo>
                <a:lnTo>
                  <a:pt x="149236" y="25781"/>
                </a:lnTo>
                <a:lnTo>
                  <a:pt x="143510" y="25781"/>
                </a:lnTo>
                <a:lnTo>
                  <a:pt x="143510" y="16637"/>
                </a:lnTo>
                <a:close/>
              </a:path>
              <a:path w="293369" h="121285">
                <a:moveTo>
                  <a:pt x="177419" y="126"/>
                </a:moveTo>
                <a:lnTo>
                  <a:pt x="172847" y="126"/>
                </a:lnTo>
                <a:lnTo>
                  <a:pt x="165369" y="1724"/>
                </a:lnTo>
                <a:lnTo>
                  <a:pt x="157987" y="6524"/>
                </a:lnTo>
                <a:lnTo>
                  <a:pt x="150701" y="14539"/>
                </a:lnTo>
                <a:lnTo>
                  <a:pt x="143510" y="25781"/>
                </a:lnTo>
                <a:lnTo>
                  <a:pt x="149236" y="25781"/>
                </a:lnTo>
                <a:lnTo>
                  <a:pt x="151383" y="22732"/>
                </a:lnTo>
                <a:lnTo>
                  <a:pt x="155067" y="19431"/>
                </a:lnTo>
                <a:lnTo>
                  <a:pt x="156844" y="17780"/>
                </a:lnTo>
                <a:lnTo>
                  <a:pt x="158369" y="16890"/>
                </a:lnTo>
                <a:lnTo>
                  <a:pt x="188594" y="16890"/>
                </a:lnTo>
                <a:lnTo>
                  <a:pt x="188594" y="10287"/>
                </a:lnTo>
                <a:lnTo>
                  <a:pt x="187198" y="7112"/>
                </a:lnTo>
                <a:lnTo>
                  <a:pt x="184150" y="4318"/>
                </a:lnTo>
                <a:lnTo>
                  <a:pt x="181229" y="1524"/>
                </a:lnTo>
                <a:lnTo>
                  <a:pt x="177419" y="126"/>
                </a:lnTo>
                <a:close/>
              </a:path>
              <a:path w="293369" h="121285">
                <a:moveTo>
                  <a:pt x="188594" y="16890"/>
                </a:moveTo>
                <a:lnTo>
                  <a:pt x="161670" y="16890"/>
                </a:lnTo>
                <a:lnTo>
                  <a:pt x="164337" y="18287"/>
                </a:lnTo>
                <a:lnTo>
                  <a:pt x="167894" y="21208"/>
                </a:lnTo>
                <a:lnTo>
                  <a:pt x="171576" y="24002"/>
                </a:lnTo>
                <a:lnTo>
                  <a:pt x="174751" y="25526"/>
                </a:lnTo>
                <a:lnTo>
                  <a:pt x="180720" y="25526"/>
                </a:lnTo>
                <a:lnTo>
                  <a:pt x="183261" y="24383"/>
                </a:lnTo>
                <a:lnTo>
                  <a:pt x="185419" y="22097"/>
                </a:lnTo>
                <a:lnTo>
                  <a:pt x="187579" y="19938"/>
                </a:lnTo>
                <a:lnTo>
                  <a:pt x="188548" y="17271"/>
                </a:lnTo>
                <a:lnTo>
                  <a:pt x="188594" y="16890"/>
                </a:lnTo>
                <a:close/>
              </a:path>
              <a:path w="293369" h="121285">
                <a:moveTo>
                  <a:pt x="143510" y="126"/>
                </a:moveTo>
                <a:lnTo>
                  <a:pt x="138302" y="126"/>
                </a:lnTo>
                <a:lnTo>
                  <a:pt x="103886" y="13969"/>
                </a:lnTo>
                <a:lnTo>
                  <a:pt x="105156" y="18541"/>
                </a:lnTo>
                <a:lnTo>
                  <a:pt x="108331" y="17271"/>
                </a:lnTo>
                <a:lnTo>
                  <a:pt x="111251" y="16637"/>
                </a:lnTo>
                <a:lnTo>
                  <a:pt x="143510" y="16637"/>
                </a:lnTo>
                <a:lnTo>
                  <a:pt x="143510" y="126"/>
                </a:lnTo>
                <a:close/>
              </a:path>
              <a:path w="293369" h="121285">
                <a:moveTo>
                  <a:pt x="249681" y="0"/>
                </a:moveTo>
                <a:lnTo>
                  <a:pt x="211962" y="16382"/>
                </a:lnTo>
                <a:lnTo>
                  <a:pt x="196976" y="61975"/>
                </a:lnTo>
                <a:lnTo>
                  <a:pt x="197901" y="74737"/>
                </a:lnTo>
                <a:lnTo>
                  <a:pt x="219273" y="111902"/>
                </a:lnTo>
                <a:lnTo>
                  <a:pt x="246633" y="120903"/>
                </a:lnTo>
                <a:lnTo>
                  <a:pt x="255734" y="120024"/>
                </a:lnTo>
                <a:lnTo>
                  <a:pt x="264001" y="117395"/>
                </a:lnTo>
                <a:lnTo>
                  <a:pt x="271458" y="113028"/>
                </a:lnTo>
                <a:lnTo>
                  <a:pt x="278130" y="106933"/>
                </a:lnTo>
                <a:lnTo>
                  <a:pt x="283116" y="100583"/>
                </a:lnTo>
                <a:lnTo>
                  <a:pt x="256158" y="100583"/>
                </a:lnTo>
                <a:lnTo>
                  <a:pt x="248040" y="99679"/>
                </a:lnTo>
                <a:lnTo>
                  <a:pt x="217693" y="68992"/>
                </a:lnTo>
                <a:lnTo>
                  <a:pt x="214630" y="46355"/>
                </a:lnTo>
                <a:lnTo>
                  <a:pt x="293360" y="46355"/>
                </a:lnTo>
                <a:lnTo>
                  <a:pt x="292819" y="39243"/>
                </a:lnTo>
                <a:lnTo>
                  <a:pt x="214630" y="39243"/>
                </a:lnTo>
                <a:lnTo>
                  <a:pt x="215645" y="29718"/>
                </a:lnTo>
                <a:lnTo>
                  <a:pt x="218820" y="22225"/>
                </a:lnTo>
                <a:lnTo>
                  <a:pt x="224155" y="16890"/>
                </a:lnTo>
                <a:lnTo>
                  <a:pt x="229616" y="11556"/>
                </a:lnTo>
                <a:lnTo>
                  <a:pt x="235838" y="8889"/>
                </a:lnTo>
                <a:lnTo>
                  <a:pt x="276519" y="8889"/>
                </a:lnTo>
                <a:lnTo>
                  <a:pt x="274506" y="7197"/>
                </a:lnTo>
                <a:lnTo>
                  <a:pt x="267081" y="3254"/>
                </a:lnTo>
                <a:lnTo>
                  <a:pt x="258798" y="859"/>
                </a:lnTo>
                <a:lnTo>
                  <a:pt x="249681" y="0"/>
                </a:lnTo>
                <a:close/>
              </a:path>
              <a:path w="293369" h="121285">
                <a:moveTo>
                  <a:pt x="289432" y="73406"/>
                </a:moveTo>
                <a:lnTo>
                  <a:pt x="285750" y="83312"/>
                </a:lnTo>
                <a:lnTo>
                  <a:pt x="281050" y="90424"/>
                </a:lnTo>
                <a:lnTo>
                  <a:pt x="270129" y="98551"/>
                </a:lnTo>
                <a:lnTo>
                  <a:pt x="263651" y="100583"/>
                </a:lnTo>
                <a:lnTo>
                  <a:pt x="283116" y="100583"/>
                </a:lnTo>
                <a:lnTo>
                  <a:pt x="283819" y="99679"/>
                </a:lnTo>
                <a:lnTo>
                  <a:pt x="288226" y="92154"/>
                </a:lnTo>
                <a:lnTo>
                  <a:pt x="291417" y="84234"/>
                </a:lnTo>
                <a:lnTo>
                  <a:pt x="293369" y="75945"/>
                </a:lnTo>
                <a:lnTo>
                  <a:pt x="289432" y="73406"/>
                </a:lnTo>
                <a:close/>
              </a:path>
              <a:path w="293369" h="121285">
                <a:moveTo>
                  <a:pt x="293360" y="46355"/>
                </a:moveTo>
                <a:lnTo>
                  <a:pt x="214630" y="46355"/>
                </a:lnTo>
                <a:lnTo>
                  <a:pt x="293369" y="46481"/>
                </a:lnTo>
                <a:close/>
              </a:path>
              <a:path w="293369" h="121285">
                <a:moveTo>
                  <a:pt x="276519" y="8889"/>
                </a:moveTo>
                <a:lnTo>
                  <a:pt x="247142" y="8889"/>
                </a:lnTo>
                <a:lnTo>
                  <a:pt x="251460" y="10159"/>
                </a:lnTo>
                <a:lnTo>
                  <a:pt x="259587" y="15493"/>
                </a:lnTo>
                <a:lnTo>
                  <a:pt x="267335" y="39243"/>
                </a:lnTo>
                <a:lnTo>
                  <a:pt x="292819" y="39243"/>
                </a:lnTo>
                <a:lnTo>
                  <a:pt x="292606" y="36435"/>
                </a:lnTo>
                <a:lnTo>
                  <a:pt x="290306" y="27447"/>
                </a:lnTo>
                <a:lnTo>
                  <a:pt x="286458" y="19532"/>
                </a:lnTo>
                <a:lnTo>
                  <a:pt x="281050" y="12700"/>
                </a:lnTo>
                <a:lnTo>
                  <a:pt x="276519" y="8889"/>
                </a:lnTo>
                <a:close/>
              </a:path>
            </a:pathLst>
          </a:custGeom>
          <a:solidFill>
            <a:srgbClr val="000000"/>
          </a:solidFill>
        </p:spPr>
        <p:txBody>
          <a:bodyPr wrap="square" lIns="0" tIns="0" rIns="0" bIns="0" rtlCol="0"/>
          <a:lstStyle/>
          <a:p>
            <a:endParaRPr/>
          </a:p>
        </p:txBody>
      </p:sp>
      <p:pic>
        <p:nvPicPr>
          <p:cNvPr id="44" name="object 44"/>
          <p:cNvPicPr/>
          <p:nvPr/>
        </p:nvPicPr>
        <p:blipFill>
          <a:blip r:embed="rId25" cstate="print"/>
          <a:stretch>
            <a:fillRect/>
          </a:stretch>
        </p:blipFill>
        <p:spPr>
          <a:xfrm>
            <a:off x="3345560" y="3863340"/>
            <a:ext cx="103377" cy="119634"/>
          </a:xfrm>
          <a:prstGeom prst="rect">
            <a:avLst/>
          </a:prstGeom>
        </p:spPr>
      </p:pic>
      <p:pic>
        <p:nvPicPr>
          <p:cNvPr id="45" name="object 45"/>
          <p:cNvPicPr/>
          <p:nvPr/>
        </p:nvPicPr>
        <p:blipFill>
          <a:blip r:embed="rId26" cstate="print"/>
          <a:stretch>
            <a:fillRect/>
          </a:stretch>
        </p:blipFill>
        <p:spPr>
          <a:xfrm>
            <a:off x="3549777" y="3829811"/>
            <a:ext cx="501014" cy="205867"/>
          </a:xfrm>
          <a:prstGeom prst="rect">
            <a:avLst/>
          </a:prstGeom>
        </p:spPr>
      </p:pic>
      <p:sp>
        <p:nvSpPr>
          <p:cNvPr id="46" name="object 46"/>
          <p:cNvSpPr/>
          <p:nvPr/>
        </p:nvSpPr>
        <p:spPr>
          <a:xfrm>
            <a:off x="4152138" y="3804792"/>
            <a:ext cx="1227455" cy="232410"/>
          </a:xfrm>
          <a:custGeom>
            <a:avLst/>
            <a:gdLst/>
            <a:ahLst/>
            <a:cxnLst/>
            <a:rect l="l" t="t" r="r" b="b"/>
            <a:pathLst>
              <a:path w="1227454" h="232410">
                <a:moveTo>
                  <a:pt x="96393" y="105410"/>
                </a:moveTo>
                <a:lnTo>
                  <a:pt x="96380" y="105283"/>
                </a:lnTo>
                <a:lnTo>
                  <a:pt x="95834" y="98171"/>
                </a:lnTo>
                <a:lnTo>
                  <a:pt x="95618" y="95364"/>
                </a:lnTo>
                <a:lnTo>
                  <a:pt x="70358" y="62344"/>
                </a:lnTo>
                <a:lnTo>
                  <a:pt x="70358" y="98171"/>
                </a:lnTo>
                <a:lnTo>
                  <a:pt x="17653" y="98171"/>
                </a:lnTo>
                <a:lnTo>
                  <a:pt x="38862" y="67818"/>
                </a:lnTo>
                <a:lnTo>
                  <a:pt x="50165" y="67818"/>
                </a:lnTo>
                <a:lnTo>
                  <a:pt x="70358" y="98171"/>
                </a:lnTo>
                <a:lnTo>
                  <a:pt x="70358" y="62344"/>
                </a:lnTo>
                <a:lnTo>
                  <a:pt x="70104" y="62204"/>
                </a:lnTo>
                <a:lnTo>
                  <a:pt x="61810" y="59842"/>
                </a:lnTo>
                <a:lnTo>
                  <a:pt x="52705" y="59055"/>
                </a:lnTo>
                <a:lnTo>
                  <a:pt x="41833" y="60071"/>
                </a:lnTo>
                <a:lnTo>
                  <a:pt x="8458" y="84302"/>
                </a:lnTo>
                <a:lnTo>
                  <a:pt x="0" y="120904"/>
                </a:lnTo>
                <a:lnTo>
                  <a:pt x="914" y="133667"/>
                </a:lnTo>
                <a:lnTo>
                  <a:pt x="22288" y="170840"/>
                </a:lnTo>
                <a:lnTo>
                  <a:pt x="49657" y="179832"/>
                </a:lnTo>
                <a:lnTo>
                  <a:pt x="58750" y="178955"/>
                </a:lnTo>
                <a:lnTo>
                  <a:pt x="91249" y="151091"/>
                </a:lnTo>
                <a:lnTo>
                  <a:pt x="96393" y="134874"/>
                </a:lnTo>
                <a:lnTo>
                  <a:pt x="92456" y="132334"/>
                </a:lnTo>
                <a:lnTo>
                  <a:pt x="88773" y="142240"/>
                </a:lnTo>
                <a:lnTo>
                  <a:pt x="84074" y="149352"/>
                </a:lnTo>
                <a:lnTo>
                  <a:pt x="73152" y="157480"/>
                </a:lnTo>
                <a:lnTo>
                  <a:pt x="66675" y="159512"/>
                </a:lnTo>
                <a:lnTo>
                  <a:pt x="59182" y="159512"/>
                </a:lnTo>
                <a:lnTo>
                  <a:pt x="24561" y="137236"/>
                </a:lnTo>
                <a:lnTo>
                  <a:pt x="17653" y="105283"/>
                </a:lnTo>
                <a:lnTo>
                  <a:pt x="96393" y="105410"/>
                </a:lnTo>
                <a:close/>
              </a:path>
              <a:path w="1227454" h="232410">
                <a:moveTo>
                  <a:pt x="208026" y="133223"/>
                </a:moveTo>
                <a:lnTo>
                  <a:pt x="204343" y="131445"/>
                </a:lnTo>
                <a:lnTo>
                  <a:pt x="200025" y="141478"/>
                </a:lnTo>
                <a:lnTo>
                  <a:pt x="195707" y="148336"/>
                </a:lnTo>
                <a:lnTo>
                  <a:pt x="191135" y="152146"/>
                </a:lnTo>
                <a:lnTo>
                  <a:pt x="184658" y="157734"/>
                </a:lnTo>
                <a:lnTo>
                  <a:pt x="177292" y="160528"/>
                </a:lnTo>
                <a:lnTo>
                  <a:pt x="169164" y="160528"/>
                </a:lnTo>
                <a:lnTo>
                  <a:pt x="161112" y="159562"/>
                </a:lnTo>
                <a:lnTo>
                  <a:pt x="134696" y="128066"/>
                </a:lnTo>
                <a:lnTo>
                  <a:pt x="132207" y="108839"/>
                </a:lnTo>
                <a:lnTo>
                  <a:pt x="132842" y="99339"/>
                </a:lnTo>
                <a:lnTo>
                  <a:pt x="154051" y="67564"/>
                </a:lnTo>
                <a:lnTo>
                  <a:pt x="167513" y="67564"/>
                </a:lnTo>
                <a:lnTo>
                  <a:pt x="179832" y="87376"/>
                </a:lnTo>
                <a:lnTo>
                  <a:pt x="180721" y="90678"/>
                </a:lnTo>
                <a:lnTo>
                  <a:pt x="182245" y="92329"/>
                </a:lnTo>
                <a:lnTo>
                  <a:pt x="184658" y="95504"/>
                </a:lnTo>
                <a:lnTo>
                  <a:pt x="188341" y="97155"/>
                </a:lnTo>
                <a:lnTo>
                  <a:pt x="196850" y="97155"/>
                </a:lnTo>
                <a:lnTo>
                  <a:pt x="199771" y="96139"/>
                </a:lnTo>
                <a:lnTo>
                  <a:pt x="201803" y="94234"/>
                </a:lnTo>
                <a:lnTo>
                  <a:pt x="203835" y="92202"/>
                </a:lnTo>
                <a:lnTo>
                  <a:pt x="204851" y="89662"/>
                </a:lnTo>
                <a:lnTo>
                  <a:pt x="204851" y="80137"/>
                </a:lnTo>
                <a:lnTo>
                  <a:pt x="201168" y="74041"/>
                </a:lnTo>
                <a:lnTo>
                  <a:pt x="194056" y="68072"/>
                </a:lnTo>
                <a:lnTo>
                  <a:pt x="193281" y="67564"/>
                </a:lnTo>
                <a:lnTo>
                  <a:pt x="188239" y="64223"/>
                </a:lnTo>
                <a:lnTo>
                  <a:pt x="181686" y="61442"/>
                </a:lnTo>
                <a:lnTo>
                  <a:pt x="174383" y="59753"/>
                </a:lnTo>
                <a:lnTo>
                  <a:pt x="166370" y="59182"/>
                </a:lnTo>
                <a:lnTo>
                  <a:pt x="155600" y="60236"/>
                </a:lnTo>
                <a:lnTo>
                  <a:pt x="121081" y="84975"/>
                </a:lnTo>
                <a:lnTo>
                  <a:pt x="112014" y="119507"/>
                </a:lnTo>
                <a:lnTo>
                  <a:pt x="112915" y="132689"/>
                </a:lnTo>
                <a:lnTo>
                  <a:pt x="133959" y="170675"/>
                </a:lnTo>
                <a:lnTo>
                  <a:pt x="160274" y="179832"/>
                </a:lnTo>
                <a:lnTo>
                  <a:pt x="168198" y="179095"/>
                </a:lnTo>
                <a:lnTo>
                  <a:pt x="196456" y="160528"/>
                </a:lnTo>
                <a:lnTo>
                  <a:pt x="201193" y="153073"/>
                </a:lnTo>
                <a:lnTo>
                  <a:pt x="205168" y="143802"/>
                </a:lnTo>
                <a:lnTo>
                  <a:pt x="208026" y="133223"/>
                </a:lnTo>
                <a:close/>
              </a:path>
              <a:path w="1227454" h="232410">
                <a:moveTo>
                  <a:pt x="333121" y="117475"/>
                </a:moveTo>
                <a:lnTo>
                  <a:pt x="319786" y="78994"/>
                </a:lnTo>
                <a:lnTo>
                  <a:pt x="309880" y="69443"/>
                </a:lnTo>
                <a:lnTo>
                  <a:pt x="309880" y="127000"/>
                </a:lnTo>
                <a:lnTo>
                  <a:pt x="309397" y="138214"/>
                </a:lnTo>
                <a:lnTo>
                  <a:pt x="290195" y="171069"/>
                </a:lnTo>
                <a:lnTo>
                  <a:pt x="282194" y="171069"/>
                </a:lnTo>
                <a:lnTo>
                  <a:pt x="251815" y="143637"/>
                </a:lnTo>
                <a:lnTo>
                  <a:pt x="246494" y="112852"/>
                </a:lnTo>
                <a:lnTo>
                  <a:pt x="246621" y="102882"/>
                </a:lnTo>
                <a:lnTo>
                  <a:pt x="265684" y="68707"/>
                </a:lnTo>
                <a:lnTo>
                  <a:pt x="270002" y="67310"/>
                </a:lnTo>
                <a:lnTo>
                  <a:pt x="274447" y="67310"/>
                </a:lnTo>
                <a:lnTo>
                  <a:pt x="306679" y="99936"/>
                </a:lnTo>
                <a:lnTo>
                  <a:pt x="309880" y="127000"/>
                </a:lnTo>
                <a:lnTo>
                  <a:pt x="309880" y="69443"/>
                </a:lnTo>
                <a:lnTo>
                  <a:pt x="306514" y="67310"/>
                </a:lnTo>
                <a:lnTo>
                  <a:pt x="301586" y="64198"/>
                </a:lnTo>
                <a:lnTo>
                  <a:pt x="290563" y="60528"/>
                </a:lnTo>
                <a:lnTo>
                  <a:pt x="278257" y="59309"/>
                </a:lnTo>
                <a:lnTo>
                  <a:pt x="271272" y="59766"/>
                </a:lnTo>
                <a:lnTo>
                  <a:pt x="235204" y="82321"/>
                </a:lnTo>
                <a:lnTo>
                  <a:pt x="223367" y="122212"/>
                </a:lnTo>
                <a:lnTo>
                  <a:pt x="223989" y="131140"/>
                </a:lnTo>
                <a:lnTo>
                  <a:pt x="244221" y="168389"/>
                </a:lnTo>
                <a:lnTo>
                  <a:pt x="276860" y="179959"/>
                </a:lnTo>
                <a:lnTo>
                  <a:pt x="284568" y="179463"/>
                </a:lnTo>
                <a:lnTo>
                  <a:pt x="291922" y="177965"/>
                </a:lnTo>
                <a:lnTo>
                  <a:pt x="298907" y="175463"/>
                </a:lnTo>
                <a:lnTo>
                  <a:pt x="305562" y="171958"/>
                </a:lnTo>
                <a:lnTo>
                  <a:pt x="306781" y="171069"/>
                </a:lnTo>
                <a:lnTo>
                  <a:pt x="311607" y="167563"/>
                </a:lnTo>
                <a:lnTo>
                  <a:pt x="331190" y="132829"/>
                </a:lnTo>
                <a:lnTo>
                  <a:pt x="332587" y="125133"/>
                </a:lnTo>
                <a:lnTo>
                  <a:pt x="333121" y="117475"/>
                </a:lnTo>
                <a:close/>
              </a:path>
              <a:path w="1227454" h="232410">
                <a:moveTo>
                  <a:pt x="417195" y="110109"/>
                </a:moveTo>
                <a:lnTo>
                  <a:pt x="352933" y="109982"/>
                </a:lnTo>
                <a:lnTo>
                  <a:pt x="352933" y="128778"/>
                </a:lnTo>
                <a:lnTo>
                  <a:pt x="417195" y="128778"/>
                </a:lnTo>
                <a:lnTo>
                  <a:pt x="417195" y="110109"/>
                </a:lnTo>
                <a:close/>
              </a:path>
              <a:path w="1227454" h="232410">
                <a:moveTo>
                  <a:pt x="537083" y="16510"/>
                </a:moveTo>
                <a:lnTo>
                  <a:pt x="534670" y="12319"/>
                </a:lnTo>
                <a:lnTo>
                  <a:pt x="530453" y="9017"/>
                </a:lnTo>
                <a:lnTo>
                  <a:pt x="529971" y="8636"/>
                </a:lnTo>
                <a:lnTo>
                  <a:pt x="524319" y="4902"/>
                </a:lnTo>
                <a:lnTo>
                  <a:pt x="518439" y="2247"/>
                </a:lnTo>
                <a:lnTo>
                  <a:pt x="512318" y="660"/>
                </a:lnTo>
                <a:lnTo>
                  <a:pt x="505968" y="127"/>
                </a:lnTo>
                <a:lnTo>
                  <a:pt x="499097" y="584"/>
                </a:lnTo>
                <a:lnTo>
                  <a:pt x="463931" y="26416"/>
                </a:lnTo>
                <a:lnTo>
                  <a:pt x="458470" y="62738"/>
                </a:lnTo>
                <a:lnTo>
                  <a:pt x="436372" y="62738"/>
                </a:lnTo>
                <a:lnTo>
                  <a:pt x="436372" y="71628"/>
                </a:lnTo>
                <a:lnTo>
                  <a:pt x="458470" y="71628"/>
                </a:lnTo>
                <a:lnTo>
                  <a:pt x="458343" y="154559"/>
                </a:lnTo>
                <a:lnTo>
                  <a:pt x="445389" y="172085"/>
                </a:lnTo>
                <a:lnTo>
                  <a:pt x="437007" y="172085"/>
                </a:lnTo>
                <a:lnTo>
                  <a:pt x="437007" y="176530"/>
                </a:lnTo>
                <a:lnTo>
                  <a:pt x="504952" y="176657"/>
                </a:lnTo>
                <a:lnTo>
                  <a:pt x="504952" y="172085"/>
                </a:lnTo>
                <a:lnTo>
                  <a:pt x="489458" y="172085"/>
                </a:lnTo>
                <a:lnTo>
                  <a:pt x="485394" y="170307"/>
                </a:lnTo>
                <a:lnTo>
                  <a:pt x="480060" y="163830"/>
                </a:lnTo>
                <a:lnTo>
                  <a:pt x="478993" y="157607"/>
                </a:lnTo>
                <a:lnTo>
                  <a:pt x="478917" y="71755"/>
                </a:lnTo>
                <a:lnTo>
                  <a:pt x="508254" y="71755"/>
                </a:lnTo>
                <a:lnTo>
                  <a:pt x="508254" y="62738"/>
                </a:lnTo>
                <a:lnTo>
                  <a:pt x="478917" y="62738"/>
                </a:lnTo>
                <a:lnTo>
                  <a:pt x="479031" y="42545"/>
                </a:lnTo>
                <a:lnTo>
                  <a:pt x="492379" y="9017"/>
                </a:lnTo>
                <a:lnTo>
                  <a:pt x="496189" y="9017"/>
                </a:lnTo>
                <a:lnTo>
                  <a:pt x="516255" y="25146"/>
                </a:lnTo>
                <a:lnTo>
                  <a:pt x="518795" y="28067"/>
                </a:lnTo>
                <a:lnTo>
                  <a:pt x="520954" y="29464"/>
                </a:lnTo>
                <a:lnTo>
                  <a:pt x="522986" y="30734"/>
                </a:lnTo>
                <a:lnTo>
                  <a:pt x="525018" y="31496"/>
                </a:lnTo>
                <a:lnTo>
                  <a:pt x="529463" y="31496"/>
                </a:lnTo>
                <a:lnTo>
                  <a:pt x="531749" y="30353"/>
                </a:lnTo>
                <a:lnTo>
                  <a:pt x="536067" y="26022"/>
                </a:lnTo>
                <a:lnTo>
                  <a:pt x="537083" y="23622"/>
                </a:lnTo>
                <a:lnTo>
                  <a:pt x="537083" y="16510"/>
                </a:lnTo>
                <a:close/>
              </a:path>
              <a:path w="1227454" h="232410">
                <a:moveTo>
                  <a:pt x="596646" y="69596"/>
                </a:moveTo>
                <a:lnTo>
                  <a:pt x="595249" y="66421"/>
                </a:lnTo>
                <a:lnTo>
                  <a:pt x="592201" y="63627"/>
                </a:lnTo>
                <a:lnTo>
                  <a:pt x="589280" y="60833"/>
                </a:lnTo>
                <a:lnTo>
                  <a:pt x="585470" y="59436"/>
                </a:lnTo>
                <a:lnTo>
                  <a:pt x="580898" y="59436"/>
                </a:lnTo>
                <a:lnTo>
                  <a:pt x="573417" y="61036"/>
                </a:lnTo>
                <a:lnTo>
                  <a:pt x="566039" y="65836"/>
                </a:lnTo>
                <a:lnTo>
                  <a:pt x="558749" y="73850"/>
                </a:lnTo>
                <a:lnTo>
                  <a:pt x="551561" y="85090"/>
                </a:lnTo>
                <a:lnTo>
                  <a:pt x="551561" y="75946"/>
                </a:lnTo>
                <a:lnTo>
                  <a:pt x="551561" y="59436"/>
                </a:lnTo>
                <a:lnTo>
                  <a:pt x="546354" y="59436"/>
                </a:lnTo>
                <a:lnTo>
                  <a:pt x="511937" y="73279"/>
                </a:lnTo>
                <a:lnTo>
                  <a:pt x="513207" y="77851"/>
                </a:lnTo>
                <a:lnTo>
                  <a:pt x="516382" y="76581"/>
                </a:lnTo>
                <a:lnTo>
                  <a:pt x="519303" y="75946"/>
                </a:lnTo>
                <a:lnTo>
                  <a:pt x="524002" y="75946"/>
                </a:lnTo>
                <a:lnTo>
                  <a:pt x="525780" y="76581"/>
                </a:lnTo>
                <a:lnTo>
                  <a:pt x="531114" y="93599"/>
                </a:lnTo>
                <a:lnTo>
                  <a:pt x="530987" y="106934"/>
                </a:lnTo>
                <a:lnTo>
                  <a:pt x="530860" y="161671"/>
                </a:lnTo>
                <a:lnTo>
                  <a:pt x="530352" y="163068"/>
                </a:lnTo>
                <a:lnTo>
                  <a:pt x="529590" y="165989"/>
                </a:lnTo>
                <a:lnTo>
                  <a:pt x="528066" y="168148"/>
                </a:lnTo>
                <a:lnTo>
                  <a:pt x="523240" y="171196"/>
                </a:lnTo>
                <a:lnTo>
                  <a:pt x="518922" y="172085"/>
                </a:lnTo>
                <a:lnTo>
                  <a:pt x="513080" y="172085"/>
                </a:lnTo>
                <a:lnTo>
                  <a:pt x="513080" y="176657"/>
                </a:lnTo>
                <a:lnTo>
                  <a:pt x="571373" y="176657"/>
                </a:lnTo>
                <a:lnTo>
                  <a:pt x="571373" y="172212"/>
                </a:lnTo>
                <a:lnTo>
                  <a:pt x="566293" y="172212"/>
                </a:lnTo>
                <a:lnTo>
                  <a:pt x="562356" y="171450"/>
                </a:lnTo>
                <a:lnTo>
                  <a:pt x="551561" y="95504"/>
                </a:lnTo>
                <a:lnTo>
                  <a:pt x="555498" y="87757"/>
                </a:lnTo>
                <a:lnTo>
                  <a:pt x="557364" y="85090"/>
                </a:lnTo>
                <a:lnTo>
                  <a:pt x="559435" y="82169"/>
                </a:lnTo>
                <a:lnTo>
                  <a:pt x="564896" y="77089"/>
                </a:lnTo>
                <a:lnTo>
                  <a:pt x="566420" y="76200"/>
                </a:lnTo>
                <a:lnTo>
                  <a:pt x="569722" y="76200"/>
                </a:lnTo>
                <a:lnTo>
                  <a:pt x="572389" y="77724"/>
                </a:lnTo>
                <a:lnTo>
                  <a:pt x="579628" y="83439"/>
                </a:lnTo>
                <a:lnTo>
                  <a:pt x="582803" y="84836"/>
                </a:lnTo>
                <a:lnTo>
                  <a:pt x="588772" y="84836"/>
                </a:lnTo>
                <a:lnTo>
                  <a:pt x="591312" y="83693"/>
                </a:lnTo>
                <a:lnTo>
                  <a:pt x="593471" y="81407"/>
                </a:lnTo>
                <a:lnTo>
                  <a:pt x="595630" y="79248"/>
                </a:lnTo>
                <a:lnTo>
                  <a:pt x="596595" y="76581"/>
                </a:lnTo>
                <a:lnTo>
                  <a:pt x="596646" y="76200"/>
                </a:lnTo>
                <a:lnTo>
                  <a:pt x="596646" y="69596"/>
                </a:lnTo>
                <a:close/>
              </a:path>
              <a:path w="1227454" h="232410">
                <a:moveTo>
                  <a:pt x="645160" y="9017"/>
                </a:moveTo>
                <a:lnTo>
                  <a:pt x="643890" y="6096"/>
                </a:lnTo>
                <a:lnTo>
                  <a:pt x="641477" y="3683"/>
                </a:lnTo>
                <a:lnTo>
                  <a:pt x="639064" y="1143"/>
                </a:lnTo>
                <a:lnTo>
                  <a:pt x="636143" y="0"/>
                </a:lnTo>
                <a:lnTo>
                  <a:pt x="629031" y="0"/>
                </a:lnTo>
                <a:lnTo>
                  <a:pt x="626110" y="1143"/>
                </a:lnTo>
                <a:lnTo>
                  <a:pt x="621157" y="6096"/>
                </a:lnTo>
                <a:lnTo>
                  <a:pt x="619887" y="9017"/>
                </a:lnTo>
                <a:lnTo>
                  <a:pt x="619887" y="16002"/>
                </a:lnTo>
                <a:lnTo>
                  <a:pt x="621157" y="18923"/>
                </a:lnTo>
                <a:lnTo>
                  <a:pt x="623697" y="21463"/>
                </a:lnTo>
                <a:lnTo>
                  <a:pt x="626110" y="24003"/>
                </a:lnTo>
                <a:lnTo>
                  <a:pt x="629158" y="25146"/>
                </a:lnTo>
                <a:lnTo>
                  <a:pt x="636016" y="25146"/>
                </a:lnTo>
                <a:lnTo>
                  <a:pt x="639064" y="24003"/>
                </a:lnTo>
                <a:lnTo>
                  <a:pt x="641477" y="21463"/>
                </a:lnTo>
                <a:lnTo>
                  <a:pt x="643890" y="19050"/>
                </a:lnTo>
                <a:lnTo>
                  <a:pt x="645160" y="16002"/>
                </a:lnTo>
                <a:lnTo>
                  <a:pt x="645160" y="9017"/>
                </a:lnTo>
                <a:close/>
              </a:path>
              <a:path w="1227454" h="232410">
                <a:moveTo>
                  <a:pt x="660146" y="172212"/>
                </a:moveTo>
                <a:lnTo>
                  <a:pt x="654685" y="172212"/>
                </a:lnTo>
                <a:lnTo>
                  <a:pt x="651002" y="171704"/>
                </a:lnTo>
                <a:lnTo>
                  <a:pt x="648970" y="170434"/>
                </a:lnTo>
                <a:lnTo>
                  <a:pt x="646938" y="169291"/>
                </a:lnTo>
                <a:lnTo>
                  <a:pt x="645414" y="167513"/>
                </a:lnTo>
                <a:lnTo>
                  <a:pt x="644398" y="165227"/>
                </a:lnTo>
                <a:lnTo>
                  <a:pt x="643382" y="162814"/>
                </a:lnTo>
                <a:lnTo>
                  <a:pt x="642874" y="158115"/>
                </a:lnTo>
                <a:lnTo>
                  <a:pt x="642874" y="76073"/>
                </a:lnTo>
                <a:lnTo>
                  <a:pt x="642874" y="59563"/>
                </a:lnTo>
                <a:lnTo>
                  <a:pt x="637413" y="59563"/>
                </a:lnTo>
                <a:lnTo>
                  <a:pt x="603123" y="73406"/>
                </a:lnTo>
                <a:lnTo>
                  <a:pt x="604901" y="77851"/>
                </a:lnTo>
                <a:lnTo>
                  <a:pt x="608203" y="76581"/>
                </a:lnTo>
                <a:lnTo>
                  <a:pt x="610997" y="76073"/>
                </a:lnTo>
                <a:lnTo>
                  <a:pt x="615442" y="76073"/>
                </a:lnTo>
                <a:lnTo>
                  <a:pt x="617093" y="76581"/>
                </a:lnTo>
                <a:lnTo>
                  <a:pt x="622300" y="94742"/>
                </a:lnTo>
                <a:lnTo>
                  <a:pt x="622173" y="107061"/>
                </a:lnTo>
                <a:lnTo>
                  <a:pt x="622147" y="158115"/>
                </a:lnTo>
                <a:lnTo>
                  <a:pt x="621665" y="162814"/>
                </a:lnTo>
                <a:lnTo>
                  <a:pt x="620522" y="165227"/>
                </a:lnTo>
                <a:lnTo>
                  <a:pt x="619379" y="167767"/>
                </a:lnTo>
                <a:lnTo>
                  <a:pt x="617855" y="169545"/>
                </a:lnTo>
                <a:lnTo>
                  <a:pt x="615950" y="170561"/>
                </a:lnTo>
                <a:lnTo>
                  <a:pt x="614045" y="171704"/>
                </a:lnTo>
                <a:lnTo>
                  <a:pt x="610362" y="172212"/>
                </a:lnTo>
                <a:lnTo>
                  <a:pt x="604774" y="172212"/>
                </a:lnTo>
                <a:lnTo>
                  <a:pt x="604774" y="176657"/>
                </a:lnTo>
                <a:lnTo>
                  <a:pt x="660146" y="176657"/>
                </a:lnTo>
                <a:lnTo>
                  <a:pt x="660146" y="172212"/>
                </a:lnTo>
                <a:close/>
              </a:path>
              <a:path w="1227454" h="232410">
                <a:moveTo>
                  <a:pt x="771525" y="105791"/>
                </a:moveTo>
                <a:lnTo>
                  <a:pt x="754672" y="68199"/>
                </a:lnTo>
                <a:lnTo>
                  <a:pt x="745490" y="62725"/>
                </a:lnTo>
                <a:lnTo>
                  <a:pt x="745490" y="98552"/>
                </a:lnTo>
                <a:lnTo>
                  <a:pt x="692785" y="98552"/>
                </a:lnTo>
                <a:lnTo>
                  <a:pt x="713994" y="68199"/>
                </a:lnTo>
                <a:lnTo>
                  <a:pt x="725297" y="68199"/>
                </a:lnTo>
                <a:lnTo>
                  <a:pt x="745490" y="98552"/>
                </a:lnTo>
                <a:lnTo>
                  <a:pt x="745490" y="62725"/>
                </a:lnTo>
                <a:lnTo>
                  <a:pt x="745236" y="62585"/>
                </a:lnTo>
                <a:lnTo>
                  <a:pt x="736942" y="60223"/>
                </a:lnTo>
                <a:lnTo>
                  <a:pt x="727837" y="59436"/>
                </a:lnTo>
                <a:lnTo>
                  <a:pt x="716978" y="60464"/>
                </a:lnTo>
                <a:lnTo>
                  <a:pt x="683590" y="84696"/>
                </a:lnTo>
                <a:lnTo>
                  <a:pt x="675132" y="121285"/>
                </a:lnTo>
                <a:lnTo>
                  <a:pt x="676046" y="134112"/>
                </a:lnTo>
                <a:lnTo>
                  <a:pt x="697420" y="171221"/>
                </a:lnTo>
                <a:lnTo>
                  <a:pt x="724789" y="180213"/>
                </a:lnTo>
                <a:lnTo>
                  <a:pt x="733882" y="179362"/>
                </a:lnTo>
                <a:lnTo>
                  <a:pt x="742149" y="176758"/>
                </a:lnTo>
                <a:lnTo>
                  <a:pt x="749604" y="172402"/>
                </a:lnTo>
                <a:lnTo>
                  <a:pt x="756285" y="166243"/>
                </a:lnTo>
                <a:lnTo>
                  <a:pt x="761199" y="160020"/>
                </a:lnTo>
                <a:lnTo>
                  <a:pt x="761949" y="159080"/>
                </a:lnTo>
                <a:lnTo>
                  <a:pt x="766368" y="151511"/>
                </a:lnTo>
                <a:lnTo>
                  <a:pt x="769569" y="143573"/>
                </a:lnTo>
                <a:lnTo>
                  <a:pt x="771525" y="135255"/>
                </a:lnTo>
                <a:lnTo>
                  <a:pt x="767588" y="132842"/>
                </a:lnTo>
                <a:lnTo>
                  <a:pt x="763905" y="142748"/>
                </a:lnTo>
                <a:lnTo>
                  <a:pt x="759206" y="149733"/>
                </a:lnTo>
                <a:lnTo>
                  <a:pt x="753745" y="153797"/>
                </a:lnTo>
                <a:lnTo>
                  <a:pt x="748284" y="157988"/>
                </a:lnTo>
                <a:lnTo>
                  <a:pt x="741807" y="160020"/>
                </a:lnTo>
                <a:lnTo>
                  <a:pt x="734314" y="160020"/>
                </a:lnTo>
                <a:lnTo>
                  <a:pt x="726186" y="159118"/>
                </a:lnTo>
                <a:lnTo>
                  <a:pt x="695845" y="128384"/>
                </a:lnTo>
                <a:lnTo>
                  <a:pt x="692785" y="105791"/>
                </a:lnTo>
                <a:lnTo>
                  <a:pt x="771525" y="105791"/>
                </a:lnTo>
                <a:close/>
              </a:path>
              <a:path w="1227454" h="232410">
                <a:moveTo>
                  <a:pt x="903097" y="172339"/>
                </a:moveTo>
                <a:lnTo>
                  <a:pt x="897636" y="172339"/>
                </a:lnTo>
                <a:lnTo>
                  <a:pt x="893826" y="171831"/>
                </a:lnTo>
                <a:lnTo>
                  <a:pt x="891794" y="170688"/>
                </a:lnTo>
                <a:lnTo>
                  <a:pt x="889762" y="169418"/>
                </a:lnTo>
                <a:lnTo>
                  <a:pt x="888365" y="167894"/>
                </a:lnTo>
                <a:lnTo>
                  <a:pt x="887476" y="165735"/>
                </a:lnTo>
                <a:lnTo>
                  <a:pt x="886333" y="163195"/>
                </a:lnTo>
                <a:lnTo>
                  <a:pt x="885736" y="158750"/>
                </a:lnTo>
                <a:lnTo>
                  <a:pt x="885698" y="92202"/>
                </a:lnTo>
                <a:lnTo>
                  <a:pt x="884809" y="84582"/>
                </a:lnTo>
                <a:lnTo>
                  <a:pt x="862584" y="59690"/>
                </a:lnTo>
                <a:lnTo>
                  <a:pt x="856361" y="59690"/>
                </a:lnTo>
                <a:lnTo>
                  <a:pt x="847115" y="61201"/>
                </a:lnTo>
                <a:lnTo>
                  <a:pt x="837666" y="65697"/>
                </a:lnTo>
                <a:lnTo>
                  <a:pt x="828014" y="73202"/>
                </a:lnTo>
                <a:lnTo>
                  <a:pt x="818134" y="83693"/>
                </a:lnTo>
                <a:lnTo>
                  <a:pt x="818134" y="76073"/>
                </a:lnTo>
                <a:lnTo>
                  <a:pt x="818134" y="59563"/>
                </a:lnTo>
                <a:lnTo>
                  <a:pt x="812800" y="59563"/>
                </a:lnTo>
                <a:lnTo>
                  <a:pt x="778510" y="73533"/>
                </a:lnTo>
                <a:lnTo>
                  <a:pt x="780415" y="77978"/>
                </a:lnTo>
                <a:lnTo>
                  <a:pt x="783590" y="76708"/>
                </a:lnTo>
                <a:lnTo>
                  <a:pt x="786384" y="76073"/>
                </a:lnTo>
                <a:lnTo>
                  <a:pt x="790829" y="76073"/>
                </a:lnTo>
                <a:lnTo>
                  <a:pt x="792607" y="76708"/>
                </a:lnTo>
                <a:lnTo>
                  <a:pt x="797560" y="159385"/>
                </a:lnTo>
                <a:lnTo>
                  <a:pt x="796544" y="164973"/>
                </a:lnTo>
                <a:lnTo>
                  <a:pt x="792480" y="170815"/>
                </a:lnTo>
                <a:lnTo>
                  <a:pt x="788543" y="172339"/>
                </a:lnTo>
                <a:lnTo>
                  <a:pt x="780288" y="172339"/>
                </a:lnTo>
                <a:lnTo>
                  <a:pt x="780288" y="176784"/>
                </a:lnTo>
                <a:lnTo>
                  <a:pt x="836549" y="176784"/>
                </a:lnTo>
                <a:lnTo>
                  <a:pt x="836549" y="172339"/>
                </a:lnTo>
                <a:lnTo>
                  <a:pt x="830326" y="172339"/>
                </a:lnTo>
                <a:lnTo>
                  <a:pt x="826262" y="171831"/>
                </a:lnTo>
                <a:lnTo>
                  <a:pt x="818134" y="91059"/>
                </a:lnTo>
                <a:lnTo>
                  <a:pt x="825461" y="83985"/>
                </a:lnTo>
                <a:lnTo>
                  <a:pt x="825893" y="83693"/>
                </a:lnTo>
                <a:lnTo>
                  <a:pt x="832815" y="78955"/>
                </a:lnTo>
                <a:lnTo>
                  <a:pt x="840181" y="75933"/>
                </a:lnTo>
                <a:lnTo>
                  <a:pt x="847598" y="74930"/>
                </a:lnTo>
                <a:lnTo>
                  <a:pt x="853948" y="74930"/>
                </a:lnTo>
                <a:lnTo>
                  <a:pt x="858520" y="77216"/>
                </a:lnTo>
                <a:lnTo>
                  <a:pt x="863854" y="86614"/>
                </a:lnTo>
                <a:lnTo>
                  <a:pt x="865251" y="94107"/>
                </a:lnTo>
                <a:lnTo>
                  <a:pt x="865124" y="159385"/>
                </a:lnTo>
                <a:lnTo>
                  <a:pt x="854456" y="172339"/>
                </a:lnTo>
                <a:lnTo>
                  <a:pt x="846836" y="172339"/>
                </a:lnTo>
                <a:lnTo>
                  <a:pt x="846836" y="176784"/>
                </a:lnTo>
                <a:lnTo>
                  <a:pt x="903097" y="176911"/>
                </a:lnTo>
                <a:lnTo>
                  <a:pt x="903097" y="172339"/>
                </a:lnTo>
                <a:close/>
              </a:path>
              <a:path w="1227454" h="232410">
                <a:moveTo>
                  <a:pt x="1032891" y="166370"/>
                </a:moveTo>
                <a:lnTo>
                  <a:pt x="1031494" y="162052"/>
                </a:lnTo>
                <a:lnTo>
                  <a:pt x="1027811" y="163449"/>
                </a:lnTo>
                <a:lnTo>
                  <a:pt x="1024763" y="164084"/>
                </a:lnTo>
                <a:lnTo>
                  <a:pt x="1020699" y="164084"/>
                </a:lnTo>
                <a:lnTo>
                  <a:pt x="1019175" y="163576"/>
                </a:lnTo>
                <a:lnTo>
                  <a:pt x="1016381" y="161290"/>
                </a:lnTo>
                <a:lnTo>
                  <a:pt x="1015365" y="159131"/>
                </a:lnTo>
                <a:lnTo>
                  <a:pt x="1014095" y="153289"/>
                </a:lnTo>
                <a:lnTo>
                  <a:pt x="1013891" y="146913"/>
                </a:lnTo>
                <a:lnTo>
                  <a:pt x="1013891" y="69215"/>
                </a:lnTo>
                <a:lnTo>
                  <a:pt x="1013942" y="16510"/>
                </a:lnTo>
                <a:lnTo>
                  <a:pt x="1013968" y="254"/>
                </a:lnTo>
                <a:lnTo>
                  <a:pt x="1008380" y="254"/>
                </a:lnTo>
                <a:lnTo>
                  <a:pt x="974471" y="14097"/>
                </a:lnTo>
                <a:lnTo>
                  <a:pt x="975995" y="18415"/>
                </a:lnTo>
                <a:lnTo>
                  <a:pt x="979551" y="17145"/>
                </a:lnTo>
                <a:lnTo>
                  <a:pt x="982472" y="16510"/>
                </a:lnTo>
                <a:lnTo>
                  <a:pt x="986536" y="16510"/>
                </a:lnTo>
                <a:lnTo>
                  <a:pt x="988187" y="17018"/>
                </a:lnTo>
                <a:lnTo>
                  <a:pt x="993394" y="35179"/>
                </a:lnTo>
                <a:lnTo>
                  <a:pt x="993394" y="69215"/>
                </a:lnTo>
                <a:lnTo>
                  <a:pt x="993394" y="96774"/>
                </a:lnTo>
                <a:lnTo>
                  <a:pt x="993394" y="155448"/>
                </a:lnTo>
                <a:lnTo>
                  <a:pt x="986282" y="162941"/>
                </a:lnTo>
                <a:lnTo>
                  <a:pt x="979043" y="166751"/>
                </a:lnTo>
                <a:lnTo>
                  <a:pt x="971423" y="166751"/>
                </a:lnTo>
                <a:lnTo>
                  <a:pt x="938936" y="137007"/>
                </a:lnTo>
                <a:lnTo>
                  <a:pt x="936244" y="114808"/>
                </a:lnTo>
                <a:lnTo>
                  <a:pt x="936929" y="103174"/>
                </a:lnTo>
                <a:lnTo>
                  <a:pt x="959739" y="67310"/>
                </a:lnTo>
                <a:lnTo>
                  <a:pt x="970915" y="67310"/>
                </a:lnTo>
                <a:lnTo>
                  <a:pt x="974979" y="68453"/>
                </a:lnTo>
                <a:lnTo>
                  <a:pt x="979043" y="70866"/>
                </a:lnTo>
                <a:lnTo>
                  <a:pt x="983107" y="73152"/>
                </a:lnTo>
                <a:lnTo>
                  <a:pt x="993394" y="96774"/>
                </a:lnTo>
                <a:lnTo>
                  <a:pt x="993394" y="69215"/>
                </a:lnTo>
                <a:lnTo>
                  <a:pt x="991019" y="67310"/>
                </a:lnTo>
                <a:lnTo>
                  <a:pt x="988123" y="64985"/>
                </a:lnTo>
                <a:lnTo>
                  <a:pt x="982230" y="61963"/>
                </a:lnTo>
                <a:lnTo>
                  <a:pt x="975690" y="60172"/>
                </a:lnTo>
                <a:lnTo>
                  <a:pt x="968502" y="59563"/>
                </a:lnTo>
                <a:lnTo>
                  <a:pt x="956945" y="60833"/>
                </a:lnTo>
                <a:lnTo>
                  <a:pt x="922134" y="90322"/>
                </a:lnTo>
                <a:lnTo>
                  <a:pt x="913511" y="124714"/>
                </a:lnTo>
                <a:lnTo>
                  <a:pt x="914311" y="136359"/>
                </a:lnTo>
                <a:lnTo>
                  <a:pt x="934593" y="171564"/>
                </a:lnTo>
                <a:lnTo>
                  <a:pt x="959866" y="180340"/>
                </a:lnTo>
                <a:lnTo>
                  <a:pt x="965962" y="180340"/>
                </a:lnTo>
                <a:lnTo>
                  <a:pt x="990765" y="166751"/>
                </a:lnTo>
                <a:lnTo>
                  <a:pt x="993267" y="164084"/>
                </a:lnTo>
                <a:lnTo>
                  <a:pt x="993267" y="180340"/>
                </a:lnTo>
                <a:lnTo>
                  <a:pt x="998982" y="180340"/>
                </a:lnTo>
                <a:lnTo>
                  <a:pt x="1032891" y="166370"/>
                </a:lnTo>
                <a:close/>
              </a:path>
              <a:path w="1227454" h="232410">
                <a:moveTo>
                  <a:pt x="1096899" y="172466"/>
                </a:moveTo>
                <a:lnTo>
                  <a:pt x="1091057" y="172466"/>
                </a:lnTo>
                <a:lnTo>
                  <a:pt x="1086993" y="171958"/>
                </a:lnTo>
                <a:lnTo>
                  <a:pt x="1084834" y="170688"/>
                </a:lnTo>
                <a:lnTo>
                  <a:pt x="1082802" y="169545"/>
                </a:lnTo>
                <a:lnTo>
                  <a:pt x="1081151" y="167767"/>
                </a:lnTo>
                <a:lnTo>
                  <a:pt x="1080135" y="165354"/>
                </a:lnTo>
                <a:lnTo>
                  <a:pt x="1079119" y="163068"/>
                </a:lnTo>
                <a:lnTo>
                  <a:pt x="1078611" y="158369"/>
                </a:lnTo>
                <a:lnTo>
                  <a:pt x="1078611" y="16510"/>
                </a:lnTo>
                <a:lnTo>
                  <a:pt x="1078611" y="254"/>
                </a:lnTo>
                <a:lnTo>
                  <a:pt x="1073023" y="254"/>
                </a:lnTo>
                <a:lnTo>
                  <a:pt x="1039114" y="14097"/>
                </a:lnTo>
                <a:lnTo>
                  <a:pt x="1041273" y="18542"/>
                </a:lnTo>
                <a:lnTo>
                  <a:pt x="1044575" y="17145"/>
                </a:lnTo>
                <a:lnTo>
                  <a:pt x="1047242" y="16510"/>
                </a:lnTo>
                <a:lnTo>
                  <a:pt x="1051433" y="16510"/>
                </a:lnTo>
                <a:lnTo>
                  <a:pt x="1053084" y="17018"/>
                </a:lnTo>
                <a:lnTo>
                  <a:pt x="1054354" y="18161"/>
                </a:lnTo>
                <a:lnTo>
                  <a:pt x="1055624" y="19177"/>
                </a:lnTo>
                <a:lnTo>
                  <a:pt x="1056513" y="21209"/>
                </a:lnTo>
                <a:lnTo>
                  <a:pt x="1057783" y="27051"/>
                </a:lnTo>
                <a:lnTo>
                  <a:pt x="1057910" y="158242"/>
                </a:lnTo>
                <a:lnTo>
                  <a:pt x="1057402" y="163068"/>
                </a:lnTo>
                <a:lnTo>
                  <a:pt x="1056259" y="165481"/>
                </a:lnTo>
                <a:lnTo>
                  <a:pt x="1055243" y="168021"/>
                </a:lnTo>
                <a:lnTo>
                  <a:pt x="1053719" y="169799"/>
                </a:lnTo>
                <a:lnTo>
                  <a:pt x="1051814" y="170815"/>
                </a:lnTo>
                <a:lnTo>
                  <a:pt x="1049909" y="171958"/>
                </a:lnTo>
                <a:lnTo>
                  <a:pt x="1046353" y="172466"/>
                </a:lnTo>
                <a:lnTo>
                  <a:pt x="1041146" y="172466"/>
                </a:lnTo>
                <a:lnTo>
                  <a:pt x="1041146" y="176911"/>
                </a:lnTo>
                <a:lnTo>
                  <a:pt x="1096899" y="177038"/>
                </a:lnTo>
                <a:lnTo>
                  <a:pt x="1096899" y="172466"/>
                </a:lnTo>
                <a:close/>
              </a:path>
              <a:path w="1227454" h="232410">
                <a:moveTo>
                  <a:pt x="1227455" y="63246"/>
                </a:moveTo>
                <a:lnTo>
                  <a:pt x="1190371" y="63246"/>
                </a:lnTo>
                <a:lnTo>
                  <a:pt x="1190371" y="67818"/>
                </a:lnTo>
                <a:lnTo>
                  <a:pt x="1193927" y="67818"/>
                </a:lnTo>
                <a:lnTo>
                  <a:pt x="1196467" y="68072"/>
                </a:lnTo>
                <a:lnTo>
                  <a:pt x="1197864" y="68580"/>
                </a:lnTo>
                <a:lnTo>
                  <a:pt x="1199261" y="69215"/>
                </a:lnTo>
                <a:lnTo>
                  <a:pt x="1200277" y="69850"/>
                </a:lnTo>
                <a:lnTo>
                  <a:pt x="1201013" y="70866"/>
                </a:lnTo>
                <a:lnTo>
                  <a:pt x="1201547" y="71501"/>
                </a:lnTo>
                <a:lnTo>
                  <a:pt x="1201712" y="72263"/>
                </a:lnTo>
                <a:lnTo>
                  <a:pt x="1201801" y="77470"/>
                </a:lnTo>
                <a:lnTo>
                  <a:pt x="1201039" y="80772"/>
                </a:lnTo>
                <a:lnTo>
                  <a:pt x="1174115" y="147066"/>
                </a:lnTo>
                <a:lnTo>
                  <a:pt x="1146429" y="89662"/>
                </a:lnTo>
                <a:lnTo>
                  <a:pt x="1143762" y="83947"/>
                </a:lnTo>
                <a:lnTo>
                  <a:pt x="1142441" y="79756"/>
                </a:lnTo>
                <a:lnTo>
                  <a:pt x="1142365" y="73787"/>
                </a:lnTo>
                <a:lnTo>
                  <a:pt x="1143381" y="71755"/>
                </a:lnTo>
                <a:lnTo>
                  <a:pt x="1147064" y="68580"/>
                </a:lnTo>
                <a:lnTo>
                  <a:pt x="1149858" y="67818"/>
                </a:lnTo>
                <a:lnTo>
                  <a:pt x="1156208" y="67818"/>
                </a:lnTo>
                <a:lnTo>
                  <a:pt x="1156208" y="63246"/>
                </a:lnTo>
                <a:lnTo>
                  <a:pt x="1103122" y="63119"/>
                </a:lnTo>
                <a:lnTo>
                  <a:pt x="1103122" y="67691"/>
                </a:lnTo>
                <a:lnTo>
                  <a:pt x="1107313" y="68707"/>
                </a:lnTo>
                <a:lnTo>
                  <a:pt x="1110361" y="69850"/>
                </a:lnTo>
                <a:lnTo>
                  <a:pt x="1113663" y="72263"/>
                </a:lnTo>
                <a:lnTo>
                  <a:pt x="1115314" y="74168"/>
                </a:lnTo>
                <a:lnTo>
                  <a:pt x="1117346" y="77089"/>
                </a:lnTo>
                <a:lnTo>
                  <a:pt x="1120140" y="80899"/>
                </a:lnTo>
                <a:lnTo>
                  <a:pt x="1122172" y="84074"/>
                </a:lnTo>
                <a:lnTo>
                  <a:pt x="1123315" y="86614"/>
                </a:lnTo>
                <a:lnTo>
                  <a:pt x="1164209" y="172593"/>
                </a:lnTo>
                <a:lnTo>
                  <a:pt x="1156081" y="192278"/>
                </a:lnTo>
                <a:lnTo>
                  <a:pt x="1153160" y="199644"/>
                </a:lnTo>
                <a:lnTo>
                  <a:pt x="1150112" y="204597"/>
                </a:lnTo>
                <a:lnTo>
                  <a:pt x="1147191" y="207264"/>
                </a:lnTo>
                <a:lnTo>
                  <a:pt x="1144270" y="209804"/>
                </a:lnTo>
                <a:lnTo>
                  <a:pt x="1141603" y="211074"/>
                </a:lnTo>
                <a:lnTo>
                  <a:pt x="1138301" y="211074"/>
                </a:lnTo>
                <a:lnTo>
                  <a:pt x="1136142" y="210439"/>
                </a:lnTo>
                <a:lnTo>
                  <a:pt x="1128141" y="207391"/>
                </a:lnTo>
                <a:lnTo>
                  <a:pt x="1124458" y="206502"/>
                </a:lnTo>
                <a:lnTo>
                  <a:pt x="1117727" y="206502"/>
                </a:lnTo>
                <a:lnTo>
                  <a:pt x="1114552" y="207518"/>
                </a:lnTo>
                <a:lnTo>
                  <a:pt x="1112266" y="209550"/>
                </a:lnTo>
                <a:lnTo>
                  <a:pt x="1109980" y="211709"/>
                </a:lnTo>
                <a:lnTo>
                  <a:pt x="1108837" y="214503"/>
                </a:lnTo>
                <a:lnTo>
                  <a:pt x="1108837" y="221615"/>
                </a:lnTo>
                <a:lnTo>
                  <a:pt x="1110488" y="224917"/>
                </a:lnTo>
                <a:lnTo>
                  <a:pt x="1113536" y="227711"/>
                </a:lnTo>
                <a:lnTo>
                  <a:pt x="1116711" y="230505"/>
                </a:lnTo>
                <a:lnTo>
                  <a:pt x="1120775" y="231902"/>
                </a:lnTo>
                <a:lnTo>
                  <a:pt x="1132332" y="231902"/>
                </a:lnTo>
                <a:lnTo>
                  <a:pt x="1157566" y="211074"/>
                </a:lnTo>
                <a:lnTo>
                  <a:pt x="1160538" y="206273"/>
                </a:lnTo>
                <a:lnTo>
                  <a:pt x="1164209" y="198501"/>
                </a:lnTo>
                <a:lnTo>
                  <a:pt x="1185202" y="147066"/>
                </a:lnTo>
                <a:lnTo>
                  <a:pt x="1210983" y="83947"/>
                </a:lnTo>
                <a:lnTo>
                  <a:pt x="1227455" y="67818"/>
                </a:lnTo>
                <a:lnTo>
                  <a:pt x="1227455" y="63246"/>
                </a:lnTo>
                <a:close/>
              </a:path>
            </a:pathLst>
          </a:custGeom>
          <a:solidFill>
            <a:srgbClr val="000000"/>
          </a:solidFill>
        </p:spPr>
        <p:txBody>
          <a:bodyPr wrap="square" lIns="0" tIns="0" rIns="0" bIns="0" rtlCol="0"/>
          <a:lstStyle/>
          <a:p>
            <a:endParaRPr/>
          </a:p>
        </p:txBody>
      </p:sp>
      <p:pic>
        <p:nvPicPr>
          <p:cNvPr id="47" name="object 47"/>
          <p:cNvPicPr/>
          <p:nvPr/>
        </p:nvPicPr>
        <p:blipFill>
          <a:blip r:embed="rId27" cstate="print"/>
          <a:stretch>
            <a:fillRect/>
          </a:stretch>
        </p:blipFill>
        <p:spPr>
          <a:xfrm>
            <a:off x="5483733" y="3805301"/>
            <a:ext cx="1050797" cy="180721"/>
          </a:xfrm>
          <a:prstGeom prst="rect">
            <a:avLst/>
          </a:prstGeom>
        </p:spPr>
      </p:pic>
      <p:pic>
        <p:nvPicPr>
          <p:cNvPr id="48" name="object 48"/>
          <p:cNvPicPr/>
          <p:nvPr/>
        </p:nvPicPr>
        <p:blipFill>
          <a:blip r:embed="rId28" cstate="print"/>
          <a:stretch>
            <a:fillRect/>
          </a:stretch>
        </p:blipFill>
        <p:spPr>
          <a:xfrm>
            <a:off x="6638543" y="3831463"/>
            <a:ext cx="186054" cy="154812"/>
          </a:xfrm>
          <a:prstGeom prst="rect">
            <a:avLst/>
          </a:prstGeom>
        </p:spPr>
      </p:pic>
      <p:grpSp>
        <p:nvGrpSpPr>
          <p:cNvPr id="49" name="object 49"/>
          <p:cNvGrpSpPr/>
          <p:nvPr/>
        </p:nvGrpSpPr>
        <p:grpSpPr>
          <a:xfrm>
            <a:off x="6939533" y="3806190"/>
            <a:ext cx="1007744" cy="231775"/>
            <a:chOff x="6939533" y="3806190"/>
            <a:chExt cx="1007744" cy="231775"/>
          </a:xfrm>
        </p:grpSpPr>
        <p:pic>
          <p:nvPicPr>
            <p:cNvPr id="50" name="object 50"/>
            <p:cNvPicPr/>
            <p:nvPr/>
          </p:nvPicPr>
          <p:blipFill>
            <a:blip r:embed="rId29" cstate="print"/>
            <a:stretch>
              <a:fillRect/>
            </a:stretch>
          </p:blipFill>
          <p:spPr>
            <a:xfrm>
              <a:off x="6939533" y="3806190"/>
              <a:ext cx="585597" cy="231775"/>
            </a:xfrm>
            <a:prstGeom prst="rect">
              <a:avLst/>
            </a:prstGeom>
          </p:spPr>
        </p:pic>
        <p:sp>
          <p:nvSpPr>
            <p:cNvPr id="51" name="object 51"/>
            <p:cNvSpPr/>
            <p:nvPr/>
          </p:nvSpPr>
          <p:spPr>
            <a:xfrm>
              <a:off x="7540879" y="3866134"/>
              <a:ext cx="406400" cy="121285"/>
            </a:xfrm>
            <a:custGeom>
              <a:avLst/>
              <a:gdLst/>
              <a:ahLst/>
              <a:cxnLst/>
              <a:rect l="l" t="t" r="r" b="b"/>
              <a:pathLst>
                <a:path w="406400" h="121285">
                  <a:moveTo>
                    <a:pt x="64262" y="50673"/>
                  </a:moveTo>
                  <a:lnTo>
                    <a:pt x="0" y="50673"/>
                  </a:lnTo>
                  <a:lnTo>
                    <a:pt x="0" y="69342"/>
                  </a:lnTo>
                  <a:lnTo>
                    <a:pt x="64262" y="69469"/>
                  </a:lnTo>
                  <a:lnTo>
                    <a:pt x="64262" y="50673"/>
                  </a:lnTo>
                  <a:close/>
                </a:path>
                <a:path w="406400" h="121285">
                  <a:moveTo>
                    <a:pt x="200406" y="106680"/>
                  </a:moveTo>
                  <a:lnTo>
                    <a:pt x="199453" y="104394"/>
                  </a:lnTo>
                  <a:lnTo>
                    <a:pt x="198628" y="102362"/>
                  </a:lnTo>
                  <a:lnTo>
                    <a:pt x="195427" y="103771"/>
                  </a:lnTo>
                  <a:lnTo>
                    <a:pt x="192532" y="104394"/>
                  </a:lnTo>
                  <a:lnTo>
                    <a:pt x="188087" y="104394"/>
                  </a:lnTo>
                  <a:lnTo>
                    <a:pt x="182245" y="96520"/>
                  </a:lnTo>
                  <a:lnTo>
                    <a:pt x="181610" y="93599"/>
                  </a:lnTo>
                  <a:lnTo>
                    <a:pt x="181292" y="86868"/>
                  </a:lnTo>
                  <a:lnTo>
                    <a:pt x="181356" y="3429"/>
                  </a:lnTo>
                  <a:lnTo>
                    <a:pt x="142494" y="3302"/>
                  </a:lnTo>
                  <a:lnTo>
                    <a:pt x="142494" y="8001"/>
                  </a:lnTo>
                  <a:lnTo>
                    <a:pt x="149987" y="8128"/>
                  </a:lnTo>
                  <a:lnTo>
                    <a:pt x="154940" y="9398"/>
                  </a:lnTo>
                  <a:lnTo>
                    <a:pt x="157226" y="11684"/>
                  </a:lnTo>
                  <a:lnTo>
                    <a:pt x="159639" y="13970"/>
                  </a:lnTo>
                  <a:lnTo>
                    <a:pt x="160782" y="18288"/>
                  </a:lnTo>
                  <a:lnTo>
                    <a:pt x="160782" y="89281"/>
                  </a:lnTo>
                  <a:lnTo>
                    <a:pt x="154559" y="95504"/>
                  </a:lnTo>
                  <a:lnTo>
                    <a:pt x="149225" y="99822"/>
                  </a:lnTo>
                  <a:lnTo>
                    <a:pt x="144653" y="101981"/>
                  </a:lnTo>
                  <a:lnTo>
                    <a:pt x="140081" y="104267"/>
                  </a:lnTo>
                  <a:lnTo>
                    <a:pt x="136144" y="105410"/>
                  </a:lnTo>
                  <a:lnTo>
                    <a:pt x="127254" y="105410"/>
                  </a:lnTo>
                  <a:lnTo>
                    <a:pt x="122809" y="103759"/>
                  </a:lnTo>
                  <a:lnTo>
                    <a:pt x="119126" y="100457"/>
                  </a:lnTo>
                  <a:lnTo>
                    <a:pt x="115443" y="97028"/>
                  </a:lnTo>
                  <a:lnTo>
                    <a:pt x="113665" y="90170"/>
                  </a:lnTo>
                  <a:lnTo>
                    <a:pt x="113665" y="3302"/>
                  </a:lnTo>
                  <a:lnTo>
                    <a:pt x="73787" y="3302"/>
                  </a:lnTo>
                  <a:lnTo>
                    <a:pt x="73787" y="7874"/>
                  </a:lnTo>
                  <a:lnTo>
                    <a:pt x="79756" y="7874"/>
                  </a:lnTo>
                  <a:lnTo>
                    <a:pt x="83947" y="8382"/>
                  </a:lnTo>
                  <a:lnTo>
                    <a:pt x="86233" y="9525"/>
                  </a:lnTo>
                  <a:lnTo>
                    <a:pt x="88392" y="10541"/>
                  </a:lnTo>
                  <a:lnTo>
                    <a:pt x="90170" y="12192"/>
                  </a:lnTo>
                  <a:lnTo>
                    <a:pt x="91313" y="14224"/>
                  </a:lnTo>
                  <a:lnTo>
                    <a:pt x="92456" y="16383"/>
                  </a:lnTo>
                  <a:lnTo>
                    <a:pt x="93091" y="20066"/>
                  </a:lnTo>
                  <a:lnTo>
                    <a:pt x="92964" y="86868"/>
                  </a:lnTo>
                  <a:lnTo>
                    <a:pt x="93980" y="95123"/>
                  </a:lnTo>
                  <a:lnTo>
                    <a:pt x="97536" y="106680"/>
                  </a:lnTo>
                  <a:lnTo>
                    <a:pt x="100838" y="111379"/>
                  </a:lnTo>
                  <a:lnTo>
                    <a:pt x="105537" y="115062"/>
                  </a:lnTo>
                  <a:lnTo>
                    <a:pt x="110236" y="118872"/>
                  </a:lnTo>
                  <a:lnTo>
                    <a:pt x="115697" y="120650"/>
                  </a:lnTo>
                  <a:lnTo>
                    <a:pt x="127762" y="120650"/>
                  </a:lnTo>
                  <a:lnTo>
                    <a:pt x="152133" y="105410"/>
                  </a:lnTo>
                  <a:lnTo>
                    <a:pt x="153873" y="103759"/>
                  </a:lnTo>
                  <a:lnTo>
                    <a:pt x="160782" y="96520"/>
                  </a:lnTo>
                  <a:lnTo>
                    <a:pt x="160782" y="120650"/>
                  </a:lnTo>
                  <a:lnTo>
                    <a:pt x="166370" y="120650"/>
                  </a:lnTo>
                  <a:lnTo>
                    <a:pt x="200406" y="106680"/>
                  </a:lnTo>
                  <a:close/>
                </a:path>
                <a:path w="406400" h="121285">
                  <a:moveTo>
                    <a:pt x="291553" y="86512"/>
                  </a:moveTo>
                  <a:lnTo>
                    <a:pt x="266446" y="53721"/>
                  </a:lnTo>
                  <a:lnTo>
                    <a:pt x="240411" y="41148"/>
                  </a:lnTo>
                  <a:lnTo>
                    <a:pt x="235204" y="37465"/>
                  </a:lnTo>
                  <a:lnTo>
                    <a:pt x="232664" y="34163"/>
                  </a:lnTo>
                  <a:lnTo>
                    <a:pt x="229997" y="30861"/>
                  </a:lnTo>
                  <a:lnTo>
                    <a:pt x="228600" y="26797"/>
                  </a:lnTo>
                  <a:lnTo>
                    <a:pt x="242316" y="7366"/>
                  </a:lnTo>
                  <a:lnTo>
                    <a:pt x="255651" y="7366"/>
                  </a:lnTo>
                  <a:lnTo>
                    <a:pt x="279019" y="38862"/>
                  </a:lnTo>
                  <a:lnTo>
                    <a:pt x="283083" y="38862"/>
                  </a:lnTo>
                  <a:lnTo>
                    <a:pt x="283083" y="7366"/>
                  </a:lnTo>
                  <a:lnTo>
                    <a:pt x="283083" y="4826"/>
                  </a:lnTo>
                  <a:lnTo>
                    <a:pt x="283083" y="127"/>
                  </a:lnTo>
                  <a:lnTo>
                    <a:pt x="279019" y="127"/>
                  </a:lnTo>
                  <a:lnTo>
                    <a:pt x="278003" y="2032"/>
                  </a:lnTo>
                  <a:lnTo>
                    <a:pt x="277114" y="3429"/>
                  </a:lnTo>
                  <a:lnTo>
                    <a:pt x="276352" y="3937"/>
                  </a:lnTo>
                  <a:lnTo>
                    <a:pt x="275590" y="4572"/>
                  </a:lnTo>
                  <a:lnTo>
                    <a:pt x="274574" y="4826"/>
                  </a:lnTo>
                  <a:lnTo>
                    <a:pt x="271907" y="4826"/>
                  </a:lnTo>
                  <a:lnTo>
                    <a:pt x="269113" y="4191"/>
                  </a:lnTo>
                  <a:lnTo>
                    <a:pt x="258445" y="1016"/>
                  </a:lnTo>
                  <a:lnTo>
                    <a:pt x="252984" y="127"/>
                  </a:lnTo>
                  <a:lnTo>
                    <a:pt x="248539" y="127"/>
                  </a:lnTo>
                  <a:lnTo>
                    <a:pt x="241261" y="711"/>
                  </a:lnTo>
                  <a:lnTo>
                    <a:pt x="213995" y="33020"/>
                  </a:lnTo>
                  <a:lnTo>
                    <a:pt x="213995" y="40132"/>
                  </a:lnTo>
                  <a:lnTo>
                    <a:pt x="251409" y="71348"/>
                  </a:lnTo>
                  <a:lnTo>
                    <a:pt x="258152" y="75247"/>
                  </a:lnTo>
                  <a:lnTo>
                    <a:pt x="263410" y="78778"/>
                  </a:lnTo>
                  <a:lnTo>
                    <a:pt x="267208" y="81915"/>
                  </a:lnTo>
                  <a:lnTo>
                    <a:pt x="271272" y="85725"/>
                  </a:lnTo>
                  <a:lnTo>
                    <a:pt x="273177" y="90551"/>
                  </a:lnTo>
                  <a:lnTo>
                    <a:pt x="273177" y="100965"/>
                  </a:lnTo>
                  <a:lnTo>
                    <a:pt x="271399" y="105029"/>
                  </a:lnTo>
                  <a:lnTo>
                    <a:pt x="264160" y="111760"/>
                  </a:lnTo>
                  <a:lnTo>
                    <a:pt x="259588" y="113411"/>
                  </a:lnTo>
                  <a:lnTo>
                    <a:pt x="245745" y="113411"/>
                  </a:lnTo>
                  <a:lnTo>
                    <a:pt x="218567" y="78359"/>
                  </a:lnTo>
                  <a:lnTo>
                    <a:pt x="214503" y="78359"/>
                  </a:lnTo>
                  <a:lnTo>
                    <a:pt x="214376" y="118999"/>
                  </a:lnTo>
                  <a:lnTo>
                    <a:pt x="218567" y="118999"/>
                  </a:lnTo>
                  <a:lnTo>
                    <a:pt x="219583" y="116840"/>
                  </a:lnTo>
                  <a:lnTo>
                    <a:pt x="221107" y="115697"/>
                  </a:lnTo>
                  <a:lnTo>
                    <a:pt x="224790" y="115697"/>
                  </a:lnTo>
                  <a:lnTo>
                    <a:pt x="226949" y="116205"/>
                  </a:lnTo>
                  <a:lnTo>
                    <a:pt x="229743" y="116967"/>
                  </a:lnTo>
                  <a:lnTo>
                    <a:pt x="238633" y="119507"/>
                  </a:lnTo>
                  <a:lnTo>
                    <a:pt x="246634" y="120777"/>
                  </a:lnTo>
                  <a:lnTo>
                    <a:pt x="253619" y="120777"/>
                  </a:lnTo>
                  <a:lnTo>
                    <a:pt x="260680" y="120192"/>
                  </a:lnTo>
                  <a:lnTo>
                    <a:pt x="267423" y="118402"/>
                  </a:lnTo>
                  <a:lnTo>
                    <a:pt x="273227" y="115697"/>
                  </a:lnTo>
                  <a:lnTo>
                    <a:pt x="273824" y="115430"/>
                  </a:lnTo>
                  <a:lnTo>
                    <a:pt x="276758" y="113411"/>
                  </a:lnTo>
                  <a:lnTo>
                    <a:pt x="279908" y="111252"/>
                  </a:lnTo>
                  <a:lnTo>
                    <a:pt x="285000" y="106121"/>
                  </a:lnTo>
                  <a:lnTo>
                    <a:pt x="288645" y="100228"/>
                  </a:lnTo>
                  <a:lnTo>
                    <a:pt x="290855" y="93586"/>
                  </a:lnTo>
                  <a:lnTo>
                    <a:pt x="291553" y="86512"/>
                  </a:lnTo>
                  <a:close/>
                </a:path>
                <a:path w="406400" h="121285">
                  <a:moveTo>
                    <a:pt x="406400" y="46355"/>
                  </a:moveTo>
                  <a:lnTo>
                    <a:pt x="389597" y="8890"/>
                  </a:lnTo>
                  <a:lnTo>
                    <a:pt x="380365" y="3302"/>
                  </a:lnTo>
                  <a:lnTo>
                    <a:pt x="380365" y="39243"/>
                  </a:lnTo>
                  <a:lnTo>
                    <a:pt x="327660" y="39116"/>
                  </a:lnTo>
                  <a:lnTo>
                    <a:pt x="348869" y="8890"/>
                  </a:lnTo>
                  <a:lnTo>
                    <a:pt x="360172" y="8890"/>
                  </a:lnTo>
                  <a:lnTo>
                    <a:pt x="380365" y="39243"/>
                  </a:lnTo>
                  <a:lnTo>
                    <a:pt x="380365" y="3302"/>
                  </a:lnTo>
                  <a:lnTo>
                    <a:pt x="380111" y="3162"/>
                  </a:lnTo>
                  <a:lnTo>
                    <a:pt x="371817" y="800"/>
                  </a:lnTo>
                  <a:lnTo>
                    <a:pt x="362712" y="0"/>
                  </a:lnTo>
                  <a:lnTo>
                    <a:pt x="351853" y="1028"/>
                  </a:lnTo>
                  <a:lnTo>
                    <a:pt x="318465" y="25311"/>
                  </a:lnTo>
                  <a:lnTo>
                    <a:pt x="310007" y="61849"/>
                  </a:lnTo>
                  <a:lnTo>
                    <a:pt x="310921" y="74688"/>
                  </a:lnTo>
                  <a:lnTo>
                    <a:pt x="332295" y="111785"/>
                  </a:lnTo>
                  <a:lnTo>
                    <a:pt x="359664" y="120777"/>
                  </a:lnTo>
                  <a:lnTo>
                    <a:pt x="368757" y="119926"/>
                  </a:lnTo>
                  <a:lnTo>
                    <a:pt x="377024" y="117322"/>
                  </a:lnTo>
                  <a:lnTo>
                    <a:pt x="384479" y="112966"/>
                  </a:lnTo>
                  <a:lnTo>
                    <a:pt x="391160" y="106807"/>
                  </a:lnTo>
                  <a:lnTo>
                    <a:pt x="396087" y="100584"/>
                  </a:lnTo>
                  <a:lnTo>
                    <a:pt x="396824" y="99669"/>
                  </a:lnTo>
                  <a:lnTo>
                    <a:pt x="401256" y="92125"/>
                  </a:lnTo>
                  <a:lnTo>
                    <a:pt x="404444" y="84188"/>
                  </a:lnTo>
                  <a:lnTo>
                    <a:pt x="406400" y="75819"/>
                  </a:lnTo>
                  <a:lnTo>
                    <a:pt x="402463" y="73406"/>
                  </a:lnTo>
                  <a:lnTo>
                    <a:pt x="398780" y="83312"/>
                  </a:lnTo>
                  <a:lnTo>
                    <a:pt x="394081" y="90297"/>
                  </a:lnTo>
                  <a:lnTo>
                    <a:pt x="388620" y="94488"/>
                  </a:lnTo>
                  <a:lnTo>
                    <a:pt x="383159" y="98552"/>
                  </a:lnTo>
                  <a:lnTo>
                    <a:pt x="376682" y="100584"/>
                  </a:lnTo>
                  <a:lnTo>
                    <a:pt x="369189" y="100584"/>
                  </a:lnTo>
                  <a:lnTo>
                    <a:pt x="334568" y="78206"/>
                  </a:lnTo>
                  <a:lnTo>
                    <a:pt x="327660" y="46355"/>
                  </a:lnTo>
                  <a:lnTo>
                    <a:pt x="406400" y="46355"/>
                  </a:lnTo>
                  <a:close/>
                </a:path>
              </a:pathLst>
            </a:custGeom>
            <a:solidFill>
              <a:srgbClr val="000000"/>
            </a:solidFill>
          </p:spPr>
          <p:txBody>
            <a:bodyPr wrap="square" lIns="0" tIns="0" rIns="0" bIns="0" rtlCol="0"/>
            <a:lstStyle/>
            <a:p>
              <a:endParaRPr/>
            </a:p>
          </p:txBody>
        </p:sp>
      </p:grpSp>
      <p:sp>
        <p:nvSpPr>
          <p:cNvPr id="52" name="object 52"/>
          <p:cNvSpPr/>
          <p:nvPr/>
        </p:nvSpPr>
        <p:spPr>
          <a:xfrm>
            <a:off x="8055851" y="3866388"/>
            <a:ext cx="502284" cy="121285"/>
          </a:xfrm>
          <a:custGeom>
            <a:avLst/>
            <a:gdLst/>
            <a:ahLst/>
            <a:cxnLst/>
            <a:rect l="l" t="t" r="r" b="b"/>
            <a:pathLst>
              <a:path w="502284" h="121285">
                <a:moveTo>
                  <a:pt x="109867" y="58166"/>
                </a:moveTo>
                <a:lnTo>
                  <a:pt x="96532" y="19685"/>
                </a:lnTo>
                <a:lnTo>
                  <a:pt x="86626" y="10185"/>
                </a:lnTo>
                <a:lnTo>
                  <a:pt x="86626" y="67818"/>
                </a:lnTo>
                <a:lnTo>
                  <a:pt x="86144" y="79032"/>
                </a:lnTo>
                <a:lnTo>
                  <a:pt x="66941" y="111887"/>
                </a:lnTo>
                <a:lnTo>
                  <a:pt x="58940" y="111887"/>
                </a:lnTo>
                <a:lnTo>
                  <a:pt x="28562" y="84404"/>
                </a:lnTo>
                <a:lnTo>
                  <a:pt x="23241" y="53543"/>
                </a:lnTo>
                <a:lnTo>
                  <a:pt x="23368" y="43573"/>
                </a:lnTo>
                <a:lnTo>
                  <a:pt x="37985" y="12065"/>
                </a:lnTo>
                <a:lnTo>
                  <a:pt x="42430" y="9398"/>
                </a:lnTo>
                <a:lnTo>
                  <a:pt x="46748" y="8128"/>
                </a:lnTo>
                <a:lnTo>
                  <a:pt x="51193" y="8128"/>
                </a:lnTo>
                <a:lnTo>
                  <a:pt x="83426" y="40665"/>
                </a:lnTo>
                <a:lnTo>
                  <a:pt x="86626" y="67818"/>
                </a:lnTo>
                <a:lnTo>
                  <a:pt x="86626" y="10185"/>
                </a:lnTo>
                <a:lnTo>
                  <a:pt x="83388" y="8128"/>
                </a:lnTo>
                <a:lnTo>
                  <a:pt x="78333" y="4940"/>
                </a:lnTo>
                <a:lnTo>
                  <a:pt x="67310" y="1244"/>
                </a:lnTo>
                <a:lnTo>
                  <a:pt x="55003" y="0"/>
                </a:lnTo>
                <a:lnTo>
                  <a:pt x="48018" y="482"/>
                </a:lnTo>
                <a:lnTo>
                  <a:pt x="11950" y="23012"/>
                </a:lnTo>
                <a:lnTo>
                  <a:pt x="0" y="62966"/>
                </a:lnTo>
                <a:lnTo>
                  <a:pt x="685" y="71843"/>
                </a:lnTo>
                <a:lnTo>
                  <a:pt x="20967" y="109131"/>
                </a:lnTo>
                <a:lnTo>
                  <a:pt x="53606" y="120650"/>
                </a:lnTo>
                <a:lnTo>
                  <a:pt x="61315" y="120180"/>
                </a:lnTo>
                <a:lnTo>
                  <a:pt x="68656" y="118719"/>
                </a:lnTo>
                <a:lnTo>
                  <a:pt x="75603" y="116268"/>
                </a:lnTo>
                <a:lnTo>
                  <a:pt x="82181" y="112776"/>
                </a:lnTo>
                <a:lnTo>
                  <a:pt x="83388" y="111887"/>
                </a:lnTo>
                <a:lnTo>
                  <a:pt x="88303" y="108305"/>
                </a:lnTo>
                <a:lnTo>
                  <a:pt x="107937" y="73621"/>
                </a:lnTo>
                <a:lnTo>
                  <a:pt x="109334" y="65887"/>
                </a:lnTo>
                <a:lnTo>
                  <a:pt x="109867" y="58166"/>
                </a:lnTo>
                <a:close/>
              </a:path>
              <a:path w="502284" h="121285">
                <a:moveTo>
                  <a:pt x="243979" y="112903"/>
                </a:moveTo>
                <a:lnTo>
                  <a:pt x="238518" y="112903"/>
                </a:lnTo>
                <a:lnTo>
                  <a:pt x="234708" y="112268"/>
                </a:lnTo>
                <a:lnTo>
                  <a:pt x="226580" y="32766"/>
                </a:lnTo>
                <a:lnTo>
                  <a:pt x="225691" y="25146"/>
                </a:lnTo>
                <a:lnTo>
                  <a:pt x="222135" y="15367"/>
                </a:lnTo>
                <a:lnTo>
                  <a:pt x="221246" y="12954"/>
                </a:lnTo>
                <a:lnTo>
                  <a:pt x="217690" y="7874"/>
                </a:lnTo>
                <a:lnTo>
                  <a:pt x="213245" y="4826"/>
                </a:lnTo>
                <a:lnTo>
                  <a:pt x="208800" y="1651"/>
                </a:lnTo>
                <a:lnTo>
                  <a:pt x="203339" y="127"/>
                </a:lnTo>
                <a:lnTo>
                  <a:pt x="197243" y="127"/>
                </a:lnTo>
                <a:lnTo>
                  <a:pt x="187998" y="1638"/>
                </a:lnTo>
                <a:lnTo>
                  <a:pt x="178549" y="6146"/>
                </a:lnTo>
                <a:lnTo>
                  <a:pt x="168897" y="13690"/>
                </a:lnTo>
                <a:lnTo>
                  <a:pt x="159016" y="24257"/>
                </a:lnTo>
                <a:lnTo>
                  <a:pt x="159016" y="16637"/>
                </a:lnTo>
                <a:lnTo>
                  <a:pt x="159016" y="127"/>
                </a:lnTo>
                <a:lnTo>
                  <a:pt x="153682" y="127"/>
                </a:lnTo>
                <a:lnTo>
                  <a:pt x="119392" y="13970"/>
                </a:lnTo>
                <a:lnTo>
                  <a:pt x="121297" y="18415"/>
                </a:lnTo>
                <a:lnTo>
                  <a:pt x="124472" y="17272"/>
                </a:lnTo>
                <a:lnTo>
                  <a:pt x="127266" y="16637"/>
                </a:lnTo>
                <a:lnTo>
                  <a:pt x="131711" y="16637"/>
                </a:lnTo>
                <a:lnTo>
                  <a:pt x="133489" y="17145"/>
                </a:lnTo>
                <a:lnTo>
                  <a:pt x="138442" y="99822"/>
                </a:lnTo>
                <a:lnTo>
                  <a:pt x="137426" y="105410"/>
                </a:lnTo>
                <a:lnTo>
                  <a:pt x="135394" y="108331"/>
                </a:lnTo>
                <a:lnTo>
                  <a:pt x="133362" y="111379"/>
                </a:lnTo>
                <a:lnTo>
                  <a:pt x="129425" y="112776"/>
                </a:lnTo>
                <a:lnTo>
                  <a:pt x="121170" y="112776"/>
                </a:lnTo>
                <a:lnTo>
                  <a:pt x="121170" y="117221"/>
                </a:lnTo>
                <a:lnTo>
                  <a:pt x="177431" y="117348"/>
                </a:lnTo>
                <a:lnTo>
                  <a:pt x="177431" y="112776"/>
                </a:lnTo>
                <a:lnTo>
                  <a:pt x="171208" y="112776"/>
                </a:lnTo>
                <a:lnTo>
                  <a:pt x="167144" y="112268"/>
                </a:lnTo>
                <a:lnTo>
                  <a:pt x="159016" y="31496"/>
                </a:lnTo>
                <a:lnTo>
                  <a:pt x="166344" y="24485"/>
                </a:lnTo>
                <a:lnTo>
                  <a:pt x="166662" y="24257"/>
                </a:lnTo>
                <a:lnTo>
                  <a:pt x="173697" y="19431"/>
                </a:lnTo>
                <a:lnTo>
                  <a:pt x="181063" y="16395"/>
                </a:lnTo>
                <a:lnTo>
                  <a:pt x="188480" y="15367"/>
                </a:lnTo>
                <a:lnTo>
                  <a:pt x="194830" y="15367"/>
                </a:lnTo>
                <a:lnTo>
                  <a:pt x="199402" y="17780"/>
                </a:lnTo>
                <a:lnTo>
                  <a:pt x="202069" y="22479"/>
                </a:lnTo>
                <a:lnTo>
                  <a:pt x="204736" y="27051"/>
                </a:lnTo>
                <a:lnTo>
                  <a:pt x="206133" y="34671"/>
                </a:lnTo>
                <a:lnTo>
                  <a:pt x="206019" y="99822"/>
                </a:lnTo>
                <a:lnTo>
                  <a:pt x="205879" y="101981"/>
                </a:lnTo>
                <a:lnTo>
                  <a:pt x="195338" y="112776"/>
                </a:lnTo>
                <a:lnTo>
                  <a:pt x="187718" y="112776"/>
                </a:lnTo>
                <a:lnTo>
                  <a:pt x="187718" y="117348"/>
                </a:lnTo>
                <a:lnTo>
                  <a:pt x="243979" y="117348"/>
                </a:lnTo>
                <a:lnTo>
                  <a:pt x="243979" y="112903"/>
                </a:lnTo>
                <a:close/>
              </a:path>
              <a:path w="502284" h="121285">
                <a:moveTo>
                  <a:pt x="351675" y="46482"/>
                </a:moveTo>
                <a:lnTo>
                  <a:pt x="351663" y="46355"/>
                </a:lnTo>
                <a:lnTo>
                  <a:pt x="351116" y="39243"/>
                </a:lnTo>
                <a:lnTo>
                  <a:pt x="350901" y="36436"/>
                </a:lnTo>
                <a:lnTo>
                  <a:pt x="325640" y="3416"/>
                </a:lnTo>
                <a:lnTo>
                  <a:pt x="325640" y="39243"/>
                </a:lnTo>
                <a:lnTo>
                  <a:pt x="272935" y="39243"/>
                </a:lnTo>
                <a:lnTo>
                  <a:pt x="294144" y="8890"/>
                </a:lnTo>
                <a:lnTo>
                  <a:pt x="305447" y="8890"/>
                </a:lnTo>
                <a:lnTo>
                  <a:pt x="325640" y="39243"/>
                </a:lnTo>
                <a:lnTo>
                  <a:pt x="325640" y="3416"/>
                </a:lnTo>
                <a:lnTo>
                  <a:pt x="325386" y="3276"/>
                </a:lnTo>
                <a:lnTo>
                  <a:pt x="317093" y="914"/>
                </a:lnTo>
                <a:lnTo>
                  <a:pt x="307987" y="127"/>
                </a:lnTo>
                <a:lnTo>
                  <a:pt x="297129" y="1079"/>
                </a:lnTo>
                <a:lnTo>
                  <a:pt x="263740" y="25374"/>
                </a:lnTo>
                <a:lnTo>
                  <a:pt x="255282" y="61976"/>
                </a:lnTo>
                <a:lnTo>
                  <a:pt x="256184" y="74739"/>
                </a:lnTo>
                <a:lnTo>
                  <a:pt x="277571" y="111912"/>
                </a:lnTo>
                <a:lnTo>
                  <a:pt x="304939" y="120904"/>
                </a:lnTo>
                <a:lnTo>
                  <a:pt x="314032" y="120027"/>
                </a:lnTo>
                <a:lnTo>
                  <a:pt x="346532" y="92163"/>
                </a:lnTo>
                <a:lnTo>
                  <a:pt x="351675" y="75946"/>
                </a:lnTo>
                <a:lnTo>
                  <a:pt x="347738" y="73406"/>
                </a:lnTo>
                <a:lnTo>
                  <a:pt x="344055" y="83312"/>
                </a:lnTo>
                <a:lnTo>
                  <a:pt x="339356" y="90424"/>
                </a:lnTo>
                <a:lnTo>
                  <a:pt x="328434" y="98552"/>
                </a:lnTo>
                <a:lnTo>
                  <a:pt x="321957" y="100584"/>
                </a:lnTo>
                <a:lnTo>
                  <a:pt x="314464" y="100584"/>
                </a:lnTo>
                <a:lnTo>
                  <a:pt x="279844" y="78308"/>
                </a:lnTo>
                <a:lnTo>
                  <a:pt x="272935" y="46355"/>
                </a:lnTo>
                <a:lnTo>
                  <a:pt x="351675" y="46482"/>
                </a:lnTo>
                <a:close/>
              </a:path>
              <a:path w="502284" h="121285">
                <a:moveTo>
                  <a:pt x="448665" y="86690"/>
                </a:moveTo>
                <a:lnTo>
                  <a:pt x="423557" y="53975"/>
                </a:lnTo>
                <a:lnTo>
                  <a:pt x="397522" y="41275"/>
                </a:lnTo>
                <a:lnTo>
                  <a:pt x="392315" y="37719"/>
                </a:lnTo>
                <a:lnTo>
                  <a:pt x="389775" y="34290"/>
                </a:lnTo>
                <a:lnTo>
                  <a:pt x="387108" y="30988"/>
                </a:lnTo>
                <a:lnTo>
                  <a:pt x="385711" y="27051"/>
                </a:lnTo>
                <a:lnTo>
                  <a:pt x="385838" y="18669"/>
                </a:lnTo>
                <a:lnTo>
                  <a:pt x="387616" y="15240"/>
                </a:lnTo>
                <a:lnTo>
                  <a:pt x="394728" y="9144"/>
                </a:lnTo>
                <a:lnTo>
                  <a:pt x="399427" y="7620"/>
                </a:lnTo>
                <a:lnTo>
                  <a:pt x="412762" y="7620"/>
                </a:lnTo>
                <a:lnTo>
                  <a:pt x="436130" y="38989"/>
                </a:lnTo>
                <a:lnTo>
                  <a:pt x="440194" y="38989"/>
                </a:lnTo>
                <a:lnTo>
                  <a:pt x="440194" y="7620"/>
                </a:lnTo>
                <a:lnTo>
                  <a:pt x="440194" y="4953"/>
                </a:lnTo>
                <a:lnTo>
                  <a:pt x="440194" y="254"/>
                </a:lnTo>
                <a:lnTo>
                  <a:pt x="436130" y="254"/>
                </a:lnTo>
                <a:lnTo>
                  <a:pt x="435114" y="2286"/>
                </a:lnTo>
                <a:lnTo>
                  <a:pt x="434225" y="3556"/>
                </a:lnTo>
                <a:lnTo>
                  <a:pt x="433463" y="4064"/>
                </a:lnTo>
                <a:lnTo>
                  <a:pt x="432701" y="4699"/>
                </a:lnTo>
                <a:lnTo>
                  <a:pt x="431685" y="4953"/>
                </a:lnTo>
                <a:lnTo>
                  <a:pt x="429018" y="4953"/>
                </a:lnTo>
                <a:lnTo>
                  <a:pt x="426224" y="4318"/>
                </a:lnTo>
                <a:lnTo>
                  <a:pt x="421906" y="3175"/>
                </a:lnTo>
                <a:lnTo>
                  <a:pt x="415556" y="1270"/>
                </a:lnTo>
                <a:lnTo>
                  <a:pt x="410095" y="254"/>
                </a:lnTo>
                <a:lnTo>
                  <a:pt x="405650" y="254"/>
                </a:lnTo>
                <a:lnTo>
                  <a:pt x="398373" y="850"/>
                </a:lnTo>
                <a:lnTo>
                  <a:pt x="371106" y="33147"/>
                </a:lnTo>
                <a:lnTo>
                  <a:pt x="371106" y="40386"/>
                </a:lnTo>
                <a:lnTo>
                  <a:pt x="408520" y="71475"/>
                </a:lnTo>
                <a:lnTo>
                  <a:pt x="415264" y="75374"/>
                </a:lnTo>
                <a:lnTo>
                  <a:pt x="420522" y="78905"/>
                </a:lnTo>
                <a:lnTo>
                  <a:pt x="424319" y="82042"/>
                </a:lnTo>
                <a:lnTo>
                  <a:pt x="428383" y="85979"/>
                </a:lnTo>
                <a:lnTo>
                  <a:pt x="430288" y="90678"/>
                </a:lnTo>
                <a:lnTo>
                  <a:pt x="430288" y="101219"/>
                </a:lnTo>
                <a:lnTo>
                  <a:pt x="428510" y="105156"/>
                </a:lnTo>
                <a:lnTo>
                  <a:pt x="424954" y="108585"/>
                </a:lnTo>
                <a:lnTo>
                  <a:pt x="421271" y="111887"/>
                </a:lnTo>
                <a:lnTo>
                  <a:pt x="416699" y="113538"/>
                </a:lnTo>
                <a:lnTo>
                  <a:pt x="402856" y="113538"/>
                </a:lnTo>
                <a:lnTo>
                  <a:pt x="375678" y="78486"/>
                </a:lnTo>
                <a:lnTo>
                  <a:pt x="371614" y="78486"/>
                </a:lnTo>
                <a:lnTo>
                  <a:pt x="371487" y="119126"/>
                </a:lnTo>
                <a:lnTo>
                  <a:pt x="375678" y="119126"/>
                </a:lnTo>
                <a:lnTo>
                  <a:pt x="376694" y="116967"/>
                </a:lnTo>
                <a:lnTo>
                  <a:pt x="378218" y="115951"/>
                </a:lnTo>
                <a:lnTo>
                  <a:pt x="381901" y="115951"/>
                </a:lnTo>
                <a:lnTo>
                  <a:pt x="384060" y="116332"/>
                </a:lnTo>
                <a:lnTo>
                  <a:pt x="386854" y="117221"/>
                </a:lnTo>
                <a:lnTo>
                  <a:pt x="395744" y="119634"/>
                </a:lnTo>
                <a:lnTo>
                  <a:pt x="403745" y="120904"/>
                </a:lnTo>
                <a:lnTo>
                  <a:pt x="410730" y="120904"/>
                </a:lnTo>
                <a:lnTo>
                  <a:pt x="417791" y="120319"/>
                </a:lnTo>
                <a:lnTo>
                  <a:pt x="424535" y="118529"/>
                </a:lnTo>
                <a:lnTo>
                  <a:pt x="430072" y="115951"/>
                </a:lnTo>
                <a:lnTo>
                  <a:pt x="430936" y="115557"/>
                </a:lnTo>
                <a:lnTo>
                  <a:pt x="433870" y="113538"/>
                </a:lnTo>
                <a:lnTo>
                  <a:pt x="437019" y="111379"/>
                </a:lnTo>
                <a:lnTo>
                  <a:pt x="442112" y="106311"/>
                </a:lnTo>
                <a:lnTo>
                  <a:pt x="445757" y="100444"/>
                </a:lnTo>
                <a:lnTo>
                  <a:pt x="447967" y="93776"/>
                </a:lnTo>
                <a:lnTo>
                  <a:pt x="448665" y="86690"/>
                </a:lnTo>
                <a:close/>
              </a:path>
              <a:path w="502284" h="121285">
                <a:moveTo>
                  <a:pt x="501789" y="103378"/>
                </a:moveTo>
                <a:lnTo>
                  <a:pt x="500392" y="100076"/>
                </a:lnTo>
                <a:lnTo>
                  <a:pt x="497852" y="97409"/>
                </a:lnTo>
                <a:lnTo>
                  <a:pt x="495185" y="94742"/>
                </a:lnTo>
                <a:lnTo>
                  <a:pt x="491883" y="93345"/>
                </a:lnTo>
                <a:lnTo>
                  <a:pt x="487946" y="93345"/>
                </a:lnTo>
                <a:lnTo>
                  <a:pt x="484136" y="93345"/>
                </a:lnTo>
                <a:lnTo>
                  <a:pt x="480961" y="94742"/>
                </a:lnTo>
                <a:lnTo>
                  <a:pt x="475500" y="99949"/>
                </a:lnTo>
                <a:lnTo>
                  <a:pt x="474230" y="103251"/>
                </a:lnTo>
                <a:lnTo>
                  <a:pt x="474230" y="110998"/>
                </a:lnTo>
                <a:lnTo>
                  <a:pt x="475500" y="114173"/>
                </a:lnTo>
                <a:lnTo>
                  <a:pt x="478167" y="116967"/>
                </a:lnTo>
                <a:lnTo>
                  <a:pt x="480961" y="119634"/>
                </a:lnTo>
                <a:lnTo>
                  <a:pt x="484136" y="121031"/>
                </a:lnTo>
                <a:lnTo>
                  <a:pt x="491756" y="121031"/>
                </a:lnTo>
                <a:lnTo>
                  <a:pt x="495058" y="119634"/>
                </a:lnTo>
                <a:lnTo>
                  <a:pt x="500392" y="114300"/>
                </a:lnTo>
                <a:lnTo>
                  <a:pt x="501789" y="110998"/>
                </a:lnTo>
                <a:lnTo>
                  <a:pt x="501789" y="103378"/>
                </a:lnTo>
                <a:close/>
              </a:path>
            </a:pathLst>
          </a:custGeom>
          <a:solidFill>
            <a:srgbClr val="000000"/>
          </a:solidFill>
        </p:spPr>
        <p:txBody>
          <a:bodyPr wrap="square" lIns="0" tIns="0" rIns="0" bIns="0" rtlCol="0"/>
          <a:lstStyle/>
          <a:p>
            <a:endParaRPr/>
          </a:p>
        </p:txBody>
      </p:sp>
      <p:sp>
        <p:nvSpPr>
          <p:cNvPr id="53" name="object 53"/>
          <p:cNvSpPr/>
          <p:nvPr/>
        </p:nvSpPr>
        <p:spPr>
          <a:xfrm>
            <a:off x="518604" y="4106926"/>
            <a:ext cx="514350" cy="231775"/>
          </a:xfrm>
          <a:custGeom>
            <a:avLst/>
            <a:gdLst/>
            <a:ahLst/>
            <a:cxnLst/>
            <a:rect l="l" t="t" r="r" b="b"/>
            <a:pathLst>
              <a:path w="514350" h="231775">
                <a:moveTo>
                  <a:pt x="105803" y="172085"/>
                </a:moveTo>
                <a:lnTo>
                  <a:pt x="34340" y="172085"/>
                </a:lnTo>
                <a:lnTo>
                  <a:pt x="34340" y="176656"/>
                </a:lnTo>
                <a:lnTo>
                  <a:pt x="105790" y="176656"/>
                </a:lnTo>
                <a:lnTo>
                  <a:pt x="105803" y="172085"/>
                </a:lnTo>
                <a:close/>
              </a:path>
              <a:path w="514350" h="231775">
                <a:moveTo>
                  <a:pt x="82156" y="18668"/>
                </a:moveTo>
                <a:lnTo>
                  <a:pt x="58305" y="18668"/>
                </a:lnTo>
                <a:lnTo>
                  <a:pt x="58216" y="156844"/>
                </a:lnTo>
                <a:lnTo>
                  <a:pt x="57302" y="162941"/>
                </a:lnTo>
                <a:lnTo>
                  <a:pt x="52489" y="169925"/>
                </a:lnTo>
                <a:lnTo>
                  <a:pt x="47434" y="172085"/>
                </a:lnTo>
                <a:lnTo>
                  <a:pt x="93408" y="172085"/>
                </a:lnTo>
                <a:lnTo>
                  <a:pt x="88569" y="170306"/>
                </a:lnTo>
                <a:lnTo>
                  <a:pt x="85420" y="166878"/>
                </a:lnTo>
                <a:lnTo>
                  <a:pt x="83184" y="164337"/>
                </a:lnTo>
                <a:lnTo>
                  <a:pt x="82067" y="157861"/>
                </a:lnTo>
                <a:lnTo>
                  <a:pt x="82156" y="18668"/>
                </a:lnTo>
                <a:close/>
              </a:path>
              <a:path w="514350" h="231775">
                <a:moveTo>
                  <a:pt x="140067" y="18668"/>
                </a:moveTo>
                <a:lnTo>
                  <a:pt x="82156" y="18668"/>
                </a:lnTo>
                <a:lnTo>
                  <a:pt x="105892" y="18796"/>
                </a:lnTo>
                <a:lnTo>
                  <a:pt x="112852" y="18796"/>
                </a:lnTo>
                <a:lnTo>
                  <a:pt x="118465" y="19938"/>
                </a:lnTo>
                <a:lnTo>
                  <a:pt x="136702" y="47751"/>
                </a:lnTo>
                <a:lnTo>
                  <a:pt x="141414" y="47751"/>
                </a:lnTo>
                <a:lnTo>
                  <a:pt x="140067" y="18668"/>
                </a:lnTo>
                <a:close/>
              </a:path>
              <a:path w="514350" h="231775">
                <a:moveTo>
                  <a:pt x="2006" y="8128"/>
                </a:moveTo>
                <a:lnTo>
                  <a:pt x="0" y="47625"/>
                </a:lnTo>
                <a:lnTo>
                  <a:pt x="4724" y="47625"/>
                </a:lnTo>
                <a:lnTo>
                  <a:pt x="5308" y="40005"/>
                </a:lnTo>
                <a:lnTo>
                  <a:pt x="7137" y="33909"/>
                </a:lnTo>
                <a:lnTo>
                  <a:pt x="13271" y="25018"/>
                </a:lnTo>
                <a:lnTo>
                  <a:pt x="16954" y="21971"/>
                </a:lnTo>
                <a:lnTo>
                  <a:pt x="24587" y="19304"/>
                </a:lnTo>
                <a:lnTo>
                  <a:pt x="30175" y="18668"/>
                </a:lnTo>
                <a:lnTo>
                  <a:pt x="140067" y="18668"/>
                </a:lnTo>
                <a:lnTo>
                  <a:pt x="139585" y="8255"/>
                </a:lnTo>
                <a:lnTo>
                  <a:pt x="2006" y="8128"/>
                </a:lnTo>
                <a:close/>
              </a:path>
              <a:path w="514350" h="231775">
                <a:moveTo>
                  <a:pt x="189143" y="16256"/>
                </a:moveTo>
                <a:lnTo>
                  <a:pt x="161721" y="16256"/>
                </a:lnTo>
                <a:lnTo>
                  <a:pt x="163436" y="16891"/>
                </a:lnTo>
                <a:lnTo>
                  <a:pt x="164719" y="17906"/>
                </a:lnTo>
                <a:lnTo>
                  <a:pt x="166001" y="19050"/>
                </a:lnTo>
                <a:lnTo>
                  <a:pt x="166954" y="21081"/>
                </a:lnTo>
                <a:lnTo>
                  <a:pt x="168198" y="26924"/>
                </a:lnTo>
                <a:lnTo>
                  <a:pt x="168503" y="34925"/>
                </a:lnTo>
                <a:lnTo>
                  <a:pt x="168485" y="63881"/>
                </a:lnTo>
                <a:lnTo>
                  <a:pt x="168358" y="158750"/>
                </a:lnTo>
                <a:lnTo>
                  <a:pt x="156070" y="172212"/>
                </a:lnTo>
                <a:lnTo>
                  <a:pt x="151015" y="172212"/>
                </a:lnTo>
                <a:lnTo>
                  <a:pt x="151015" y="176784"/>
                </a:lnTo>
                <a:lnTo>
                  <a:pt x="207429" y="176784"/>
                </a:lnTo>
                <a:lnTo>
                  <a:pt x="207441" y="172338"/>
                </a:lnTo>
                <a:lnTo>
                  <a:pt x="201637" y="172338"/>
                </a:lnTo>
                <a:lnTo>
                  <a:pt x="197561" y="171576"/>
                </a:lnTo>
                <a:lnTo>
                  <a:pt x="192836" y="169037"/>
                </a:lnTo>
                <a:lnTo>
                  <a:pt x="191223" y="167512"/>
                </a:lnTo>
                <a:lnTo>
                  <a:pt x="189484" y="163703"/>
                </a:lnTo>
                <a:lnTo>
                  <a:pt x="189052" y="158750"/>
                </a:lnTo>
                <a:lnTo>
                  <a:pt x="189103" y="90931"/>
                </a:lnTo>
                <a:lnTo>
                  <a:pt x="195237" y="84328"/>
                </a:lnTo>
                <a:lnTo>
                  <a:pt x="196474" y="83312"/>
                </a:lnTo>
                <a:lnTo>
                  <a:pt x="189103" y="83312"/>
                </a:lnTo>
                <a:lnTo>
                  <a:pt x="189143" y="16256"/>
                </a:lnTo>
                <a:close/>
              </a:path>
              <a:path w="514350" h="231775">
                <a:moveTo>
                  <a:pt x="273303" y="172338"/>
                </a:moveTo>
                <a:lnTo>
                  <a:pt x="217373" y="172338"/>
                </a:lnTo>
                <a:lnTo>
                  <a:pt x="217373" y="176784"/>
                </a:lnTo>
                <a:lnTo>
                  <a:pt x="273303" y="176784"/>
                </a:lnTo>
                <a:lnTo>
                  <a:pt x="273303" y="172338"/>
                </a:lnTo>
                <a:close/>
              </a:path>
              <a:path w="514350" h="231775">
                <a:moveTo>
                  <a:pt x="252015" y="74549"/>
                </a:moveTo>
                <a:lnTo>
                  <a:pt x="213499" y="74549"/>
                </a:lnTo>
                <a:lnTo>
                  <a:pt x="217563" y="74675"/>
                </a:lnTo>
                <a:lnTo>
                  <a:pt x="221538" y="74675"/>
                </a:lnTo>
                <a:lnTo>
                  <a:pt x="224942" y="75565"/>
                </a:lnTo>
                <a:lnTo>
                  <a:pt x="227749" y="77597"/>
                </a:lnTo>
                <a:lnTo>
                  <a:pt x="230568" y="79501"/>
                </a:lnTo>
                <a:lnTo>
                  <a:pt x="232613" y="82423"/>
                </a:lnTo>
                <a:lnTo>
                  <a:pt x="233939" y="86490"/>
                </a:lnTo>
                <a:lnTo>
                  <a:pt x="235178" y="90169"/>
                </a:lnTo>
                <a:lnTo>
                  <a:pt x="235813" y="98298"/>
                </a:lnTo>
                <a:lnTo>
                  <a:pt x="235775" y="157480"/>
                </a:lnTo>
                <a:lnTo>
                  <a:pt x="225285" y="172338"/>
                </a:lnTo>
                <a:lnTo>
                  <a:pt x="267995" y="172338"/>
                </a:lnTo>
                <a:lnTo>
                  <a:pt x="264350" y="171704"/>
                </a:lnTo>
                <a:lnTo>
                  <a:pt x="260375" y="169418"/>
                </a:lnTo>
                <a:lnTo>
                  <a:pt x="258965" y="167894"/>
                </a:lnTo>
                <a:lnTo>
                  <a:pt x="258140" y="165862"/>
                </a:lnTo>
                <a:lnTo>
                  <a:pt x="256984" y="163194"/>
                </a:lnTo>
                <a:lnTo>
                  <a:pt x="256471" y="158750"/>
                </a:lnTo>
                <a:lnTo>
                  <a:pt x="256438" y="110743"/>
                </a:lnTo>
                <a:lnTo>
                  <a:pt x="256298" y="101056"/>
                </a:lnTo>
                <a:lnTo>
                  <a:pt x="255860" y="92964"/>
                </a:lnTo>
                <a:lnTo>
                  <a:pt x="255099" y="86360"/>
                </a:lnTo>
                <a:lnTo>
                  <a:pt x="254101" y="81661"/>
                </a:lnTo>
                <a:lnTo>
                  <a:pt x="252015" y="74549"/>
                </a:lnTo>
                <a:close/>
              </a:path>
              <a:path w="514350" h="231775">
                <a:moveTo>
                  <a:pt x="233603" y="59562"/>
                </a:moveTo>
                <a:lnTo>
                  <a:pt x="221754" y="59562"/>
                </a:lnTo>
                <a:lnTo>
                  <a:pt x="216369" y="60960"/>
                </a:lnTo>
                <a:lnTo>
                  <a:pt x="189103" y="83312"/>
                </a:lnTo>
                <a:lnTo>
                  <a:pt x="196474" y="83312"/>
                </a:lnTo>
                <a:lnTo>
                  <a:pt x="200494" y="80010"/>
                </a:lnTo>
                <a:lnTo>
                  <a:pt x="209283" y="75692"/>
                </a:lnTo>
                <a:lnTo>
                  <a:pt x="213499" y="74549"/>
                </a:lnTo>
                <a:lnTo>
                  <a:pt x="252015" y="74549"/>
                </a:lnTo>
                <a:lnTo>
                  <a:pt x="251866" y="74041"/>
                </a:lnTo>
                <a:lnTo>
                  <a:pt x="248424" y="68453"/>
                </a:lnTo>
                <a:lnTo>
                  <a:pt x="239153" y="61341"/>
                </a:lnTo>
                <a:lnTo>
                  <a:pt x="233603" y="59562"/>
                </a:lnTo>
                <a:close/>
              </a:path>
              <a:path w="514350" h="231775">
                <a:moveTo>
                  <a:pt x="189153" y="0"/>
                </a:moveTo>
                <a:lnTo>
                  <a:pt x="183438" y="0"/>
                </a:lnTo>
                <a:lnTo>
                  <a:pt x="149377" y="13969"/>
                </a:lnTo>
                <a:lnTo>
                  <a:pt x="151117" y="18287"/>
                </a:lnTo>
                <a:lnTo>
                  <a:pt x="155016" y="16891"/>
                </a:lnTo>
                <a:lnTo>
                  <a:pt x="157822" y="16256"/>
                </a:lnTo>
                <a:lnTo>
                  <a:pt x="189143" y="16256"/>
                </a:lnTo>
                <a:lnTo>
                  <a:pt x="189153" y="0"/>
                </a:lnTo>
                <a:close/>
              </a:path>
              <a:path w="514350" h="231775">
                <a:moveTo>
                  <a:pt x="337756" y="59562"/>
                </a:moveTo>
                <a:lnTo>
                  <a:pt x="300164" y="75818"/>
                </a:lnTo>
                <a:lnTo>
                  <a:pt x="285153" y="121412"/>
                </a:lnTo>
                <a:lnTo>
                  <a:pt x="286057" y="134173"/>
                </a:lnTo>
                <a:lnTo>
                  <a:pt x="307397" y="171338"/>
                </a:lnTo>
                <a:lnTo>
                  <a:pt x="334822" y="180340"/>
                </a:lnTo>
                <a:lnTo>
                  <a:pt x="343874" y="179460"/>
                </a:lnTo>
                <a:lnTo>
                  <a:pt x="352132" y="176831"/>
                </a:lnTo>
                <a:lnTo>
                  <a:pt x="359600" y="172464"/>
                </a:lnTo>
                <a:lnTo>
                  <a:pt x="366280" y="166369"/>
                </a:lnTo>
                <a:lnTo>
                  <a:pt x="371294" y="160019"/>
                </a:lnTo>
                <a:lnTo>
                  <a:pt x="344284" y="160019"/>
                </a:lnTo>
                <a:lnTo>
                  <a:pt x="336166" y="159117"/>
                </a:lnTo>
                <a:lnTo>
                  <a:pt x="305808" y="128508"/>
                </a:lnTo>
                <a:lnTo>
                  <a:pt x="302806" y="105918"/>
                </a:lnTo>
                <a:lnTo>
                  <a:pt x="381469" y="105918"/>
                </a:lnTo>
                <a:lnTo>
                  <a:pt x="380922" y="98679"/>
                </a:lnTo>
                <a:lnTo>
                  <a:pt x="302818" y="98679"/>
                </a:lnTo>
                <a:lnTo>
                  <a:pt x="303733" y="89154"/>
                </a:lnTo>
                <a:lnTo>
                  <a:pt x="306908" y="81661"/>
                </a:lnTo>
                <a:lnTo>
                  <a:pt x="317766" y="70993"/>
                </a:lnTo>
                <a:lnTo>
                  <a:pt x="323926" y="68325"/>
                </a:lnTo>
                <a:lnTo>
                  <a:pt x="364636" y="68325"/>
                </a:lnTo>
                <a:lnTo>
                  <a:pt x="362616" y="66635"/>
                </a:lnTo>
                <a:lnTo>
                  <a:pt x="355187" y="62706"/>
                </a:lnTo>
                <a:lnTo>
                  <a:pt x="346900" y="60348"/>
                </a:lnTo>
                <a:lnTo>
                  <a:pt x="337756" y="59562"/>
                </a:lnTo>
                <a:close/>
              </a:path>
              <a:path w="514350" h="231775">
                <a:moveTo>
                  <a:pt x="377609" y="132842"/>
                </a:moveTo>
                <a:lnTo>
                  <a:pt x="373875" y="142875"/>
                </a:lnTo>
                <a:lnTo>
                  <a:pt x="369252" y="149860"/>
                </a:lnTo>
                <a:lnTo>
                  <a:pt x="358228" y="157987"/>
                </a:lnTo>
                <a:lnTo>
                  <a:pt x="351739" y="160019"/>
                </a:lnTo>
                <a:lnTo>
                  <a:pt x="371294" y="160019"/>
                </a:lnTo>
                <a:lnTo>
                  <a:pt x="371936" y="159206"/>
                </a:lnTo>
                <a:lnTo>
                  <a:pt x="376350" y="151637"/>
                </a:lnTo>
                <a:lnTo>
                  <a:pt x="379523" y="143688"/>
                </a:lnTo>
                <a:lnTo>
                  <a:pt x="381457" y="135381"/>
                </a:lnTo>
                <a:lnTo>
                  <a:pt x="377609" y="132842"/>
                </a:lnTo>
                <a:close/>
              </a:path>
              <a:path w="514350" h="231775">
                <a:moveTo>
                  <a:pt x="364636" y="68325"/>
                </a:moveTo>
                <a:lnTo>
                  <a:pt x="335267" y="68325"/>
                </a:lnTo>
                <a:lnTo>
                  <a:pt x="339559" y="69723"/>
                </a:lnTo>
                <a:lnTo>
                  <a:pt x="343661" y="72390"/>
                </a:lnTo>
                <a:lnTo>
                  <a:pt x="347751" y="74930"/>
                </a:lnTo>
                <a:lnTo>
                  <a:pt x="350837" y="78612"/>
                </a:lnTo>
                <a:lnTo>
                  <a:pt x="352907" y="83312"/>
                </a:lnTo>
                <a:lnTo>
                  <a:pt x="354228" y="86232"/>
                </a:lnTo>
                <a:lnTo>
                  <a:pt x="355092" y="91440"/>
                </a:lnTo>
                <a:lnTo>
                  <a:pt x="355511" y="98679"/>
                </a:lnTo>
                <a:lnTo>
                  <a:pt x="380922" y="98679"/>
                </a:lnTo>
                <a:lnTo>
                  <a:pt x="380710" y="95871"/>
                </a:lnTo>
                <a:lnTo>
                  <a:pt x="378410" y="86883"/>
                </a:lnTo>
                <a:lnTo>
                  <a:pt x="374570" y="78968"/>
                </a:lnTo>
                <a:lnTo>
                  <a:pt x="369189" y="72136"/>
                </a:lnTo>
                <a:lnTo>
                  <a:pt x="364636" y="68325"/>
                </a:lnTo>
                <a:close/>
              </a:path>
              <a:path w="514350" h="231775">
                <a:moveTo>
                  <a:pt x="411302" y="206375"/>
                </a:moveTo>
                <a:lnTo>
                  <a:pt x="404583" y="206375"/>
                </a:lnTo>
                <a:lnTo>
                  <a:pt x="401459" y="207391"/>
                </a:lnTo>
                <a:lnTo>
                  <a:pt x="399186" y="209550"/>
                </a:lnTo>
                <a:lnTo>
                  <a:pt x="396900" y="211581"/>
                </a:lnTo>
                <a:lnTo>
                  <a:pt x="395757" y="214375"/>
                </a:lnTo>
                <a:lnTo>
                  <a:pt x="395757" y="221487"/>
                </a:lnTo>
                <a:lnTo>
                  <a:pt x="397332" y="224790"/>
                </a:lnTo>
                <a:lnTo>
                  <a:pt x="403618" y="230378"/>
                </a:lnTo>
                <a:lnTo>
                  <a:pt x="407631" y="231775"/>
                </a:lnTo>
                <a:lnTo>
                  <a:pt x="419239" y="231775"/>
                </a:lnTo>
                <a:lnTo>
                  <a:pt x="444526" y="210947"/>
                </a:lnTo>
                <a:lnTo>
                  <a:pt x="425132" y="210947"/>
                </a:lnTo>
                <a:lnTo>
                  <a:pt x="423062" y="210312"/>
                </a:lnTo>
                <a:lnTo>
                  <a:pt x="415023" y="207263"/>
                </a:lnTo>
                <a:lnTo>
                  <a:pt x="411302" y="206375"/>
                </a:lnTo>
                <a:close/>
              </a:path>
              <a:path w="514350" h="231775">
                <a:moveTo>
                  <a:pt x="390017" y="62992"/>
                </a:moveTo>
                <a:lnTo>
                  <a:pt x="390017" y="67691"/>
                </a:lnTo>
                <a:lnTo>
                  <a:pt x="394233" y="68580"/>
                </a:lnTo>
                <a:lnTo>
                  <a:pt x="397306" y="69850"/>
                </a:lnTo>
                <a:lnTo>
                  <a:pt x="399211" y="71119"/>
                </a:lnTo>
                <a:lnTo>
                  <a:pt x="400532" y="72136"/>
                </a:lnTo>
                <a:lnTo>
                  <a:pt x="402234" y="74041"/>
                </a:lnTo>
                <a:lnTo>
                  <a:pt x="404291" y="76962"/>
                </a:lnTo>
                <a:lnTo>
                  <a:pt x="407035" y="80772"/>
                </a:lnTo>
                <a:lnTo>
                  <a:pt x="409016" y="83947"/>
                </a:lnTo>
                <a:lnTo>
                  <a:pt x="410260" y="86487"/>
                </a:lnTo>
                <a:lnTo>
                  <a:pt x="451091" y="172466"/>
                </a:lnTo>
                <a:lnTo>
                  <a:pt x="443001" y="192150"/>
                </a:lnTo>
                <a:lnTo>
                  <a:pt x="440004" y="199517"/>
                </a:lnTo>
                <a:lnTo>
                  <a:pt x="437045" y="204597"/>
                </a:lnTo>
                <a:lnTo>
                  <a:pt x="431164" y="209676"/>
                </a:lnTo>
                <a:lnTo>
                  <a:pt x="428447" y="210947"/>
                </a:lnTo>
                <a:lnTo>
                  <a:pt x="444526" y="210947"/>
                </a:lnTo>
                <a:lnTo>
                  <a:pt x="447451" y="206158"/>
                </a:lnTo>
                <a:lnTo>
                  <a:pt x="451065" y="198374"/>
                </a:lnTo>
                <a:lnTo>
                  <a:pt x="472100" y="146938"/>
                </a:lnTo>
                <a:lnTo>
                  <a:pt x="461048" y="146938"/>
                </a:lnTo>
                <a:lnTo>
                  <a:pt x="433374" y="89535"/>
                </a:lnTo>
                <a:lnTo>
                  <a:pt x="430644" y="83819"/>
                </a:lnTo>
                <a:lnTo>
                  <a:pt x="429351" y="79629"/>
                </a:lnTo>
                <a:lnTo>
                  <a:pt x="429272" y="73660"/>
                </a:lnTo>
                <a:lnTo>
                  <a:pt x="430212" y="71755"/>
                </a:lnTo>
                <a:lnTo>
                  <a:pt x="433946" y="68453"/>
                </a:lnTo>
                <a:lnTo>
                  <a:pt x="436740" y="67691"/>
                </a:lnTo>
                <a:lnTo>
                  <a:pt x="443077" y="67691"/>
                </a:lnTo>
                <a:lnTo>
                  <a:pt x="443077" y="63118"/>
                </a:lnTo>
                <a:lnTo>
                  <a:pt x="390017" y="62992"/>
                </a:lnTo>
                <a:close/>
              </a:path>
              <a:path w="514350" h="231775">
                <a:moveTo>
                  <a:pt x="514286" y="63118"/>
                </a:moveTo>
                <a:lnTo>
                  <a:pt x="477253" y="63118"/>
                </a:lnTo>
                <a:lnTo>
                  <a:pt x="477253" y="67691"/>
                </a:lnTo>
                <a:lnTo>
                  <a:pt x="480809" y="67691"/>
                </a:lnTo>
                <a:lnTo>
                  <a:pt x="483298" y="67944"/>
                </a:lnTo>
                <a:lnTo>
                  <a:pt x="484708" y="68453"/>
                </a:lnTo>
                <a:lnTo>
                  <a:pt x="486117" y="69087"/>
                </a:lnTo>
                <a:lnTo>
                  <a:pt x="487146" y="69723"/>
                </a:lnTo>
                <a:lnTo>
                  <a:pt x="487807" y="70738"/>
                </a:lnTo>
                <a:lnTo>
                  <a:pt x="488391" y="71374"/>
                </a:lnTo>
                <a:lnTo>
                  <a:pt x="488585" y="72136"/>
                </a:lnTo>
                <a:lnTo>
                  <a:pt x="488683" y="77343"/>
                </a:lnTo>
                <a:lnTo>
                  <a:pt x="487972" y="80772"/>
                </a:lnTo>
                <a:lnTo>
                  <a:pt x="486562" y="84074"/>
                </a:lnTo>
                <a:lnTo>
                  <a:pt x="461048" y="146938"/>
                </a:lnTo>
                <a:lnTo>
                  <a:pt x="472100" y="146938"/>
                </a:lnTo>
                <a:lnTo>
                  <a:pt x="497901" y="83819"/>
                </a:lnTo>
                <a:lnTo>
                  <a:pt x="499679" y="79375"/>
                </a:lnTo>
                <a:lnTo>
                  <a:pt x="500976" y="76454"/>
                </a:lnTo>
                <a:lnTo>
                  <a:pt x="514286" y="67691"/>
                </a:lnTo>
                <a:lnTo>
                  <a:pt x="514286" y="63118"/>
                </a:lnTo>
                <a:close/>
              </a:path>
            </a:pathLst>
          </a:custGeom>
          <a:solidFill>
            <a:srgbClr val="000000"/>
          </a:solidFill>
        </p:spPr>
        <p:txBody>
          <a:bodyPr wrap="square" lIns="0" tIns="0" rIns="0" bIns="0" rtlCol="0"/>
          <a:lstStyle/>
          <a:p>
            <a:endParaRPr/>
          </a:p>
        </p:txBody>
      </p:sp>
      <p:sp>
        <p:nvSpPr>
          <p:cNvPr id="54" name="object 54"/>
          <p:cNvSpPr/>
          <p:nvPr/>
        </p:nvSpPr>
        <p:spPr>
          <a:xfrm>
            <a:off x="1138300" y="4166742"/>
            <a:ext cx="341630" cy="121285"/>
          </a:xfrm>
          <a:custGeom>
            <a:avLst/>
            <a:gdLst/>
            <a:ahLst/>
            <a:cxnLst/>
            <a:rect l="l" t="t" r="r" b="b"/>
            <a:pathLst>
              <a:path w="341630" h="121285">
                <a:moveTo>
                  <a:pt x="54343" y="0"/>
                </a:moveTo>
                <a:lnTo>
                  <a:pt x="15989" y="16763"/>
                </a:lnTo>
                <a:lnTo>
                  <a:pt x="0" y="60451"/>
                </a:lnTo>
                <a:lnTo>
                  <a:pt x="890" y="73568"/>
                </a:lnTo>
                <a:lnTo>
                  <a:pt x="21894" y="111543"/>
                </a:lnTo>
                <a:lnTo>
                  <a:pt x="48171" y="120776"/>
                </a:lnTo>
                <a:lnTo>
                  <a:pt x="56134" y="120014"/>
                </a:lnTo>
                <a:lnTo>
                  <a:pt x="84404" y="101345"/>
                </a:lnTo>
                <a:lnTo>
                  <a:pt x="57137" y="101345"/>
                </a:lnTo>
                <a:lnTo>
                  <a:pt x="49062" y="100369"/>
                </a:lnTo>
                <a:lnTo>
                  <a:pt x="22625" y="68945"/>
                </a:lnTo>
                <a:lnTo>
                  <a:pt x="20129" y="49783"/>
                </a:lnTo>
                <a:lnTo>
                  <a:pt x="20767" y="40260"/>
                </a:lnTo>
                <a:lnTo>
                  <a:pt x="41948" y="8381"/>
                </a:lnTo>
                <a:lnTo>
                  <a:pt x="80992" y="8381"/>
                </a:lnTo>
                <a:lnTo>
                  <a:pt x="76146" y="5089"/>
                </a:lnTo>
                <a:lnTo>
                  <a:pt x="69621" y="2270"/>
                </a:lnTo>
                <a:lnTo>
                  <a:pt x="62353" y="569"/>
                </a:lnTo>
                <a:lnTo>
                  <a:pt x="54343" y="0"/>
                </a:lnTo>
                <a:close/>
              </a:path>
              <a:path w="341630" h="121285">
                <a:moveTo>
                  <a:pt x="92316" y="72262"/>
                </a:moveTo>
                <a:lnTo>
                  <a:pt x="88011" y="82295"/>
                </a:lnTo>
                <a:lnTo>
                  <a:pt x="83565" y="89153"/>
                </a:lnTo>
                <a:lnTo>
                  <a:pt x="79006" y="92963"/>
                </a:lnTo>
                <a:lnTo>
                  <a:pt x="72542" y="98551"/>
                </a:lnTo>
                <a:lnTo>
                  <a:pt x="65252" y="101345"/>
                </a:lnTo>
                <a:lnTo>
                  <a:pt x="84404" y="101345"/>
                </a:lnTo>
                <a:lnTo>
                  <a:pt x="89104" y="93932"/>
                </a:lnTo>
                <a:lnTo>
                  <a:pt x="93065" y="84635"/>
                </a:lnTo>
                <a:lnTo>
                  <a:pt x="95923" y="74040"/>
                </a:lnTo>
                <a:lnTo>
                  <a:pt x="92316" y="72262"/>
                </a:lnTo>
                <a:close/>
              </a:path>
              <a:path w="341630" h="121285">
                <a:moveTo>
                  <a:pt x="80992" y="8381"/>
                </a:moveTo>
                <a:lnTo>
                  <a:pt x="55371" y="8381"/>
                </a:lnTo>
                <a:lnTo>
                  <a:pt x="59385" y="9651"/>
                </a:lnTo>
                <a:lnTo>
                  <a:pt x="62280" y="12064"/>
                </a:lnTo>
                <a:lnTo>
                  <a:pt x="65189" y="14731"/>
                </a:lnTo>
                <a:lnTo>
                  <a:pt x="66852" y="18414"/>
                </a:lnTo>
                <a:lnTo>
                  <a:pt x="67767" y="28193"/>
                </a:lnTo>
                <a:lnTo>
                  <a:pt x="68694" y="31495"/>
                </a:lnTo>
                <a:lnTo>
                  <a:pt x="72580" y="36448"/>
                </a:lnTo>
                <a:lnTo>
                  <a:pt x="76276" y="37972"/>
                </a:lnTo>
                <a:lnTo>
                  <a:pt x="84797" y="37972"/>
                </a:lnTo>
                <a:lnTo>
                  <a:pt x="87642" y="36956"/>
                </a:lnTo>
                <a:lnTo>
                  <a:pt x="91706" y="33146"/>
                </a:lnTo>
                <a:lnTo>
                  <a:pt x="92722" y="30606"/>
                </a:lnTo>
                <a:lnTo>
                  <a:pt x="92722" y="21081"/>
                </a:lnTo>
                <a:lnTo>
                  <a:pt x="89128" y="14858"/>
                </a:lnTo>
                <a:lnTo>
                  <a:pt x="81927" y="9016"/>
                </a:lnTo>
                <a:lnTo>
                  <a:pt x="80992" y="8381"/>
                </a:lnTo>
                <a:close/>
              </a:path>
              <a:path w="341630" h="121285">
                <a:moveTo>
                  <a:pt x="188849" y="7746"/>
                </a:moveTo>
                <a:lnTo>
                  <a:pt x="162306" y="7746"/>
                </a:lnTo>
                <a:lnTo>
                  <a:pt x="167512" y="9778"/>
                </a:lnTo>
                <a:lnTo>
                  <a:pt x="174752" y="18287"/>
                </a:lnTo>
                <a:lnTo>
                  <a:pt x="176530" y="26034"/>
                </a:lnTo>
                <a:lnTo>
                  <a:pt x="176530" y="41909"/>
                </a:lnTo>
                <a:lnTo>
                  <a:pt x="162909" y="47031"/>
                </a:lnTo>
                <a:lnTo>
                  <a:pt x="151384" y="51736"/>
                </a:lnTo>
                <a:lnTo>
                  <a:pt x="116865" y="75945"/>
                </a:lnTo>
                <a:lnTo>
                  <a:pt x="114376" y="80009"/>
                </a:lnTo>
                <a:lnTo>
                  <a:pt x="113131" y="84708"/>
                </a:lnTo>
                <a:lnTo>
                  <a:pt x="113118" y="99059"/>
                </a:lnTo>
                <a:lnTo>
                  <a:pt x="115658" y="106171"/>
                </a:lnTo>
                <a:lnTo>
                  <a:pt x="120870" y="111632"/>
                </a:lnTo>
                <a:lnTo>
                  <a:pt x="125844" y="116966"/>
                </a:lnTo>
                <a:lnTo>
                  <a:pt x="132334" y="119633"/>
                </a:lnTo>
                <a:lnTo>
                  <a:pt x="145287" y="119633"/>
                </a:lnTo>
                <a:lnTo>
                  <a:pt x="170851" y="105282"/>
                </a:lnTo>
                <a:lnTo>
                  <a:pt x="146939" y="105282"/>
                </a:lnTo>
                <a:lnTo>
                  <a:pt x="142875" y="103250"/>
                </a:lnTo>
                <a:lnTo>
                  <a:pt x="135762" y="95376"/>
                </a:lnTo>
                <a:lnTo>
                  <a:pt x="133985" y="90423"/>
                </a:lnTo>
                <a:lnTo>
                  <a:pt x="133985" y="79755"/>
                </a:lnTo>
                <a:lnTo>
                  <a:pt x="167953" y="52909"/>
                </a:lnTo>
                <a:lnTo>
                  <a:pt x="176530" y="49402"/>
                </a:lnTo>
                <a:lnTo>
                  <a:pt x="196977" y="49402"/>
                </a:lnTo>
                <a:lnTo>
                  <a:pt x="197104" y="28193"/>
                </a:lnTo>
                <a:lnTo>
                  <a:pt x="196342" y="20827"/>
                </a:lnTo>
                <a:lnTo>
                  <a:pt x="194818" y="17271"/>
                </a:lnTo>
                <a:lnTo>
                  <a:pt x="192532" y="11810"/>
                </a:lnTo>
                <a:lnTo>
                  <a:pt x="188849" y="7746"/>
                </a:lnTo>
                <a:close/>
              </a:path>
              <a:path w="341630" h="121285">
                <a:moveTo>
                  <a:pt x="198344" y="100964"/>
                </a:moveTo>
                <a:lnTo>
                  <a:pt x="176530" y="100964"/>
                </a:lnTo>
                <a:lnTo>
                  <a:pt x="176530" y="107695"/>
                </a:lnTo>
                <a:lnTo>
                  <a:pt x="177800" y="112521"/>
                </a:lnTo>
                <a:lnTo>
                  <a:pt x="182626" y="118109"/>
                </a:lnTo>
                <a:lnTo>
                  <a:pt x="185801" y="119506"/>
                </a:lnTo>
                <a:lnTo>
                  <a:pt x="189865" y="119506"/>
                </a:lnTo>
                <a:lnTo>
                  <a:pt x="196318" y="118360"/>
                </a:lnTo>
                <a:lnTo>
                  <a:pt x="202914" y="114903"/>
                </a:lnTo>
                <a:lnTo>
                  <a:pt x="209653" y="109112"/>
                </a:lnTo>
                <a:lnTo>
                  <a:pt x="214067" y="103885"/>
                </a:lnTo>
                <a:lnTo>
                  <a:pt x="201676" y="103885"/>
                </a:lnTo>
                <a:lnTo>
                  <a:pt x="200660" y="103504"/>
                </a:lnTo>
                <a:lnTo>
                  <a:pt x="198755" y="101853"/>
                </a:lnTo>
                <a:lnTo>
                  <a:pt x="198344" y="100964"/>
                </a:lnTo>
                <a:close/>
              </a:path>
              <a:path w="341630" h="121285">
                <a:moveTo>
                  <a:pt x="196977" y="49402"/>
                </a:moveTo>
                <a:lnTo>
                  <a:pt x="176530" y="49402"/>
                </a:lnTo>
                <a:lnTo>
                  <a:pt x="176530" y="92836"/>
                </a:lnTo>
                <a:lnTo>
                  <a:pt x="169193" y="98264"/>
                </a:lnTo>
                <a:lnTo>
                  <a:pt x="162607" y="102155"/>
                </a:lnTo>
                <a:lnTo>
                  <a:pt x="156759" y="104499"/>
                </a:lnTo>
                <a:lnTo>
                  <a:pt x="151637" y="105282"/>
                </a:lnTo>
                <a:lnTo>
                  <a:pt x="170851" y="105282"/>
                </a:lnTo>
                <a:lnTo>
                  <a:pt x="176530" y="100964"/>
                </a:lnTo>
                <a:lnTo>
                  <a:pt x="198344" y="100964"/>
                </a:lnTo>
                <a:lnTo>
                  <a:pt x="197993" y="100202"/>
                </a:lnTo>
                <a:lnTo>
                  <a:pt x="197231" y="95376"/>
                </a:lnTo>
                <a:lnTo>
                  <a:pt x="197044" y="90423"/>
                </a:lnTo>
                <a:lnTo>
                  <a:pt x="196977" y="49402"/>
                </a:lnTo>
                <a:close/>
              </a:path>
              <a:path w="341630" h="121285">
                <a:moveTo>
                  <a:pt x="216535" y="93979"/>
                </a:moveTo>
                <a:lnTo>
                  <a:pt x="211582" y="98932"/>
                </a:lnTo>
                <a:lnTo>
                  <a:pt x="208153" y="101980"/>
                </a:lnTo>
                <a:lnTo>
                  <a:pt x="205486" y="103631"/>
                </a:lnTo>
                <a:lnTo>
                  <a:pt x="204343" y="103885"/>
                </a:lnTo>
                <a:lnTo>
                  <a:pt x="214067" y="103885"/>
                </a:lnTo>
                <a:lnTo>
                  <a:pt x="216535" y="100964"/>
                </a:lnTo>
                <a:lnTo>
                  <a:pt x="216535" y="93979"/>
                </a:lnTo>
                <a:close/>
              </a:path>
              <a:path w="341630" h="121285">
                <a:moveTo>
                  <a:pt x="159131" y="126"/>
                </a:moveTo>
                <a:lnTo>
                  <a:pt x="121170" y="14985"/>
                </a:lnTo>
                <a:lnTo>
                  <a:pt x="117513" y="21589"/>
                </a:lnTo>
                <a:lnTo>
                  <a:pt x="117597" y="32638"/>
                </a:lnTo>
                <a:lnTo>
                  <a:pt x="118478" y="35305"/>
                </a:lnTo>
                <a:lnTo>
                  <a:pt x="122377" y="39623"/>
                </a:lnTo>
                <a:lnTo>
                  <a:pt x="124879" y="40766"/>
                </a:lnTo>
                <a:lnTo>
                  <a:pt x="131089" y="40766"/>
                </a:lnTo>
                <a:lnTo>
                  <a:pt x="138303" y="21589"/>
                </a:lnTo>
                <a:lnTo>
                  <a:pt x="138303" y="17906"/>
                </a:lnTo>
                <a:lnTo>
                  <a:pt x="139827" y="14731"/>
                </a:lnTo>
                <a:lnTo>
                  <a:pt x="143002" y="11937"/>
                </a:lnTo>
                <a:lnTo>
                  <a:pt x="146050" y="9143"/>
                </a:lnTo>
                <a:lnTo>
                  <a:pt x="150240" y="7746"/>
                </a:lnTo>
                <a:lnTo>
                  <a:pt x="188849" y="7746"/>
                </a:lnTo>
                <a:lnTo>
                  <a:pt x="184023" y="5206"/>
                </a:lnTo>
                <a:lnTo>
                  <a:pt x="178829" y="2966"/>
                </a:lnTo>
                <a:lnTo>
                  <a:pt x="172958" y="1381"/>
                </a:lnTo>
                <a:lnTo>
                  <a:pt x="166395" y="438"/>
                </a:lnTo>
                <a:lnTo>
                  <a:pt x="159131" y="126"/>
                </a:lnTo>
                <a:close/>
              </a:path>
              <a:path w="341630" h="121285">
                <a:moveTo>
                  <a:pt x="341376" y="112902"/>
                </a:moveTo>
                <a:lnTo>
                  <a:pt x="285115" y="112902"/>
                </a:lnTo>
                <a:lnTo>
                  <a:pt x="285115" y="117347"/>
                </a:lnTo>
                <a:lnTo>
                  <a:pt x="341376" y="117474"/>
                </a:lnTo>
                <a:lnTo>
                  <a:pt x="341376" y="112902"/>
                </a:lnTo>
                <a:close/>
              </a:path>
              <a:path w="341630" h="121285">
                <a:moveTo>
                  <a:pt x="274955" y="112902"/>
                </a:moveTo>
                <a:lnTo>
                  <a:pt x="218694" y="112902"/>
                </a:lnTo>
                <a:lnTo>
                  <a:pt x="218694" y="117347"/>
                </a:lnTo>
                <a:lnTo>
                  <a:pt x="274955" y="117347"/>
                </a:lnTo>
                <a:lnTo>
                  <a:pt x="274955" y="112902"/>
                </a:lnTo>
                <a:close/>
              </a:path>
              <a:path w="341630" h="121285">
                <a:moveTo>
                  <a:pt x="256540" y="16636"/>
                </a:moveTo>
                <a:lnTo>
                  <a:pt x="229235" y="16636"/>
                </a:lnTo>
                <a:lnTo>
                  <a:pt x="230886" y="17271"/>
                </a:lnTo>
                <a:lnTo>
                  <a:pt x="232156" y="18287"/>
                </a:lnTo>
                <a:lnTo>
                  <a:pt x="235965" y="99948"/>
                </a:lnTo>
                <a:lnTo>
                  <a:pt x="234950" y="105536"/>
                </a:lnTo>
                <a:lnTo>
                  <a:pt x="230886" y="111378"/>
                </a:lnTo>
                <a:lnTo>
                  <a:pt x="226949" y="112902"/>
                </a:lnTo>
                <a:lnTo>
                  <a:pt x="268732" y="112902"/>
                </a:lnTo>
                <a:lnTo>
                  <a:pt x="264668" y="112394"/>
                </a:lnTo>
                <a:lnTo>
                  <a:pt x="260604" y="110108"/>
                </a:lnTo>
                <a:lnTo>
                  <a:pt x="258953" y="108330"/>
                </a:lnTo>
                <a:lnTo>
                  <a:pt x="257810" y="105917"/>
                </a:lnTo>
                <a:lnTo>
                  <a:pt x="256921" y="104139"/>
                </a:lnTo>
                <a:lnTo>
                  <a:pt x="256479" y="99948"/>
                </a:lnTo>
                <a:lnTo>
                  <a:pt x="256412" y="31622"/>
                </a:lnTo>
                <a:lnTo>
                  <a:pt x="263820" y="24548"/>
                </a:lnTo>
                <a:lnTo>
                  <a:pt x="264247" y="24256"/>
                </a:lnTo>
                <a:lnTo>
                  <a:pt x="256540" y="24256"/>
                </a:lnTo>
                <a:lnTo>
                  <a:pt x="256540" y="16636"/>
                </a:lnTo>
                <a:close/>
              </a:path>
              <a:path w="341630" h="121285">
                <a:moveTo>
                  <a:pt x="319547" y="15493"/>
                </a:moveTo>
                <a:lnTo>
                  <a:pt x="292354" y="15493"/>
                </a:lnTo>
                <a:lnTo>
                  <a:pt x="296799" y="17779"/>
                </a:lnTo>
                <a:lnTo>
                  <a:pt x="299593" y="22478"/>
                </a:lnTo>
                <a:lnTo>
                  <a:pt x="302260" y="27177"/>
                </a:lnTo>
                <a:lnTo>
                  <a:pt x="303530" y="34670"/>
                </a:lnTo>
                <a:lnTo>
                  <a:pt x="303505" y="98932"/>
                </a:lnTo>
                <a:lnTo>
                  <a:pt x="303403" y="102107"/>
                </a:lnTo>
                <a:lnTo>
                  <a:pt x="303022" y="103377"/>
                </a:lnTo>
                <a:lnTo>
                  <a:pt x="302260" y="106552"/>
                </a:lnTo>
                <a:lnTo>
                  <a:pt x="300736" y="108838"/>
                </a:lnTo>
                <a:lnTo>
                  <a:pt x="298577" y="110489"/>
                </a:lnTo>
                <a:lnTo>
                  <a:pt x="296545" y="112140"/>
                </a:lnTo>
                <a:lnTo>
                  <a:pt x="292735" y="112902"/>
                </a:lnTo>
                <a:lnTo>
                  <a:pt x="335915" y="112902"/>
                </a:lnTo>
                <a:lnTo>
                  <a:pt x="332232" y="112394"/>
                </a:lnTo>
                <a:lnTo>
                  <a:pt x="330200" y="111251"/>
                </a:lnTo>
                <a:lnTo>
                  <a:pt x="328168" y="109981"/>
                </a:lnTo>
                <a:lnTo>
                  <a:pt x="326644" y="108457"/>
                </a:lnTo>
                <a:lnTo>
                  <a:pt x="325755" y="106298"/>
                </a:lnTo>
                <a:lnTo>
                  <a:pt x="324612" y="103758"/>
                </a:lnTo>
                <a:lnTo>
                  <a:pt x="324027" y="99313"/>
                </a:lnTo>
                <a:lnTo>
                  <a:pt x="324104" y="32765"/>
                </a:lnTo>
                <a:lnTo>
                  <a:pt x="323215" y="25145"/>
                </a:lnTo>
                <a:lnTo>
                  <a:pt x="319547" y="15493"/>
                </a:lnTo>
                <a:close/>
              </a:path>
              <a:path w="341630" h="121285">
                <a:moveTo>
                  <a:pt x="300863" y="253"/>
                </a:moveTo>
                <a:lnTo>
                  <a:pt x="294640" y="253"/>
                </a:lnTo>
                <a:lnTo>
                  <a:pt x="285472" y="1754"/>
                </a:lnTo>
                <a:lnTo>
                  <a:pt x="276066" y="6254"/>
                </a:lnTo>
                <a:lnTo>
                  <a:pt x="266422" y="13755"/>
                </a:lnTo>
                <a:lnTo>
                  <a:pt x="256540" y="24256"/>
                </a:lnTo>
                <a:lnTo>
                  <a:pt x="264247" y="24256"/>
                </a:lnTo>
                <a:lnTo>
                  <a:pt x="271192" y="19510"/>
                </a:lnTo>
                <a:lnTo>
                  <a:pt x="278540" y="16496"/>
                </a:lnTo>
                <a:lnTo>
                  <a:pt x="285877" y="15493"/>
                </a:lnTo>
                <a:lnTo>
                  <a:pt x="319547" y="15493"/>
                </a:lnTo>
                <a:lnTo>
                  <a:pt x="318643" y="13080"/>
                </a:lnTo>
                <a:lnTo>
                  <a:pt x="315087" y="8000"/>
                </a:lnTo>
                <a:lnTo>
                  <a:pt x="310642" y="4825"/>
                </a:lnTo>
                <a:lnTo>
                  <a:pt x="306197" y="1777"/>
                </a:lnTo>
                <a:lnTo>
                  <a:pt x="300863" y="253"/>
                </a:lnTo>
                <a:close/>
              </a:path>
              <a:path w="341630" h="121285">
                <a:moveTo>
                  <a:pt x="256540" y="126"/>
                </a:moveTo>
                <a:lnTo>
                  <a:pt x="251206" y="126"/>
                </a:lnTo>
                <a:lnTo>
                  <a:pt x="216789" y="14096"/>
                </a:lnTo>
                <a:lnTo>
                  <a:pt x="218694" y="18541"/>
                </a:lnTo>
                <a:lnTo>
                  <a:pt x="221996" y="17271"/>
                </a:lnTo>
                <a:lnTo>
                  <a:pt x="224662" y="16636"/>
                </a:lnTo>
                <a:lnTo>
                  <a:pt x="256540" y="16636"/>
                </a:lnTo>
                <a:lnTo>
                  <a:pt x="256540" y="126"/>
                </a:lnTo>
                <a:close/>
              </a:path>
            </a:pathLst>
          </a:custGeom>
          <a:solidFill>
            <a:srgbClr val="000000"/>
          </a:solidFill>
        </p:spPr>
        <p:txBody>
          <a:bodyPr wrap="square" lIns="0" tIns="0" rIns="0" bIns="0" rtlCol="0"/>
          <a:lstStyle/>
          <a:p>
            <a:endParaRPr/>
          </a:p>
        </p:txBody>
      </p:sp>
      <p:pic>
        <p:nvPicPr>
          <p:cNvPr id="55" name="object 55"/>
          <p:cNvPicPr/>
          <p:nvPr/>
        </p:nvPicPr>
        <p:blipFill>
          <a:blip r:embed="rId30" cstate="print"/>
          <a:stretch>
            <a:fillRect/>
          </a:stretch>
        </p:blipFill>
        <p:spPr>
          <a:xfrm>
            <a:off x="1575561" y="4107560"/>
            <a:ext cx="234314" cy="180212"/>
          </a:xfrm>
          <a:prstGeom prst="rect">
            <a:avLst/>
          </a:prstGeom>
        </p:spPr>
      </p:pic>
      <p:sp>
        <p:nvSpPr>
          <p:cNvPr id="56" name="object 56"/>
          <p:cNvSpPr/>
          <p:nvPr/>
        </p:nvSpPr>
        <p:spPr>
          <a:xfrm>
            <a:off x="1913001" y="4108196"/>
            <a:ext cx="661670" cy="180340"/>
          </a:xfrm>
          <a:custGeom>
            <a:avLst/>
            <a:gdLst/>
            <a:ahLst/>
            <a:cxnLst/>
            <a:rect l="l" t="t" r="r" b="b"/>
            <a:pathLst>
              <a:path w="661669" h="180339">
                <a:moveTo>
                  <a:pt x="59562" y="171830"/>
                </a:moveTo>
                <a:lnTo>
                  <a:pt x="1269" y="171830"/>
                </a:lnTo>
                <a:lnTo>
                  <a:pt x="1269" y="176275"/>
                </a:lnTo>
                <a:lnTo>
                  <a:pt x="59562" y="176275"/>
                </a:lnTo>
                <a:lnTo>
                  <a:pt x="59562" y="171830"/>
                </a:lnTo>
                <a:close/>
              </a:path>
              <a:path w="661669" h="180339">
                <a:moveTo>
                  <a:pt x="39669" y="75564"/>
                </a:moveTo>
                <a:lnTo>
                  <a:pt x="12192" y="75564"/>
                </a:lnTo>
                <a:lnTo>
                  <a:pt x="13969" y="76199"/>
                </a:lnTo>
                <a:lnTo>
                  <a:pt x="15367" y="77342"/>
                </a:lnTo>
                <a:lnTo>
                  <a:pt x="19176" y="93344"/>
                </a:lnTo>
                <a:lnTo>
                  <a:pt x="19176" y="157225"/>
                </a:lnTo>
                <a:lnTo>
                  <a:pt x="14097" y="169036"/>
                </a:lnTo>
                <a:lnTo>
                  <a:pt x="11303" y="170814"/>
                </a:lnTo>
                <a:lnTo>
                  <a:pt x="6985" y="171830"/>
                </a:lnTo>
                <a:lnTo>
                  <a:pt x="54356" y="171830"/>
                </a:lnTo>
                <a:lnTo>
                  <a:pt x="50418" y="171068"/>
                </a:lnTo>
                <a:lnTo>
                  <a:pt x="47751" y="169544"/>
                </a:lnTo>
                <a:lnTo>
                  <a:pt x="44957" y="168020"/>
                </a:lnTo>
                <a:lnTo>
                  <a:pt x="43053" y="166242"/>
                </a:lnTo>
                <a:lnTo>
                  <a:pt x="42037" y="163956"/>
                </a:lnTo>
                <a:lnTo>
                  <a:pt x="40386" y="160781"/>
                </a:lnTo>
                <a:lnTo>
                  <a:pt x="39624" y="155955"/>
                </a:lnTo>
                <a:lnTo>
                  <a:pt x="39624" y="95122"/>
                </a:lnTo>
                <a:lnTo>
                  <a:pt x="43687" y="87375"/>
                </a:lnTo>
                <a:lnTo>
                  <a:pt x="45506" y="84708"/>
                </a:lnTo>
                <a:lnTo>
                  <a:pt x="39624" y="84708"/>
                </a:lnTo>
                <a:lnTo>
                  <a:pt x="39669" y="75564"/>
                </a:lnTo>
                <a:close/>
              </a:path>
              <a:path w="661669" h="180339">
                <a:moveTo>
                  <a:pt x="73532" y="59054"/>
                </a:moveTo>
                <a:lnTo>
                  <a:pt x="69087" y="59054"/>
                </a:lnTo>
                <a:lnTo>
                  <a:pt x="61608" y="60652"/>
                </a:lnTo>
                <a:lnTo>
                  <a:pt x="54213" y="65452"/>
                </a:lnTo>
                <a:lnTo>
                  <a:pt x="46888" y="73467"/>
                </a:lnTo>
                <a:lnTo>
                  <a:pt x="39624" y="84708"/>
                </a:lnTo>
                <a:lnTo>
                  <a:pt x="45506" y="84708"/>
                </a:lnTo>
                <a:lnTo>
                  <a:pt x="47498" y="81787"/>
                </a:lnTo>
                <a:lnTo>
                  <a:pt x="51307" y="78358"/>
                </a:lnTo>
                <a:lnTo>
                  <a:pt x="52959" y="76707"/>
                </a:lnTo>
                <a:lnTo>
                  <a:pt x="54610" y="75818"/>
                </a:lnTo>
                <a:lnTo>
                  <a:pt x="84836" y="75818"/>
                </a:lnTo>
                <a:lnTo>
                  <a:pt x="84836" y="69214"/>
                </a:lnTo>
                <a:lnTo>
                  <a:pt x="83312" y="66039"/>
                </a:lnTo>
                <a:lnTo>
                  <a:pt x="80391" y="63245"/>
                </a:lnTo>
                <a:lnTo>
                  <a:pt x="77343" y="60451"/>
                </a:lnTo>
                <a:lnTo>
                  <a:pt x="73532" y="59054"/>
                </a:lnTo>
                <a:close/>
              </a:path>
              <a:path w="661669" h="180339">
                <a:moveTo>
                  <a:pt x="84836" y="75818"/>
                </a:moveTo>
                <a:lnTo>
                  <a:pt x="57785" y="75818"/>
                </a:lnTo>
                <a:lnTo>
                  <a:pt x="60451" y="77342"/>
                </a:lnTo>
                <a:lnTo>
                  <a:pt x="64135" y="80136"/>
                </a:lnTo>
                <a:lnTo>
                  <a:pt x="67691" y="83057"/>
                </a:lnTo>
                <a:lnTo>
                  <a:pt x="70993" y="84454"/>
                </a:lnTo>
                <a:lnTo>
                  <a:pt x="76835" y="84454"/>
                </a:lnTo>
                <a:lnTo>
                  <a:pt x="79375" y="83311"/>
                </a:lnTo>
                <a:lnTo>
                  <a:pt x="81534" y="81152"/>
                </a:lnTo>
                <a:lnTo>
                  <a:pt x="83693" y="78866"/>
                </a:lnTo>
                <a:lnTo>
                  <a:pt x="84836" y="76199"/>
                </a:lnTo>
                <a:lnTo>
                  <a:pt x="84836" y="75818"/>
                </a:lnTo>
                <a:close/>
              </a:path>
              <a:path w="661669" h="180339">
                <a:moveTo>
                  <a:pt x="39750" y="59054"/>
                </a:moveTo>
                <a:lnTo>
                  <a:pt x="34543" y="59054"/>
                </a:lnTo>
                <a:lnTo>
                  <a:pt x="0" y="73024"/>
                </a:lnTo>
                <a:lnTo>
                  <a:pt x="1269" y="77469"/>
                </a:lnTo>
                <a:lnTo>
                  <a:pt x="4572" y="76199"/>
                </a:lnTo>
                <a:lnTo>
                  <a:pt x="7366" y="75564"/>
                </a:lnTo>
                <a:lnTo>
                  <a:pt x="39669" y="75564"/>
                </a:lnTo>
                <a:lnTo>
                  <a:pt x="39750" y="59054"/>
                </a:lnTo>
                <a:close/>
              </a:path>
              <a:path w="661669" h="180339">
                <a:moveTo>
                  <a:pt x="144272" y="59054"/>
                </a:moveTo>
                <a:lnTo>
                  <a:pt x="106680" y="75310"/>
                </a:lnTo>
                <a:lnTo>
                  <a:pt x="91693" y="120903"/>
                </a:lnTo>
                <a:lnTo>
                  <a:pt x="92600" y="133665"/>
                </a:lnTo>
                <a:lnTo>
                  <a:pt x="113918" y="170830"/>
                </a:lnTo>
                <a:lnTo>
                  <a:pt x="141350" y="179831"/>
                </a:lnTo>
                <a:lnTo>
                  <a:pt x="150397" y="178952"/>
                </a:lnTo>
                <a:lnTo>
                  <a:pt x="158670" y="176323"/>
                </a:lnTo>
                <a:lnTo>
                  <a:pt x="166157" y="171956"/>
                </a:lnTo>
                <a:lnTo>
                  <a:pt x="172847" y="165861"/>
                </a:lnTo>
                <a:lnTo>
                  <a:pt x="177805" y="159511"/>
                </a:lnTo>
                <a:lnTo>
                  <a:pt x="150749" y="159511"/>
                </a:lnTo>
                <a:lnTo>
                  <a:pt x="142650" y="158609"/>
                </a:lnTo>
                <a:lnTo>
                  <a:pt x="112315" y="128000"/>
                </a:lnTo>
                <a:lnTo>
                  <a:pt x="109347" y="105409"/>
                </a:lnTo>
                <a:lnTo>
                  <a:pt x="187960" y="105409"/>
                </a:lnTo>
                <a:lnTo>
                  <a:pt x="187409" y="98170"/>
                </a:lnTo>
                <a:lnTo>
                  <a:pt x="109347" y="98170"/>
                </a:lnTo>
                <a:lnTo>
                  <a:pt x="110236" y="88645"/>
                </a:lnTo>
                <a:lnTo>
                  <a:pt x="113411" y="81152"/>
                </a:lnTo>
                <a:lnTo>
                  <a:pt x="124332" y="70484"/>
                </a:lnTo>
                <a:lnTo>
                  <a:pt x="130429" y="67817"/>
                </a:lnTo>
                <a:lnTo>
                  <a:pt x="171196" y="67817"/>
                </a:lnTo>
                <a:lnTo>
                  <a:pt x="169167" y="66127"/>
                </a:lnTo>
                <a:lnTo>
                  <a:pt x="161734" y="62198"/>
                </a:lnTo>
                <a:lnTo>
                  <a:pt x="153443" y="59840"/>
                </a:lnTo>
                <a:lnTo>
                  <a:pt x="144272" y="59054"/>
                </a:lnTo>
                <a:close/>
              </a:path>
              <a:path w="661669" h="180339">
                <a:moveTo>
                  <a:pt x="184150" y="132333"/>
                </a:moveTo>
                <a:lnTo>
                  <a:pt x="158242" y="159511"/>
                </a:lnTo>
                <a:lnTo>
                  <a:pt x="177805" y="159511"/>
                </a:lnTo>
                <a:lnTo>
                  <a:pt x="178440" y="158698"/>
                </a:lnTo>
                <a:lnTo>
                  <a:pt x="182832" y="151129"/>
                </a:lnTo>
                <a:lnTo>
                  <a:pt x="186009" y="143180"/>
                </a:lnTo>
                <a:lnTo>
                  <a:pt x="187960" y="134873"/>
                </a:lnTo>
                <a:lnTo>
                  <a:pt x="184150" y="132333"/>
                </a:lnTo>
                <a:close/>
              </a:path>
              <a:path w="661669" h="180339">
                <a:moveTo>
                  <a:pt x="171196" y="67817"/>
                </a:moveTo>
                <a:lnTo>
                  <a:pt x="141731" y="67817"/>
                </a:lnTo>
                <a:lnTo>
                  <a:pt x="146050" y="69214"/>
                </a:lnTo>
                <a:lnTo>
                  <a:pt x="150113" y="71881"/>
                </a:lnTo>
                <a:lnTo>
                  <a:pt x="154305" y="74421"/>
                </a:lnTo>
                <a:lnTo>
                  <a:pt x="157353" y="78104"/>
                </a:lnTo>
                <a:lnTo>
                  <a:pt x="159385" y="82803"/>
                </a:lnTo>
                <a:lnTo>
                  <a:pt x="160781" y="85724"/>
                </a:lnTo>
                <a:lnTo>
                  <a:pt x="161671" y="90931"/>
                </a:lnTo>
                <a:lnTo>
                  <a:pt x="162051" y="98170"/>
                </a:lnTo>
                <a:lnTo>
                  <a:pt x="187409" y="98170"/>
                </a:lnTo>
                <a:lnTo>
                  <a:pt x="187198" y="95380"/>
                </a:lnTo>
                <a:lnTo>
                  <a:pt x="184912" y="86423"/>
                </a:lnTo>
                <a:lnTo>
                  <a:pt x="181102" y="78513"/>
                </a:lnTo>
                <a:lnTo>
                  <a:pt x="175768" y="71627"/>
                </a:lnTo>
                <a:lnTo>
                  <a:pt x="171196" y="67817"/>
                </a:lnTo>
                <a:close/>
              </a:path>
              <a:path w="661669" h="180339">
                <a:moveTo>
                  <a:pt x="303683" y="155828"/>
                </a:moveTo>
                <a:lnTo>
                  <a:pt x="282194" y="155828"/>
                </a:lnTo>
                <a:lnTo>
                  <a:pt x="282194" y="179958"/>
                </a:lnTo>
                <a:lnTo>
                  <a:pt x="287781" y="179958"/>
                </a:lnTo>
                <a:lnTo>
                  <a:pt x="321818" y="165861"/>
                </a:lnTo>
                <a:lnTo>
                  <a:pt x="320992" y="163702"/>
                </a:lnTo>
                <a:lnTo>
                  <a:pt x="309625" y="163702"/>
                </a:lnTo>
                <a:lnTo>
                  <a:pt x="307975" y="163067"/>
                </a:lnTo>
                <a:lnTo>
                  <a:pt x="306578" y="161924"/>
                </a:lnTo>
                <a:lnTo>
                  <a:pt x="305307" y="160781"/>
                </a:lnTo>
                <a:lnTo>
                  <a:pt x="304292" y="158749"/>
                </a:lnTo>
                <a:lnTo>
                  <a:pt x="303683" y="155828"/>
                </a:lnTo>
                <a:close/>
              </a:path>
              <a:path w="661669" h="180339">
                <a:moveTo>
                  <a:pt x="235196" y="67055"/>
                </a:moveTo>
                <a:lnTo>
                  <a:pt x="201294" y="67055"/>
                </a:lnTo>
                <a:lnTo>
                  <a:pt x="205359" y="67563"/>
                </a:lnTo>
                <a:lnTo>
                  <a:pt x="209931" y="69849"/>
                </a:lnTo>
                <a:lnTo>
                  <a:pt x="211581" y="71373"/>
                </a:lnTo>
                <a:lnTo>
                  <a:pt x="212851" y="73532"/>
                </a:lnTo>
                <a:lnTo>
                  <a:pt x="213994" y="75564"/>
                </a:lnTo>
                <a:lnTo>
                  <a:pt x="214503" y="79247"/>
                </a:lnTo>
                <a:lnTo>
                  <a:pt x="214503" y="146049"/>
                </a:lnTo>
                <a:lnTo>
                  <a:pt x="215392" y="154304"/>
                </a:lnTo>
                <a:lnTo>
                  <a:pt x="237236" y="179831"/>
                </a:lnTo>
                <a:lnTo>
                  <a:pt x="249300" y="179831"/>
                </a:lnTo>
                <a:lnTo>
                  <a:pt x="273632" y="164591"/>
                </a:lnTo>
                <a:lnTo>
                  <a:pt x="248793" y="164591"/>
                </a:lnTo>
                <a:lnTo>
                  <a:pt x="244348" y="162940"/>
                </a:lnTo>
                <a:lnTo>
                  <a:pt x="236981" y="156336"/>
                </a:lnTo>
                <a:lnTo>
                  <a:pt x="235076" y="149351"/>
                </a:lnTo>
                <a:lnTo>
                  <a:pt x="235196" y="67055"/>
                </a:lnTo>
                <a:close/>
              </a:path>
              <a:path w="661669" h="180339">
                <a:moveTo>
                  <a:pt x="302768" y="62610"/>
                </a:moveTo>
                <a:lnTo>
                  <a:pt x="264032" y="62610"/>
                </a:lnTo>
                <a:lnTo>
                  <a:pt x="264032" y="67182"/>
                </a:lnTo>
                <a:lnTo>
                  <a:pt x="271525" y="67309"/>
                </a:lnTo>
                <a:lnTo>
                  <a:pt x="276351" y="68579"/>
                </a:lnTo>
                <a:lnTo>
                  <a:pt x="278765" y="70865"/>
                </a:lnTo>
                <a:lnTo>
                  <a:pt x="281050" y="73151"/>
                </a:lnTo>
                <a:lnTo>
                  <a:pt x="282321" y="77469"/>
                </a:lnTo>
                <a:lnTo>
                  <a:pt x="282194" y="148462"/>
                </a:lnTo>
                <a:lnTo>
                  <a:pt x="257556" y="164591"/>
                </a:lnTo>
                <a:lnTo>
                  <a:pt x="273632" y="164591"/>
                </a:lnTo>
                <a:lnTo>
                  <a:pt x="275362" y="162940"/>
                </a:lnTo>
                <a:lnTo>
                  <a:pt x="282194" y="155828"/>
                </a:lnTo>
                <a:lnTo>
                  <a:pt x="303683" y="155828"/>
                </a:lnTo>
                <a:lnTo>
                  <a:pt x="303022" y="152780"/>
                </a:lnTo>
                <a:lnTo>
                  <a:pt x="302808" y="146049"/>
                </a:lnTo>
                <a:lnTo>
                  <a:pt x="302768" y="62610"/>
                </a:lnTo>
                <a:close/>
              </a:path>
              <a:path w="661669" h="180339">
                <a:moveTo>
                  <a:pt x="320167" y="161543"/>
                </a:moveTo>
                <a:lnTo>
                  <a:pt x="316865" y="162940"/>
                </a:lnTo>
                <a:lnTo>
                  <a:pt x="313944" y="163702"/>
                </a:lnTo>
                <a:lnTo>
                  <a:pt x="320992" y="163702"/>
                </a:lnTo>
                <a:lnTo>
                  <a:pt x="320167" y="161543"/>
                </a:lnTo>
                <a:close/>
              </a:path>
              <a:path w="661669" h="180339">
                <a:moveTo>
                  <a:pt x="195325" y="62483"/>
                </a:moveTo>
                <a:lnTo>
                  <a:pt x="195325" y="67182"/>
                </a:lnTo>
                <a:lnTo>
                  <a:pt x="201294" y="67055"/>
                </a:lnTo>
                <a:lnTo>
                  <a:pt x="235196" y="67055"/>
                </a:lnTo>
                <a:lnTo>
                  <a:pt x="235204" y="62610"/>
                </a:lnTo>
                <a:lnTo>
                  <a:pt x="195325" y="62483"/>
                </a:lnTo>
                <a:close/>
              </a:path>
              <a:path w="661669" h="180339">
                <a:moveTo>
                  <a:pt x="394376" y="175005"/>
                </a:moveTo>
                <a:lnTo>
                  <a:pt x="346201" y="175005"/>
                </a:lnTo>
                <a:lnTo>
                  <a:pt x="348488" y="175386"/>
                </a:lnTo>
                <a:lnTo>
                  <a:pt x="351155" y="176275"/>
                </a:lnTo>
                <a:lnTo>
                  <a:pt x="360172" y="178688"/>
                </a:lnTo>
                <a:lnTo>
                  <a:pt x="368046" y="179958"/>
                </a:lnTo>
                <a:lnTo>
                  <a:pt x="375031" y="179958"/>
                </a:lnTo>
                <a:lnTo>
                  <a:pt x="382103" y="179363"/>
                </a:lnTo>
                <a:lnTo>
                  <a:pt x="388842" y="177577"/>
                </a:lnTo>
                <a:lnTo>
                  <a:pt x="394376" y="175005"/>
                </a:lnTo>
                <a:close/>
              </a:path>
              <a:path w="661669" h="180339">
                <a:moveTo>
                  <a:pt x="339979" y="137540"/>
                </a:moveTo>
                <a:lnTo>
                  <a:pt x="335915" y="137540"/>
                </a:lnTo>
                <a:lnTo>
                  <a:pt x="335915" y="178180"/>
                </a:lnTo>
                <a:lnTo>
                  <a:pt x="339979" y="178180"/>
                </a:lnTo>
                <a:lnTo>
                  <a:pt x="341122" y="176021"/>
                </a:lnTo>
                <a:lnTo>
                  <a:pt x="342519" y="175005"/>
                </a:lnTo>
                <a:lnTo>
                  <a:pt x="394376" y="175005"/>
                </a:lnTo>
                <a:lnTo>
                  <a:pt x="395247" y="174601"/>
                </a:lnTo>
                <a:lnTo>
                  <a:pt x="398174" y="172592"/>
                </a:lnTo>
                <a:lnTo>
                  <a:pt x="367156" y="172592"/>
                </a:lnTo>
                <a:lnTo>
                  <a:pt x="359791" y="169671"/>
                </a:lnTo>
                <a:lnTo>
                  <a:pt x="353313" y="163829"/>
                </a:lnTo>
                <a:lnTo>
                  <a:pt x="348783" y="158847"/>
                </a:lnTo>
                <a:lnTo>
                  <a:pt x="345073" y="152824"/>
                </a:lnTo>
                <a:lnTo>
                  <a:pt x="342151" y="145738"/>
                </a:lnTo>
                <a:lnTo>
                  <a:pt x="339979" y="137540"/>
                </a:lnTo>
                <a:close/>
              </a:path>
              <a:path w="661669" h="180339">
                <a:moveTo>
                  <a:pt x="374523" y="59308"/>
                </a:moveTo>
                <a:lnTo>
                  <a:pt x="370078" y="59308"/>
                </a:lnTo>
                <a:lnTo>
                  <a:pt x="362739" y="59902"/>
                </a:lnTo>
                <a:lnTo>
                  <a:pt x="335406" y="92201"/>
                </a:lnTo>
                <a:lnTo>
                  <a:pt x="335406" y="99440"/>
                </a:lnTo>
                <a:lnTo>
                  <a:pt x="364617" y="126237"/>
                </a:lnTo>
                <a:lnTo>
                  <a:pt x="372903" y="130524"/>
                </a:lnTo>
                <a:lnTo>
                  <a:pt x="379666" y="134429"/>
                </a:lnTo>
                <a:lnTo>
                  <a:pt x="384905" y="137953"/>
                </a:lnTo>
                <a:lnTo>
                  <a:pt x="388619" y="141096"/>
                </a:lnTo>
                <a:lnTo>
                  <a:pt x="392684" y="145033"/>
                </a:lnTo>
                <a:lnTo>
                  <a:pt x="394716" y="149732"/>
                </a:lnTo>
                <a:lnTo>
                  <a:pt x="394716" y="160273"/>
                </a:lnTo>
                <a:lnTo>
                  <a:pt x="392938" y="164210"/>
                </a:lnTo>
                <a:lnTo>
                  <a:pt x="385699" y="170941"/>
                </a:lnTo>
                <a:lnTo>
                  <a:pt x="381000" y="172592"/>
                </a:lnTo>
                <a:lnTo>
                  <a:pt x="398174" y="172592"/>
                </a:lnTo>
                <a:lnTo>
                  <a:pt x="413098" y="145738"/>
                </a:lnTo>
                <a:lnTo>
                  <a:pt x="413068" y="145033"/>
                </a:lnTo>
                <a:lnTo>
                  <a:pt x="387857" y="113029"/>
                </a:lnTo>
                <a:lnTo>
                  <a:pt x="361950" y="100329"/>
                </a:lnTo>
                <a:lnTo>
                  <a:pt x="356616" y="96773"/>
                </a:lnTo>
                <a:lnTo>
                  <a:pt x="354075" y="93344"/>
                </a:lnTo>
                <a:lnTo>
                  <a:pt x="351409" y="90042"/>
                </a:lnTo>
                <a:lnTo>
                  <a:pt x="350138" y="85978"/>
                </a:lnTo>
                <a:lnTo>
                  <a:pt x="350138" y="77723"/>
                </a:lnTo>
                <a:lnTo>
                  <a:pt x="351917" y="74294"/>
                </a:lnTo>
                <a:lnTo>
                  <a:pt x="359029" y="68198"/>
                </a:lnTo>
                <a:lnTo>
                  <a:pt x="363728" y="66674"/>
                </a:lnTo>
                <a:lnTo>
                  <a:pt x="404597" y="66674"/>
                </a:lnTo>
                <a:lnTo>
                  <a:pt x="404606" y="64007"/>
                </a:lnTo>
                <a:lnTo>
                  <a:pt x="393319" y="64007"/>
                </a:lnTo>
                <a:lnTo>
                  <a:pt x="390525" y="63372"/>
                </a:lnTo>
                <a:lnTo>
                  <a:pt x="379984" y="60197"/>
                </a:lnTo>
                <a:lnTo>
                  <a:pt x="374523" y="59308"/>
                </a:lnTo>
                <a:close/>
              </a:path>
              <a:path w="661669" h="180339">
                <a:moveTo>
                  <a:pt x="404597" y="66674"/>
                </a:moveTo>
                <a:lnTo>
                  <a:pt x="377190" y="66674"/>
                </a:lnTo>
                <a:lnTo>
                  <a:pt x="383413" y="68833"/>
                </a:lnTo>
                <a:lnTo>
                  <a:pt x="388366" y="73278"/>
                </a:lnTo>
                <a:lnTo>
                  <a:pt x="391894" y="77255"/>
                </a:lnTo>
                <a:lnTo>
                  <a:pt x="395065" y="82708"/>
                </a:lnTo>
                <a:lnTo>
                  <a:pt x="397902" y="89638"/>
                </a:lnTo>
                <a:lnTo>
                  <a:pt x="400431" y="98043"/>
                </a:lnTo>
                <a:lnTo>
                  <a:pt x="404494" y="98043"/>
                </a:lnTo>
                <a:lnTo>
                  <a:pt x="404597" y="66674"/>
                </a:lnTo>
                <a:close/>
              </a:path>
              <a:path w="661669" h="180339">
                <a:moveTo>
                  <a:pt x="404622" y="59308"/>
                </a:moveTo>
                <a:lnTo>
                  <a:pt x="400431" y="59308"/>
                </a:lnTo>
                <a:lnTo>
                  <a:pt x="399542" y="61340"/>
                </a:lnTo>
                <a:lnTo>
                  <a:pt x="398653" y="62610"/>
                </a:lnTo>
                <a:lnTo>
                  <a:pt x="397891" y="63118"/>
                </a:lnTo>
                <a:lnTo>
                  <a:pt x="397129" y="63753"/>
                </a:lnTo>
                <a:lnTo>
                  <a:pt x="396113" y="64007"/>
                </a:lnTo>
                <a:lnTo>
                  <a:pt x="404606" y="64007"/>
                </a:lnTo>
                <a:lnTo>
                  <a:pt x="404622" y="59308"/>
                </a:lnTo>
                <a:close/>
              </a:path>
              <a:path w="661669" h="180339">
                <a:moveTo>
                  <a:pt x="484124" y="59181"/>
                </a:moveTo>
                <a:lnTo>
                  <a:pt x="446531" y="75564"/>
                </a:lnTo>
                <a:lnTo>
                  <a:pt x="431546" y="121157"/>
                </a:lnTo>
                <a:lnTo>
                  <a:pt x="432452" y="133919"/>
                </a:lnTo>
                <a:lnTo>
                  <a:pt x="453771" y="171084"/>
                </a:lnTo>
                <a:lnTo>
                  <a:pt x="481203" y="180085"/>
                </a:lnTo>
                <a:lnTo>
                  <a:pt x="490249" y="179206"/>
                </a:lnTo>
                <a:lnTo>
                  <a:pt x="498522" y="176577"/>
                </a:lnTo>
                <a:lnTo>
                  <a:pt x="506009" y="172210"/>
                </a:lnTo>
                <a:lnTo>
                  <a:pt x="512699" y="166115"/>
                </a:lnTo>
                <a:lnTo>
                  <a:pt x="517620" y="159765"/>
                </a:lnTo>
                <a:lnTo>
                  <a:pt x="490600" y="159765"/>
                </a:lnTo>
                <a:lnTo>
                  <a:pt x="482502" y="158861"/>
                </a:lnTo>
                <a:lnTo>
                  <a:pt x="452167" y="128174"/>
                </a:lnTo>
                <a:lnTo>
                  <a:pt x="449199" y="105536"/>
                </a:lnTo>
                <a:lnTo>
                  <a:pt x="527802" y="105536"/>
                </a:lnTo>
                <a:lnTo>
                  <a:pt x="527262" y="98424"/>
                </a:lnTo>
                <a:lnTo>
                  <a:pt x="449199" y="98424"/>
                </a:lnTo>
                <a:lnTo>
                  <a:pt x="450088" y="88899"/>
                </a:lnTo>
                <a:lnTo>
                  <a:pt x="453263" y="81406"/>
                </a:lnTo>
                <a:lnTo>
                  <a:pt x="464185" y="70738"/>
                </a:lnTo>
                <a:lnTo>
                  <a:pt x="470281" y="68071"/>
                </a:lnTo>
                <a:lnTo>
                  <a:pt x="511050" y="68071"/>
                </a:lnTo>
                <a:lnTo>
                  <a:pt x="509019" y="66379"/>
                </a:lnTo>
                <a:lnTo>
                  <a:pt x="501586" y="62436"/>
                </a:lnTo>
                <a:lnTo>
                  <a:pt x="493295" y="60041"/>
                </a:lnTo>
                <a:lnTo>
                  <a:pt x="484124" y="59181"/>
                </a:lnTo>
                <a:close/>
              </a:path>
              <a:path w="661669" h="180339">
                <a:moveTo>
                  <a:pt x="524001" y="132587"/>
                </a:moveTo>
                <a:lnTo>
                  <a:pt x="498094" y="159765"/>
                </a:lnTo>
                <a:lnTo>
                  <a:pt x="517620" y="159765"/>
                </a:lnTo>
                <a:lnTo>
                  <a:pt x="518314" y="158861"/>
                </a:lnTo>
                <a:lnTo>
                  <a:pt x="522684" y="151336"/>
                </a:lnTo>
                <a:lnTo>
                  <a:pt x="525861" y="143416"/>
                </a:lnTo>
                <a:lnTo>
                  <a:pt x="527812" y="135127"/>
                </a:lnTo>
                <a:lnTo>
                  <a:pt x="524001" y="132587"/>
                </a:lnTo>
                <a:close/>
              </a:path>
              <a:path w="661669" h="180339">
                <a:moveTo>
                  <a:pt x="527802" y="105536"/>
                </a:moveTo>
                <a:lnTo>
                  <a:pt x="449199" y="105536"/>
                </a:lnTo>
                <a:lnTo>
                  <a:pt x="527812" y="105663"/>
                </a:lnTo>
                <a:lnTo>
                  <a:pt x="527802" y="105536"/>
                </a:lnTo>
                <a:close/>
              </a:path>
              <a:path w="661669" h="180339">
                <a:moveTo>
                  <a:pt x="511050" y="68071"/>
                </a:moveTo>
                <a:lnTo>
                  <a:pt x="481584" y="68071"/>
                </a:lnTo>
                <a:lnTo>
                  <a:pt x="485901" y="69341"/>
                </a:lnTo>
                <a:lnTo>
                  <a:pt x="489966" y="72008"/>
                </a:lnTo>
                <a:lnTo>
                  <a:pt x="494156" y="74675"/>
                </a:lnTo>
                <a:lnTo>
                  <a:pt x="497205" y="78358"/>
                </a:lnTo>
                <a:lnTo>
                  <a:pt x="499237" y="82930"/>
                </a:lnTo>
                <a:lnTo>
                  <a:pt x="500634" y="85978"/>
                </a:lnTo>
                <a:lnTo>
                  <a:pt x="501523" y="91058"/>
                </a:lnTo>
                <a:lnTo>
                  <a:pt x="501904" y="98424"/>
                </a:lnTo>
                <a:lnTo>
                  <a:pt x="527262" y="98424"/>
                </a:lnTo>
                <a:lnTo>
                  <a:pt x="527050" y="95617"/>
                </a:lnTo>
                <a:lnTo>
                  <a:pt x="524764" y="86629"/>
                </a:lnTo>
                <a:lnTo>
                  <a:pt x="520954" y="78714"/>
                </a:lnTo>
                <a:lnTo>
                  <a:pt x="515619" y="71881"/>
                </a:lnTo>
                <a:lnTo>
                  <a:pt x="511050" y="68071"/>
                </a:lnTo>
                <a:close/>
              </a:path>
              <a:path w="661669" h="180339">
                <a:moveTo>
                  <a:pt x="596900" y="59308"/>
                </a:moveTo>
                <a:lnTo>
                  <a:pt x="557276" y="79628"/>
                </a:lnTo>
                <a:lnTo>
                  <a:pt x="541782" y="124459"/>
                </a:lnTo>
                <a:lnTo>
                  <a:pt x="542641" y="136104"/>
                </a:lnTo>
                <a:lnTo>
                  <a:pt x="562885" y="171299"/>
                </a:lnTo>
                <a:lnTo>
                  <a:pt x="588263" y="180085"/>
                </a:lnTo>
                <a:lnTo>
                  <a:pt x="594360" y="180085"/>
                </a:lnTo>
                <a:lnTo>
                  <a:pt x="619113" y="166496"/>
                </a:lnTo>
                <a:lnTo>
                  <a:pt x="599821" y="166496"/>
                </a:lnTo>
                <a:lnTo>
                  <a:pt x="593224" y="165643"/>
                </a:lnTo>
                <a:lnTo>
                  <a:pt x="567261" y="136747"/>
                </a:lnTo>
                <a:lnTo>
                  <a:pt x="564515" y="114553"/>
                </a:lnTo>
                <a:lnTo>
                  <a:pt x="565227" y="102909"/>
                </a:lnTo>
                <a:lnTo>
                  <a:pt x="588137" y="67055"/>
                </a:lnTo>
                <a:lnTo>
                  <a:pt x="619333" y="67055"/>
                </a:lnTo>
                <a:lnTo>
                  <a:pt x="616473" y="64720"/>
                </a:lnTo>
                <a:lnTo>
                  <a:pt x="610615" y="61706"/>
                </a:lnTo>
                <a:lnTo>
                  <a:pt x="604091" y="59906"/>
                </a:lnTo>
                <a:lnTo>
                  <a:pt x="596900" y="59308"/>
                </a:lnTo>
                <a:close/>
              </a:path>
              <a:path w="661669" h="180339">
                <a:moveTo>
                  <a:pt x="659765" y="161797"/>
                </a:moveTo>
                <a:lnTo>
                  <a:pt x="656082" y="163194"/>
                </a:lnTo>
                <a:lnTo>
                  <a:pt x="653161" y="163829"/>
                </a:lnTo>
                <a:lnTo>
                  <a:pt x="621665" y="163829"/>
                </a:lnTo>
                <a:lnTo>
                  <a:pt x="621665" y="180085"/>
                </a:lnTo>
                <a:lnTo>
                  <a:pt x="627380" y="180085"/>
                </a:lnTo>
                <a:lnTo>
                  <a:pt x="661162" y="166115"/>
                </a:lnTo>
                <a:lnTo>
                  <a:pt x="659765" y="161797"/>
                </a:lnTo>
                <a:close/>
              </a:path>
              <a:path w="661669" h="180339">
                <a:moveTo>
                  <a:pt x="619333" y="67055"/>
                </a:moveTo>
                <a:lnTo>
                  <a:pt x="599313" y="67055"/>
                </a:lnTo>
                <a:lnTo>
                  <a:pt x="603250" y="68198"/>
                </a:lnTo>
                <a:lnTo>
                  <a:pt x="607313" y="70611"/>
                </a:lnTo>
                <a:lnTo>
                  <a:pt x="611505" y="72897"/>
                </a:lnTo>
                <a:lnTo>
                  <a:pt x="614807" y="76453"/>
                </a:lnTo>
                <a:lnTo>
                  <a:pt x="617219" y="81025"/>
                </a:lnTo>
                <a:lnTo>
                  <a:pt x="619760" y="85724"/>
                </a:lnTo>
                <a:lnTo>
                  <a:pt x="621157" y="90804"/>
                </a:lnTo>
                <a:lnTo>
                  <a:pt x="621665" y="96519"/>
                </a:lnTo>
                <a:lnTo>
                  <a:pt x="621665" y="155193"/>
                </a:lnTo>
                <a:lnTo>
                  <a:pt x="614680" y="162686"/>
                </a:lnTo>
                <a:lnTo>
                  <a:pt x="607313" y="166496"/>
                </a:lnTo>
                <a:lnTo>
                  <a:pt x="619113" y="166496"/>
                </a:lnTo>
                <a:lnTo>
                  <a:pt x="621665" y="163829"/>
                </a:lnTo>
                <a:lnTo>
                  <a:pt x="649097" y="163829"/>
                </a:lnTo>
                <a:lnTo>
                  <a:pt x="647446" y="163321"/>
                </a:lnTo>
                <a:lnTo>
                  <a:pt x="642238" y="68960"/>
                </a:lnTo>
                <a:lnTo>
                  <a:pt x="621665" y="68960"/>
                </a:lnTo>
                <a:lnTo>
                  <a:pt x="619333" y="67055"/>
                </a:lnTo>
                <a:close/>
              </a:path>
              <a:path w="661669" h="180339">
                <a:moveTo>
                  <a:pt x="642238" y="16255"/>
                </a:moveTo>
                <a:lnTo>
                  <a:pt x="614934" y="16255"/>
                </a:lnTo>
                <a:lnTo>
                  <a:pt x="616585" y="16763"/>
                </a:lnTo>
                <a:lnTo>
                  <a:pt x="619251" y="18922"/>
                </a:lnTo>
                <a:lnTo>
                  <a:pt x="620141" y="20954"/>
                </a:lnTo>
                <a:lnTo>
                  <a:pt x="620776" y="23875"/>
                </a:lnTo>
                <a:lnTo>
                  <a:pt x="621411" y="26923"/>
                </a:lnTo>
                <a:lnTo>
                  <a:pt x="621792" y="34924"/>
                </a:lnTo>
                <a:lnTo>
                  <a:pt x="621665" y="68960"/>
                </a:lnTo>
                <a:lnTo>
                  <a:pt x="642238" y="68960"/>
                </a:lnTo>
                <a:lnTo>
                  <a:pt x="642238" y="16255"/>
                </a:lnTo>
                <a:close/>
              </a:path>
              <a:path w="661669" h="180339">
                <a:moveTo>
                  <a:pt x="642238" y="0"/>
                </a:moveTo>
                <a:lnTo>
                  <a:pt x="636651" y="0"/>
                </a:lnTo>
                <a:lnTo>
                  <a:pt x="602742" y="13842"/>
                </a:lnTo>
                <a:lnTo>
                  <a:pt x="604393" y="18160"/>
                </a:lnTo>
                <a:lnTo>
                  <a:pt x="607949" y="16890"/>
                </a:lnTo>
                <a:lnTo>
                  <a:pt x="610743" y="16255"/>
                </a:lnTo>
                <a:lnTo>
                  <a:pt x="642238" y="16255"/>
                </a:lnTo>
                <a:lnTo>
                  <a:pt x="642238" y="0"/>
                </a:lnTo>
                <a:close/>
              </a:path>
            </a:pathLst>
          </a:custGeom>
          <a:solidFill>
            <a:srgbClr val="000000"/>
          </a:solidFill>
        </p:spPr>
        <p:txBody>
          <a:bodyPr wrap="square" lIns="0" tIns="0" rIns="0" bIns="0" rtlCol="0"/>
          <a:lstStyle/>
          <a:p>
            <a:endParaRPr/>
          </a:p>
        </p:txBody>
      </p:sp>
      <p:pic>
        <p:nvPicPr>
          <p:cNvPr id="57" name="object 57"/>
          <p:cNvPicPr/>
          <p:nvPr/>
        </p:nvPicPr>
        <p:blipFill>
          <a:blip r:embed="rId31" cstate="print"/>
          <a:stretch>
            <a:fillRect/>
          </a:stretch>
        </p:blipFill>
        <p:spPr>
          <a:xfrm>
            <a:off x="2672460" y="4108450"/>
            <a:ext cx="833627" cy="231267"/>
          </a:xfrm>
          <a:prstGeom prst="rect">
            <a:avLst/>
          </a:prstGeom>
        </p:spPr>
      </p:pic>
      <p:sp>
        <p:nvSpPr>
          <p:cNvPr id="58" name="object 58"/>
          <p:cNvSpPr/>
          <p:nvPr/>
        </p:nvSpPr>
        <p:spPr>
          <a:xfrm>
            <a:off x="3610102" y="4108830"/>
            <a:ext cx="595630" cy="219710"/>
          </a:xfrm>
          <a:custGeom>
            <a:avLst/>
            <a:gdLst/>
            <a:ahLst/>
            <a:cxnLst/>
            <a:rect l="l" t="t" r="r" b="b"/>
            <a:pathLst>
              <a:path w="595629" h="219710">
                <a:moveTo>
                  <a:pt x="38608" y="25527"/>
                </a:moveTo>
                <a:lnTo>
                  <a:pt x="34798" y="25527"/>
                </a:lnTo>
                <a:lnTo>
                  <a:pt x="31369" y="33909"/>
                </a:lnTo>
                <a:lnTo>
                  <a:pt x="28701" y="39624"/>
                </a:lnTo>
                <a:lnTo>
                  <a:pt x="26797" y="42799"/>
                </a:lnTo>
                <a:lnTo>
                  <a:pt x="22987" y="48768"/>
                </a:lnTo>
                <a:lnTo>
                  <a:pt x="18796" y="53848"/>
                </a:lnTo>
                <a:lnTo>
                  <a:pt x="13970" y="58166"/>
                </a:lnTo>
                <a:lnTo>
                  <a:pt x="9271" y="62611"/>
                </a:lnTo>
                <a:lnTo>
                  <a:pt x="4572" y="65659"/>
                </a:lnTo>
                <a:lnTo>
                  <a:pt x="0" y="67437"/>
                </a:lnTo>
                <a:lnTo>
                  <a:pt x="0" y="71501"/>
                </a:lnTo>
                <a:lnTo>
                  <a:pt x="18034" y="71628"/>
                </a:lnTo>
                <a:lnTo>
                  <a:pt x="18034" y="156337"/>
                </a:lnTo>
                <a:lnTo>
                  <a:pt x="18923" y="162433"/>
                </a:lnTo>
                <a:lnTo>
                  <a:pt x="20574" y="166370"/>
                </a:lnTo>
                <a:lnTo>
                  <a:pt x="22351" y="170307"/>
                </a:lnTo>
                <a:lnTo>
                  <a:pt x="25019" y="173355"/>
                </a:lnTo>
                <a:lnTo>
                  <a:pt x="28701" y="175387"/>
                </a:lnTo>
                <a:lnTo>
                  <a:pt x="32258" y="177546"/>
                </a:lnTo>
                <a:lnTo>
                  <a:pt x="36068" y="178562"/>
                </a:lnTo>
                <a:lnTo>
                  <a:pt x="45465" y="178562"/>
                </a:lnTo>
                <a:lnTo>
                  <a:pt x="50926" y="176530"/>
                </a:lnTo>
                <a:lnTo>
                  <a:pt x="61595" y="168402"/>
                </a:lnTo>
                <a:lnTo>
                  <a:pt x="64331" y="164211"/>
                </a:lnTo>
                <a:lnTo>
                  <a:pt x="46482" y="164211"/>
                </a:lnTo>
                <a:lnTo>
                  <a:pt x="43814" y="162941"/>
                </a:lnTo>
                <a:lnTo>
                  <a:pt x="41656" y="160274"/>
                </a:lnTo>
                <a:lnTo>
                  <a:pt x="39497" y="157734"/>
                </a:lnTo>
                <a:lnTo>
                  <a:pt x="38481" y="152781"/>
                </a:lnTo>
                <a:lnTo>
                  <a:pt x="38608" y="71628"/>
                </a:lnTo>
                <a:lnTo>
                  <a:pt x="65150" y="71628"/>
                </a:lnTo>
                <a:lnTo>
                  <a:pt x="65150" y="62865"/>
                </a:lnTo>
                <a:lnTo>
                  <a:pt x="38608" y="62865"/>
                </a:lnTo>
                <a:lnTo>
                  <a:pt x="38608" y="25527"/>
                </a:lnTo>
                <a:close/>
              </a:path>
              <a:path w="595629" h="219710">
                <a:moveTo>
                  <a:pt x="68580" y="154178"/>
                </a:moveTo>
                <a:lnTo>
                  <a:pt x="63753" y="154178"/>
                </a:lnTo>
                <a:lnTo>
                  <a:pt x="62357" y="157480"/>
                </a:lnTo>
                <a:lnTo>
                  <a:pt x="60325" y="159893"/>
                </a:lnTo>
                <a:lnTo>
                  <a:pt x="57785" y="161671"/>
                </a:lnTo>
                <a:lnTo>
                  <a:pt x="55245" y="163322"/>
                </a:lnTo>
                <a:lnTo>
                  <a:pt x="52577" y="164211"/>
                </a:lnTo>
                <a:lnTo>
                  <a:pt x="64331" y="164211"/>
                </a:lnTo>
                <a:lnTo>
                  <a:pt x="65659" y="162179"/>
                </a:lnTo>
                <a:lnTo>
                  <a:pt x="68580" y="154178"/>
                </a:lnTo>
                <a:close/>
              </a:path>
              <a:path w="595629" h="219710">
                <a:moveTo>
                  <a:pt x="108076" y="0"/>
                </a:moveTo>
                <a:lnTo>
                  <a:pt x="101092" y="0"/>
                </a:lnTo>
                <a:lnTo>
                  <a:pt x="98044" y="1270"/>
                </a:lnTo>
                <a:lnTo>
                  <a:pt x="95631" y="3683"/>
                </a:lnTo>
                <a:lnTo>
                  <a:pt x="93090" y="6096"/>
                </a:lnTo>
                <a:lnTo>
                  <a:pt x="91948" y="9144"/>
                </a:lnTo>
                <a:lnTo>
                  <a:pt x="91948" y="16129"/>
                </a:lnTo>
                <a:lnTo>
                  <a:pt x="93218" y="19050"/>
                </a:lnTo>
                <a:lnTo>
                  <a:pt x="95631" y="21590"/>
                </a:lnTo>
                <a:lnTo>
                  <a:pt x="98171" y="24003"/>
                </a:lnTo>
                <a:lnTo>
                  <a:pt x="101092" y="25273"/>
                </a:lnTo>
                <a:lnTo>
                  <a:pt x="108076" y="25273"/>
                </a:lnTo>
                <a:lnTo>
                  <a:pt x="110998" y="24003"/>
                </a:lnTo>
                <a:lnTo>
                  <a:pt x="113537" y="21590"/>
                </a:lnTo>
                <a:lnTo>
                  <a:pt x="115950" y="19050"/>
                </a:lnTo>
                <a:lnTo>
                  <a:pt x="117094" y="16129"/>
                </a:lnTo>
                <a:lnTo>
                  <a:pt x="117094" y="9144"/>
                </a:lnTo>
                <a:lnTo>
                  <a:pt x="115950" y="6223"/>
                </a:lnTo>
                <a:lnTo>
                  <a:pt x="113537" y="3683"/>
                </a:lnTo>
                <a:lnTo>
                  <a:pt x="110998" y="1270"/>
                </a:lnTo>
                <a:lnTo>
                  <a:pt x="108076" y="0"/>
                </a:lnTo>
                <a:close/>
              </a:path>
              <a:path w="595629" h="219710">
                <a:moveTo>
                  <a:pt x="114912" y="76073"/>
                </a:moveTo>
                <a:lnTo>
                  <a:pt x="87502" y="76073"/>
                </a:lnTo>
                <a:lnTo>
                  <a:pt x="89153" y="76581"/>
                </a:lnTo>
                <a:lnTo>
                  <a:pt x="90424" y="77597"/>
                </a:lnTo>
                <a:lnTo>
                  <a:pt x="91694" y="78740"/>
                </a:lnTo>
                <a:lnTo>
                  <a:pt x="92583" y="80518"/>
                </a:lnTo>
                <a:lnTo>
                  <a:pt x="93090" y="83185"/>
                </a:lnTo>
                <a:lnTo>
                  <a:pt x="93852" y="86868"/>
                </a:lnTo>
                <a:lnTo>
                  <a:pt x="94234" y="94869"/>
                </a:lnTo>
                <a:lnTo>
                  <a:pt x="94234" y="158115"/>
                </a:lnTo>
                <a:lnTo>
                  <a:pt x="93599" y="162814"/>
                </a:lnTo>
                <a:lnTo>
                  <a:pt x="92456" y="165354"/>
                </a:lnTo>
                <a:lnTo>
                  <a:pt x="91439" y="167767"/>
                </a:lnTo>
                <a:lnTo>
                  <a:pt x="89915" y="169545"/>
                </a:lnTo>
                <a:lnTo>
                  <a:pt x="88011" y="170688"/>
                </a:lnTo>
                <a:lnTo>
                  <a:pt x="86106" y="171704"/>
                </a:lnTo>
                <a:lnTo>
                  <a:pt x="82296" y="172212"/>
                </a:lnTo>
                <a:lnTo>
                  <a:pt x="76835" y="172212"/>
                </a:lnTo>
                <a:lnTo>
                  <a:pt x="76835" y="176784"/>
                </a:lnTo>
                <a:lnTo>
                  <a:pt x="132080" y="176784"/>
                </a:lnTo>
                <a:lnTo>
                  <a:pt x="132080" y="172339"/>
                </a:lnTo>
                <a:lnTo>
                  <a:pt x="126746" y="172339"/>
                </a:lnTo>
                <a:lnTo>
                  <a:pt x="122936" y="171704"/>
                </a:lnTo>
                <a:lnTo>
                  <a:pt x="118872" y="169418"/>
                </a:lnTo>
                <a:lnTo>
                  <a:pt x="117348" y="167640"/>
                </a:lnTo>
                <a:lnTo>
                  <a:pt x="116332" y="165227"/>
                </a:lnTo>
                <a:lnTo>
                  <a:pt x="115315" y="162941"/>
                </a:lnTo>
                <a:lnTo>
                  <a:pt x="114808" y="158115"/>
                </a:lnTo>
                <a:lnTo>
                  <a:pt x="114912" y="76073"/>
                </a:lnTo>
                <a:close/>
              </a:path>
              <a:path w="595629" h="219710">
                <a:moveTo>
                  <a:pt x="114935" y="59563"/>
                </a:moveTo>
                <a:lnTo>
                  <a:pt x="109474" y="59563"/>
                </a:lnTo>
                <a:lnTo>
                  <a:pt x="75057" y="73533"/>
                </a:lnTo>
                <a:lnTo>
                  <a:pt x="76835" y="77978"/>
                </a:lnTo>
                <a:lnTo>
                  <a:pt x="80137" y="76708"/>
                </a:lnTo>
                <a:lnTo>
                  <a:pt x="82931" y="76073"/>
                </a:lnTo>
                <a:lnTo>
                  <a:pt x="114912" y="76073"/>
                </a:lnTo>
                <a:lnTo>
                  <a:pt x="114935" y="59563"/>
                </a:lnTo>
                <a:close/>
              </a:path>
              <a:path w="595629" h="219710">
                <a:moveTo>
                  <a:pt x="267081" y="172339"/>
                </a:moveTo>
                <a:lnTo>
                  <a:pt x="209550" y="172339"/>
                </a:lnTo>
                <a:lnTo>
                  <a:pt x="209550" y="176784"/>
                </a:lnTo>
                <a:lnTo>
                  <a:pt x="267081" y="176911"/>
                </a:lnTo>
                <a:lnTo>
                  <a:pt x="267081" y="172339"/>
                </a:lnTo>
                <a:close/>
              </a:path>
              <a:path w="595629" h="219710">
                <a:moveTo>
                  <a:pt x="280670" y="172339"/>
                </a:moveTo>
                <a:lnTo>
                  <a:pt x="278384" y="172339"/>
                </a:lnTo>
                <a:lnTo>
                  <a:pt x="278384" y="176911"/>
                </a:lnTo>
                <a:lnTo>
                  <a:pt x="334518" y="176911"/>
                </a:lnTo>
                <a:lnTo>
                  <a:pt x="334518" y="172466"/>
                </a:lnTo>
                <a:lnTo>
                  <a:pt x="285623" y="172466"/>
                </a:lnTo>
                <a:lnTo>
                  <a:pt x="280670" y="172339"/>
                </a:lnTo>
                <a:close/>
              </a:path>
              <a:path w="595629" h="219710">
                <a:moveTo>
                  <a:pt x="197993" y="172339"/>
                </a:moveTo>
                <a:lnTo>
                  <a:pt x="141605" y="172339"/>
                </a:lnTo>
                <a:lnTo>
                  <a:pt x="141605" y="176784"/>
                </a:lnTo>
                <a:lnTo>
                  <a:pt x="197993" y="176784"/>
                </a:lnTo>
                <a:lnTo>
                  <a:pt x="197993" y="172339"/>
                </a:lnTo>
                <a:close/>
              </a:path>
              <a:path w="595629" h="219710">
                <a:moveTo>
                  <a:pt x="312800" y="74549"/>
                </a:moveTo>
                <a:lnTo>
                  <a:pt x="285114" y="74549"/>
                </a:lnTo>
                <a:lnTo>
                  <a:pt x="290195" y="77216"/>
                </a:lnTo>
                <a:lnTo>
                  <a:pt x="293497" y="82550"/>
                </a:lnTo>
                <a:lnTo>
                  <a:pt x="295656" y="86360"/>
                </a:lnTo>
                <a:lnTo>
                  <a:pt x="296623" y="91948"/>
                </a:lnTo>
                <a:lnTo>
                  <a:pt x="296727" y="158877"/>
                </a:lnTo>
                <a:lnTo>
                  <a:pt x="296545" y="161798"/>
                </a:lnTo>
                <a:lnTo>
                  <a:pt x="296290" y="163195"/>
                </a:lnTo>
                <a:lnTo>
                  <a:pt x="295401" y="166116"/>
                </a:lnTo>
                <a:lnTo>
                  <a:pt x="294132" y="168275"/>
                </a:lnTo>
                <a:lnTo>
                  <a:pt x="292100" y="169545"/>
                </a:lnTo>
                <a:lnTo>
                  <a:pt x="289433" y="171450"/>
                </a:lnTo>
                <a:lnTo>
                  <a:pt x="285623" y="172466"/>
                </a:lnTo>
                <a:lnTo>
                  <a:pt x="329438" y="172466"/>
                </a:lnTo>
                <a:lnTo>
                  <a:pt x="325882" y="171831"/>
                </a:lnTo>
                <a:lnTo>
                  <a:pt x="323596" y="170561"/>
                </a:lnTo>
                <a:lnTo>
                  <a:pt x="317431" y="91440"/>
                </a:lnTo>
                <a:lnTo>
                  <a:pt x="316484" y="84455"/>
                </a:lnTo>
                <a:lnTo>
                  <a:pt x="312800" y="74549"/>
                </a:lnTo>
                <a:close/>
              </a:path>
              <a:path w="595629" h="219710">
                <a:moveTo>
                  <a:pt x="179491" y="76073"/>
                </a:moveTo>
                <a:lnTo>
                  <a:pt x="152273" y="76073"/>
                </a:lnTo>
                <a:lnTo>
                  <a:pt x="153924" y="76708"/>
                </a:lnTo>
                <a:lnTo>
                  <a:pt x="155194" y="77724"/>
                </a:lnTo>
                <a:lnTo>
                  <a:pt x="156337" y="78740"/>
                </a:lnTo>
                <a:lnTo>
                  <a:pt x="157352" y="80645"/>
                </a:lnTo>
                <a:lnTo>
                  <a:pt x="158097" y="84455"/>
                </a:lnTo>
                <a:lnTo>
                  <a:pt x="158623" y="86995"/>
                </a:lnTo>
                <a:lnTo>
                  <a:pt x="158831" y="91440"/>
                </a:lnTo>
                <a:lnTo>
                  <a:pt x="158901" y="158877"/>
                </a:lnTo>
                <a:lnTo>
                  <a:pt x="158369" y="162814"/>
                </a:lnTo>
                <a:lnTo>
                  <a:pt x="146938" y="172339"/>
                </a:lnTo>
                <a:lnTo>
                  <a:pt x="191770" y="172339"/>
                </a:lnTo>
                <a:lnTo>
                  <a:pt x="187578" y="171831"/>
                </a:lnTo>
                <a:lnTo>
                  <a:pt x="183514" y="169545"/>
                </a:lnTo>
                <a:lnTo>
                  <a:pt x="181990" y="167894"/>
                </a:lnTo>
                <a:lnTo>
                  <a:pt x="180855" y="165354"/>
                </a:lnTo>
                <a:lnTo>
                  <a:pt x="179959" y="163449"/>
                </a:lnTo>
                <a:lnTo>
                  <a:pt x="179490" y="158877"/>
                </a:lnTo>
                <a:lnTo>
                  <a:pt x="179450" y="90043"/>
                </a:lnTo>
                <a:lnTo>
                  <a:pt x="183261" y="85471"/>
                </a:lnTo>
                <a:lnTo>
                  <a:pt x="185427" y="83820"/>
                </a:lnTo>
                <a:lnTo>
                  <a:pt x="179450" y="83820"/>
                </a:lnTo>
                <a:lnTo>
                  <a:pt x="179491" y="76073"/>
                </a:lnTo>
                <a:close/>
              </a:path>
              <a:path w="595629" h="219710">
                <a:moveTo>
                  <a:pt x="244927" y="74168"/>
                </a:moveTo>
                <a:lnTo>
                  <a:pt x="215264" y="74168"/>
                </a:lnTo>
                <a:lnTo>
                  <a:pt x="220345" y="76835"/>
                </a:lnTo>
                <a:lnTo>
                  <a:pt x="224027" y="82169"/>
                </a:lnTo>
                <a:lnTo>
                  <a:pt x="226695" y="86233"/>
                </a:lnTo>
                <a:lnTo>
                  <a:pt x="227903" y="91948"/>
                </a:lnTo>
                <a:lnTo>
                  <a:pt x="228030" y="158877"/>
                </a:lnTo>
                <a:lnTo>
                  <a:pt x="227837" y="162052"/>
                </a:lnTo>
                <a:lnTo>
                  <a:pt x="215773" y="172339"/>
                </a:lnTo>
                <a:lnTo>
                  <a:pt x="261238" y="172339"/>
                </a:lnTo>
                <a:lnTo>
                  <a:pt x="248460" y="95123"/>
                </a:lnTo>
                <a:lnTo>
                  <a:pt x="248285" y="91440"/>
                </a:lnTo>
                <a:lnTo>
                  <a:pt x="248538" y="90170"/>
                </a:lnTo>
                <a:lnTo>
                  <a:pt x="254888" y="84201"/>
                </a:lnTo>
                <a:lnTo>
                  <a:pt x="255222" y="83947"/>
                </a:lnTo>
                <a:lnTo>
                  <a:pt x="247776" y="83947"/>
                </a:lnTo>
                <a:lnTo>
                  <a:pt x="245999" y="76073"/>
                </a:lnTo>
                <a:lnTo>
                  <a:pt x="244927" y="74168"/>
                </a:lnTo>
                <a:close/>
              </a:path>
              <a:path w="595629" h="219710">
                <a:moveTo>
                  <a:pt x="293497" y="59690"/>
                </a:moveTo>
                <a:lnTo>
                  <a:pt x="281305" y="59690"/>
                </a:lnTo>
                <a:lnTo>
                  <a:pt x="275209" y="61214"/>
                </a:lnTo>
                <a:lnTo>
                  <a:pt x="247776" y="83947"/>
                </a:lnTo>
                <a:lnTo>
                  <a:pt x="255222" y="83947"/>
                </a:lnTo>
                <a:lnTo>
                  <a:pt x="260223" y="80137"/>
                </a:lnTo>
                <a:lnTo>
                  <a:pt x="264668" y="77851"/>
                </a:lnTo>
                <a:lnTo>
                  <a:pt x="269113" y="75692"/>
                </a:lnTo>
                <a:lnTo>
                  <a:pt x="273558" y="74549"/>
                </a:lnTo>
                <a:lnTo>
                  <a:pt x="312800" y="74549"/>
                </a:lnTo>
                <a:lnTo>
                  <a:pt x="312038" y="72517"/>
                </a:lnTo>
                <a:lnTo>
                  <a:pt x="308228" y="67437"/>
                </a:lnTo>
                <a:lnTo>
                  <a:pt x="298958" y="61214"/>
                </a:lnTo>
                <a:lnTo>
                  <a:pt x="293497" y="59690"/>
                </a:lnTo>
                <a:close/>
              </a:path>
              <a:path w="595629" h="219710">
                <a:moveTo>
                  <a:pt x="226187" y="59690"/>
                </a:moveTo>
                <a:lnTo>
                  <a:pt x="214757" y="59690"/>
                </a:lnTo>
                <a:lnTo>
                  <a:pt x="210565" y="60452"/>
                </a:lnTo>
                <a:lnTo>
                  <a:pt x="201930" y="64008"/>
                </a:lnTo>
                <a:lnTo>
                  <a:pt x="197865" y="66421"/>
                </a:lnTo>
                <a:lnTo>
                  <a:pt x="194183" y="69596"/>
                </a:lnTo>
                <a:lnTo>
                  <a:pt x="192659" y="70866"/>
                </a:lnTo>
                <a:lnTo>
                  <a:pt x="187833" y="75565"/>
                </a:lnTo>
                <a:lnTo>
                  <a:pt x="179450" y="83820"/>
                </a:lnTo>
                <a:lnTo>
                  <a:pt x="185427" y="83820"/>
                </a:lnTo>
                <a:lnTo>
                  <a:pt x="188595" y="81407"/>
                </a:lnTo>
                <a:lnTo>
                  <a:pt x="199771" y="75438"/>
                </a:lnTo>
                <a:lnTo>
                  <a:pt x="204215" y="74168"/>
                </a:lnTo>
                <a:lnTo>
                  <a:pt x="244927" y="74168"/>
                </a:lnTo>
                <a:lnTo>
                  <a:pt x="242570" y="69977"/>
                </a:lnTo>
                <a:lnTo>
                  <a:pt x="237362" y="65913"/>
                </a:lnTo>
                <a:lnTo>
                  <a:pt x="232283" y="61722"/>
                </a:lnTo>
                <a:lnTo>
                  <a:pt x="226187" y="59690"/>
                </a:lnTo>
                <a:close/>
              </a:path>
              <a:path w="595629" h="219710">
                <a:moveTo>
                  <a:pt x="179577" y="59563"/>
                </a:moveTo>
                <a:lnTo>
                  <a:pt x="174117" y="59563"/>
                </a:lnTo>
                <a:lnTo>
                  <a:pt x="139826" y="73533"/>
                </a:lnTo>
                <a:lnTo>
                  <a:pt x="141732" y="77978"/>
                </a:lnTo>
                <a:lnTo>
                  <a:pt x="144907" y="76708"/>
                </a:lnTo>
                <a:lnTo>
                  <a:pt x="147700" y="76073"/>
                </a:lnTo>
                <a:lnTo>
                  <a:pt x="179491" y="76073"/>
                </a:lnTo>
                <a:lnTo>
                  <a:pt x="179577" y="59563"/>
                </a:lnTo>
                <a:close/>
              </a:path>
              <a:path w="595629" h="219710">
                <a:moveTo>
                  <a:pt x="394843" y="59690"/>
                </a:moveTo>
                <a:lnTo>
                  <a:pt x="357250" y="75946"/>
                </a:lnTo>
                <a:lnTo>
                  <a:pt x="342264" y="121539"/>
                </a:lnTo>
                <a:lnTo>
                  <a:pt x="343171" y="134300"/>
                </a:lnTo>
                <a:lnTo>
                  <a:pt x="364489" y="171465"/>
                </a:lnTo>
                <a:lnTo>
                  <a:pt x="391922" y="180467"/>
                </a:lnTo>
                <a:lnTo>
                  <a:pt x="400968" y="179587"/>
                </a:lnTo>
                <a:lnTo>
                  <a:pt x="409241" y="176958"/>
                </a:lnTo>
                <a:lnTo>
                  <a:pt x="416728" y="172591"/>
                </a:lnTo>
                <a:lnTo>
                  <a:pt x="423418" y="166497"/>
                </a:lnTo>
                <a:lnTo>
                  <a:pt x="428339" y="160147"/>
                </a:lnTo>
                <a:lnTo>
                  <a:pt x="401320" y="160147"/>
                </a:lnTo>
                <a:lnTo>
                  <a:pt x="393221" y="159244"/>
                </a:lnTo>
                <a:lnTo>
                  <a:pt x="362886" y="128571"/>
                </a:lnTo>
                <a:lnTo>
                  <a:pt x="359918" y="105918"/>
                </a:lnTo>
                <a:lnTo>
                  <a:pt x="438521" y="105918"/>
                </a:lnTo>
                <a:lnTo>
                  <a:pt x="437981" y="98806"/>
                </a:lnTo>
                <a:lnTo>
                  <a:pt x="359918" y="98806"/>
                </a:lnTo>
                <a:lnTo>
                  <a:pt x="360807" y="89281"/>
                </a:lnTo>
                <a:lnTo>
                  <a:pt x="363982" y="81788"/>
                </a:lnTo>
                <a:lnTo>
                  <a:pt x="374903" y="71120"/>
                </a:lnTo>
                <a:lnTo>
                  <a:pt x="381000" y="68453"/>
                </a:lnTo>
                <a:lnTo>
                  <a:pt x="421755" y="68453"/>
                </a:lnTo>
                <a:lnTo>
                  <a:pt x="419721" y="66762"/>
                </a:lnTo>
                <a:lnTo>
                  <a:pt x="412257" y="62833"/>
                </a:lnTo>
                <a:lnTo>
                  <a:pt x="403961" y="60475"/>
                </a:lnTo>
                <a:lnTo>
                  <a:pt x="394843" y="59690"/>
                </a:lnTo>
                <a:close/>
              </a:path>
              <a:path w="595629" h="219710">
                <a:moveTo>
                  <a:pt x="434721" y="132969"/>
                </a:moveTo>
                <a:lnTo>
                  <a:pt x="408813" y="160147"/>
                </a:lnTo>
                <a:lnTo>
                  <a:pt x="428339" y="160147"/>
                </a:lnTo>
                <a:lnTo>
                  <a:pt x="429032" y="159244"/>
                </a:lnTo>
                <a:lnTo>
                  <a:pt x="433403" y="151717"/>
                </a:lnTo>
                <a:lnTo>
                  <a:pt x="436580" y="143797"/>
                </a:lnTo>
                <a:lnTo>
                  <a:pt x="438531" y="135509"/>
                </a:lnTo>
                <a:lnTo>
                  <a:pt x="434721" y="132969"/>
                </a:lnTo>
                <a:close/>
              </a:path>
              <a:path w="595629" h="219710">
                <a:moveTo>
                  <a:pt x="438521" y="105918"/>
                </a:moveTo>
                <a:lnTo>
                  <a:pt x="359918" y="105918"/>
                </a:lnTo>
                <a:lnTo>
                  <a:pt x="438531" y="106045"/>
                </a:lnTo>
                <a:close/>
              </a:path>
              <a:path w="595629" h="219710">
                <a:moveTo>
                  <a:pt x="421755" y="68453"/>
                </a:moveTo>
                <a:lnTo>
                  <a:pt x="392302" y="68453"/>
                </a:lnTo>
                <a:lnTo>
                  <a:pt x="396621" y="69723"/>
                </a:lnTo>
                <a:lnTo>
                  <a:pt x="400685" y="72390"/>
                </a:lnTo>
                <a:lnTo>
                  <a:pt x="404875" y="75057"/>
                </a:lnTo>
                <a:lnTo>
                  <a:pt x="407924" y="78740"/>
                </a:lnTo>
                <a:lnTo>
                  <a:pt x="409956" y="83439"/>
                </a:lnTo>
                <a:lnTo>
                  <a:pt x="411352" y="86360"/>
                </a:lnTo>
                <a:lnTo>
                  <a:pt x="412242" y="91440"/>
                </a:lnTo>
                <a:lnTo>
                  <a:pt x="412623" y="98806"/>
                </a:lnTo>
                <a:lnTo>
                  <a:pt x="437981" y="98806"/>
                </a:lnTo>
                <a:lnTo>
                  <a:pt x="437769" y="95998"/>
                </a:lnTo>
                <a:lnTo>
                  <a:pt x="435483" y="87010"/>
                </a:lnTo>
                <a:lnTo>
                  <a:pt x="431673" y="79095"/>
                </a:lnTo>
                <a:lnTo>
                  <a:pt x="426338" y="72263"/>
                </a:lnTo>
                <a:lnTo>
                  <a:pt x="421755" y="68453"/>
                </a:lnTo>
                <a:close/>
              </a:path>
              <a:path w="595629" h="219710">
                <a:moveTo>
                  <a:pt x="516931" y="175514"/>
                </a:moveTo>
                <a:lnTo>
                  <a:pt x="468757" y="175514"/>
                </a:lnTo>
                <a:lnTo>
                  <a:pt x="471043" y="175895"/>
                </a:lnTo>
                <a:lnTo>
                  <a:pt x="473710" y="176784"/>
                </a:lnTo>
                <a:lnTo>
                  <a:pt x="482726" y="179197"/>
                </a:lnTo>
                <a:lnTo>
                  <a:pt x="490600" y="180467"/>
                </a:lnTo>
                <a:lnTo>
                  <a:pt x="497586" y="180467"/>
                </a:lnTo>
                <a:lnTo>
                  <a:pt x="504658" y="179871"/>
                </a:lnTo>
                <a:lnTo>
                  <a:pt x="511397" y="178085"/>
                </a:lnTo>
                <a:lnTo>
                  <a:pt x="516931" y="175514"/>
                </a:lnTo>
                <a:close/>
              </a:path>
              <a:path w="595629" h="219710">
                <a:moveTo>
                  <a:pt x="462534" y="138049"/>
                </a:moveTo>
                <a:lnTo>
                  <a:pt x="458470" y="138049"/>
                </a:lnTo>
                <a:lnTo>
                  <a:pt x="458470" y="178689"/>
                </a:lnTo>
                <a:lnTo>
                  <a:pt x="462534" y="178689"/>
                </a:lnTo>
                <a:lnTo>
                  <a:pt x="463676" y="176530"/>
                </a:lnTo>
                <a:lnTo>
                  <a:pt x="465074" y="175514"/>
                </a:lnTo>
                <a:lnTo>
                  <a:pt x="516931" y="175514"/>
                </a:lnTo>
                <a:lnTo>
                  <a:pt x="517802" y="175109"/>
                </a:lnTo>
                <a:lnTo>
                  <a:pt x="520543" y="173228"/>
                </a:lnTo>
                <a:lnTo>
                  <a:pt x="503555" y="173228"/>
                </a:lnTo>
                <a:lnTo>
                  <a:pt x="497839" y="173101"/>
                </a:lnTo>
                <a:lnTo>
                  <a:pt x="489712" y="173101"/>
                </a:lnTo>
                <a:lnTo>
                  <a:pt x="482346" y="170180"/>
                </a:lnTo>
                <a:lnTo>
                  <a:pt x="475869" y="164338"/>
                </a:lnTo>
                <a:lnTo>
                  <a:pt x="471338" y="159408"/>
                </a:lnTo>
                <a:lnTo>
                  <a:pt x="467616" y="153350"/>
                </a:lnTo>
                <a:lnTo>
                  <a:pt x="464706" y="146264"/>
                </a:lnTo>
                <a:lnTo>
                  <a:pt x="462534" y="138049"/>
                </a:lnTo>
                <a:close/>
              </a:path>
              <a:path w="595629" h="219710">
                <a:moveTo>
                  <a:pt x="497077" y="59817"/>
                </a:moveTo>
                <a:lnTo>
                  <a:pt x="492633" y="59817"/>
                </a:lnTo>
                <a:lnTo>
                  <a:pt x="485294" y="60410"/>
                </a:lnTo>
                <a:lnTo>
                  <a:pt x="457962" y="92710"/>
                </a:lnTo>
                <a:lnTo>
                  <a:pt x="457962" y="99949"/>
                </a:lnTo>
                <a:lnTo>
                  <a:pt x="487172" y="126746"/>
                </a:lnTo>
                <a:lnTo>
                  <a:pt x="495458" y="131032"/>
                </a:lnTo>
                <a:lnTo>
                  <a:pt x="502221" y="134937"/>
                </a:lnTo>
                <a:lnTo>
                  <a:pt x="507460" y="138461"/>
                </a:lnTo>
                <a:lnTo>
                  <a:pt x="511175" y="141605"/>
                </a:lnTo>
                <a:lnTo>
                  <a:pt x="515238" y="145542"/>
                </a:lnTo>
                <a:lnTo>
                  <a:pt x="517271" y="150368"/>
                </a:lnTo>
                <a:lnTo>
                  <a:pt x="517271" y="160782"/>
                </a:lnTo>
                <a:lnTo>
                  <a:pt x="515493" y="164846"/>
                </a:lnTo>
                <a:lnTo>
                  <a:pt x="511810" y="168148"/>
                </a:lnTo>
                <a:lnTo>
                  <a:pt x="508253" y="171450"/>
                </a:lnTo>
                <a:lnTo>
                  <a:pt x="503555" y="173228"/>
                </a:lnTo>
                <a:lnTo>
                  <a:pt x="520543" y="173228"/>
                </a:lnTo>
                <a:lnTo>
                  <a:pt x="535652" y="146264"/>
                </a:lnTo>
                <a:lnTo>
                  <a:pt x="535623" y="145542"/>
                </a:lnTo>
                <a:lnTo>
                  <a:pt x="510413" y="113538"/>
                </a:lnTo>
                <a:lnTo>
                  <a:pt x="484377" y="100838"/>
                </a:lnTo>
                <a:lnTo>
                  <a:pt x="479171" y="97282"/>
                </a:lnTo>
                <a:lnTo>
                  <a:pt x="476631" y="93853"/>
                </a:lnTo>
                <a:lnTo>
                  <a:pt x="473963" y="90551"/>
                </a:lnTo>
                <a:lnTo>
                  <a:pt x="472694" y="86614"/>
                </a:lnTo>
                <a:lnTo>
                  <a:pt x="472694" y="78232"/>
                </a:lnTo>
                <a:lnTo>
                  <a:pt x="474472" y="74803"/>
                </a:lnTo>
                <a:lnTo>
                  <a:pt x="481584" y="68707"/>
                </a:lnTo>
                <a:lnTo>
                  <a:pt x="486283" y="67183"/>
                </a:lnTo>
                <a:lnTo>
                  <a:pt x="527152" y="67183"/>
                </a:lnTo>
                <a:lnTo>
                  <a:pt x="527161" y="64516"/>
                </a:lnTo>
                <a:lnTo>
                  <a:pt x="515874" y="64516"/>
                </a:lnTo>
                <a:lnTo>
                  <a:pt x="513080" y="63881"/>
                </a:lnTo>
                <a:lnTo>
                  <a:pt x="508888" y="62738"/>
                </a:lnTo>
                <a:lnTo>
                  <a:pt x="502538" y="60833"/>
                </a:lnTo>
                <a:lnTo>
                  <a:pt x="497077" y="59817"/>
                </a:lnTo>
                <a:close/>
              </a:path>
              <a:path w="595629" h="219710">
                <a:moveTo>
                  <a:pt x="527152" y="67183"/>
                </a:moveTo>
                <a:lnTo>
                  <a:pt x="499745" y="67183"/>
                </a:lnTo>
                <a:lnTo>
                  <a:pt x="505968" y="69342"/>
                </a:lnTo>
                <a:lnTo>
                  <a:pt x="510921" y="73787"/>
                </a:lnTo>
                <a:lnTo>
                  <a:pt x="514449" y="77781"/>
                </a:lnTo>
                <a:lnTo>
                  <a:pt x="517620" y="83264"/>
                </a:lnTo>
                <a:lnTo>
                  <a:pt x="520457" y="90199"/>
                </a:lnTo>
                <a:lnTo>
                  <a:pt x="522986" y="98552"/>
                </a:lnTo>
                <a:lnTo>
                  <a:pt x="527050" y="98679"/>
                </a:lnTo>
                <a:lnTo>
                  <a:pt x="527152" y="67183"/>
                </a:lnTo>
                <a:close/>
              </a:path>
              <a:path w="595629" h="219710">
                <a:moveTo>
                  <a:pt x="527176" y="59817"/>
                </a:moveTo>
                <a:lnTo>
                  <a:pt x="522986" y="59817"/>
                </a:lnTo>
                <a:lnTo>
                  <a:pt x="522097" y="61849"/>
                </a:lnTo>
                <a:lnTo>
                  <a:pt x="521208" y="63119"/>
                </a:lnTo>
                <a:lnTo>
                  <a:pt x="520446" y="63754"/>
                </a:lnTo>
                <a:lnTo>
                  <a:pt x="519684" y="64262"/>
                </a:lnTo>
                <a:lnTo>
                  <a:pt x="518668" y="64516"/>
                </a:lnTo>
                <a:lnTo>
                  <a:pt x="527161" y="64516"/>
                </a:lnTo>
                <a:lnTo>
                  <a:pt x="527176" y="59817"/>
                </a:lnTo>
                <a:close/>
              </a:path>
              <a:path w="595629" h="219710">
                <a:moveTo>
                  <a:pt x="595249" y="176911"/>
                </a:moveTo>
                <a:lnTo>
                  <a:pt x="582802" y="176911"/>
                </a:lnTo>
                <a:lnTo>
                  <a:pt x="583438" y="177292"/>
                </a:lnTo>
                <a:lnTo>
                  <a:pt x="584708" y="179197"/>
                </a:lnTo>
                <a:lnTo>
                  <a:pt x="585012" y="180213"/>
                </a:lnTo>
                <a:lnTo>
                  <a:pt x="585088" y="188722"/>
                </a:lnTo>
                <a:lnTo>
                  <a:pt x="582802" y="194945"/>
                </a:lnTo>
                <a:lnTo>
                  <a:pt x="578103" y="200914"/>
                </a:lnTo>
                <a:lnTo>
                  <a:pt x="573405" y="206756"/>
                </a:lnTo>
                <a:lnTo>
                  <a:pt x="566801" y="211201"/>
                </a:lnTo>
                <a:lnTo>
                  <a:pt x="558292" y="213995"/>
                </a:lnTo>
                <a:lnTo>
                  <a:pt x="558292" y="219456"/>
                </a:lnTo>
                <a:lnTo>
                  <a:pt x="592327" y="194818"/>
                </a:lnTo>
                <a:lnTo>
                  <a:pt x="595249" y="186817"/>
                </a:lnTo>
                <a:lnTo>
                  <a:pt x="595249" y="176911"/>
                </a:lnTo>
                <a:close/>
              </a:path>
              <a:path w="595629" h="219710">
                <a:moveTo>
                  <a:pt x="574294" y="152146"/>
                </a:moveTo>
                <a:lnTo>
                  <a:pt x="569849" y="152146"/>
                </a:lnTo>
                <a:lnTo>
                  <a:pt x="566038" y="153670"/>
                </a:lnTo>
                <a:lnTo>
                  <a:pt x="562990" y="156591"/>
                </a:lnTo>
                <a:lnTo>
                  <a:pt x="559815" y="159512"/>
                </a:lnTo>
                <a:lnTo>
                  <a:pt x="558292" y="162941"/>
                </a:lnTo>
                <a:lnTo>
                  <a:pt x="558292" y="171196"/>
                </a:lnTo>
                <a:lnTo>
                  <a:pt x="559435" y="174498"/>
                </a:lnTo>
                <a:lnTo>
                  <a:pt x="564261" y="179324"/>
                </a:lnTo>
                <a:lnTo>
                  <a:pt x="567563" y="180594"/>
                </a:lnTo>
                <a:lnTo>
                  <a:pt x="573277" y="180594"/>
                </a:lnTo>
                <a:lnTo>
                  <a:pt x="574801" y="180213"/>
                </a:lnTo>
                <a:lnTo>
                  <a:pt x="576326" y="179451"/>
                </a:lnTo>
                <a:lnTo>
                  <a:pt x="579374" y="177800"/>
                </a:lnTo>
                <a:lnTo>
                  <a:pt x="581278" y="176911"/>
                </a:lnTo>
                <a:lnTo>
                  <a:pt x="595249" y="176911"/>
                </a:lnTo>
                <a:lnTo>
                  <a:pt x="595249" y="170434"/>
                </a:lnTo>
                <a:lnTo>
                  <a:pt x="593217" y="164084"/>
                </a:lnTo>
                <a:lnTo>
                  <a:pt x="588899" y="159385"/>
                </a:lnTo>
                <a:lnTo>
                  <a:pt x="584708" y="154559"/>
                </a:lnTo>
                <a:lnTo>
                  <a:pt x="579755" y="152273"/>
                </a:lnTo>
                <a:lnTo>
                  <a:pt x="574294" y="152146"/>
                </a:lnTo>
                <a:close/>
              </a:path>
            </a:pathLst>
          </a:custGeom>
          <a:solidFill>
            <a:srgbClr val="000000"/>
          </a:solidFill>
        </p:spPr>
        <p:txBody>
          <a:bodyPr wrap="square" lIns="0" tIns="0" rIns="0" bIns="0" rtlCol="0"/>
          <a:lstStyle/>
          <a:p>
            <a:endParaRPr/>
          </a:p>
        </p:txBody>
      </p:sp>
      <p:pic>
        <p:nvPicPr>
          <p:cNvPr id="59" name="object 59"/>
          <p:cNvPicPr/>
          <p:nvPr/>
        </p:nvPicPr>
        <p:blipFill>
          <a:blip r:embed="rId32" cstate="print"/>
          <a:stretch>
            <a:fillRect/>
          </a:stretch>
        </p:blipFill>
        <p:spPr>
          <a:xfrm>
            <a:off x="4314825" y="4109465"/>
            <a:ext cx="882903" cy="231901"/>
          </a:xfrm>
          <a:prstGeom prst="rect">
            <a:avLst/>
          </a:prstGeom>
        </p:spPr>
      </p:pic>
      <p:sp>
        <p:nvSpPr>
          <p:cNvPr id="60" name="object 60"/>
          <p:cNvSpPr/>
          <p:nvPr/>
        </p:nvSpPr>
        <p:spPr>
          <a:xfrm>
            <a:off x="5299328" y="4135628"/>
            <a:ext cx="568960" cy="154940"/>
          </a:xfrm>
          <a:custGeom>
            <a:avLst/>
            <a:gdLst/>
            <a:ahLst/>
            <a:cxnLst/>
            <a:rect l="l" t="t" r="r" b="b"/>
            <a:pathLst>
              <a:path w="568960" h="154939">
                <a:moveTo>
                  <a:pt x="0" y="37084"/>
                </a:moveTo>
                <a:lnTo>
                  <a:pt x="0" y="41783"/>
                </a:lnTo>
                <a:lnTo>
                  <a:pt x="5080" y="42799"/>
                </a:lnTo>
                <a:lnTo>
                  <a:pt x="8636" y="44450"/>
                </a:lnTo>
                <a:lnTo>
                  <a:pt x="54483" y="154432"/>
                </a:lnTo>
                <a:lnTo>
                  <a:pt x="59182" y="154559"/>
                </a:lnTo>
                <a:lnTo>
                  <a:pt x="72949" y="124333"/>
                </a:lnTo>
                <a:lnTo>
                  <a:pt x="63500" y="124333"/>
                </a:lnTo>
                <a:lnTo>
                  <a:pt x="39243" y="58801"/>
                </a:lnTo>
                <a:lnTo>
                  <a:pt x="37846" y="55118"/>
                </a:lnTo>
                <a:lnTo>
                  <a:pt x="37084" y="52070"/>
                </a:lnTo>
                <a:lnTo>
                  <a:pt x="37084" y="47117"/>
                </a:lnTo>
                <a:lnTo>
                  <a:pt x="47751" y="41783"/>
                </a:lnTo>
                <a:lnTo>
                  <a:pt x="47751" y="37211"/>
                </a:lnTo>
                <a:lnTo>
                  <a:pt x="0" y="37084"/>
                </a:lnTo>
                <a:close/>
              </a:path>
              <a:path w="568960" h="154939">
                <a:moveTo>
                  <a:pt x="113516" y="81788"/>
                </a:moveTo>
                <a:lnTo>
                  <a:pt x="92329" y="81788"/>
                </a:lnTo>
                <a:lnTo>
                  <a:pt x="120776" y="154559"/>
                </a:lnTo>
                <a:lnTo>
                  <a:pt x="125857" y="154559"/>
                </a:lnTo>
                <a:lnTo>
                  <a:pt x="138540" y="121920"/>
                </a:lnTo>
                <a:lnTo>
                  <a:pt x="129412" y="121920"/>
                </a:lnTo>
                <a:lnTo>
                  <a:pt x="113516" y="81788"/>
                </a:lnTo>
                <a:close/>
              </a:path>
              <a:path w="568960" h="154939">
                <a:moveTo>
                  <a:pt x="117729" y="37211"/>
                </a:moveTo>
                <a:lnTo>
                  <a:pt x="63500" y="37211"/>
                </a:lnTo>
                <a:lnTo>
                  <a:pt x="63500" y="41783"/>
                </a:lnTo>
                <a:lnTo>
                  <a:pt x="68580" y="42037"/>
                </a:lnTo>
                <a:lnTo>
                  <a:pt x="71882" y="42799"/>
                </a:lnTo>
                <a:lnTo>
                  <a:pt x="76962" y="45847"/>
                </a:lnTo>
                <a:lnTo>
                  <a:pt x="79629" y="49276"/>
                </a:lnTo>
                <a:lnTo>
                  <a:pt x="88011" y="70993"/>
                </a:lnTo>
                <a:lnTo>
                  <a:pt x="63500" y="124333"/>
                </a:lnTo>
                <a:lnTo>
                  <a:pt x="72949" y="124333"/>
                </a:lnTo>
                <a:lnTo>
                  <a:pt x="92329" y="81788"/>
                </a:lnTo>
                <a:lnTo>
                  <a:pt x="113516" y="81788"/>
                </a:lnTo>
                <a:lnTo>
                  <a:pt x="103505" y="56515"/>
                </a:lnTo>
                <a:lnTo>
                  <a:pt x="102870" y="54737"/>
                </a:lnTo>
                <a:lnTo>
                  <a:pt x="102616" y="53086"/>
                </a:lnTo>
                <a:lnTo>
                  <a:pt x="102616" y="48514"/>
                </a:lnTo>
                <a:lnTo>
                  <a:pt x="117729" y="41783"/>
                </a:lnTo>
                <a:lnTo>
                  <a:pt x="117729" y="37211"/>
                </a:lnTo>
                <a:close/>
              </a:path>
              <a:path w="568960" h="154939">
                <a:moveTo>
                  <a:pt x="179832" y="37211"/>
                </a:moveTo>
                <a:lnTo>
                  <a:pt x="144018" y="37211"/>
                </a:lnTo>
                <a:lnTo>
                  <a:pt x="144018" y="41783"/>
                </a:lnTo>
                <a:lnTo>
                  <a:pt x="148717" y="42037"/>
                </a:lnTo>
                <a:lnTo>
                  <a:pt x="151892" y="42672"/>
                </a:lnTo>
                <a:lnTo>
                  <a:pt x="153416" y="43942"/>
                </a:lnTo>
                <a:lnTo>
                  <a:pt x="155067" y="45212"/>
                </a:lnTo>
                <a:lnTo>
                  <a:pt x="155759" y="46482"/>
                </a:lnTo>
                <a:lnTo>
                  <a:pt x="155829" y="50800"/>
                </a:lnTo>
                <a:lnTo>
                  <a:pt x="155067" y="54356"/>
                </a:lnTo>
                <a:lnTo>
                  <a:pt x="153416" y="58928"/>
                </a:lnTo>
                <a:lnTo>
                  <a:pt x="129412" y="121920"/>
                </a:lnTo>
                <a:lnTo>
                  <a:pt x="138540" y="121920"/>
                </a:lnTo>
                <a:lnTo>
                  <a:pt x="163957" y="56515"/>
                </a:lnTo>
                <a:lnTo>
                  <a:pt x="167386" y="47879"/>
                </a:lnTo>
                <a:lnTo>
                  <a:pt x="172720" y="42926"/>
                </a:lnTo>
                <a:lnTo>
                  <a:pt x="179832" y="41910"/>
                </a:lnTo>
                <a:lnTo>
                  <a:pt x="179832" y="37211"/>
                </a:lnTo>
                <a:close/>
              </a:path>
              <a:path w="568960" h="154939">
                <a:moveTo>
                  <a:pt x="267347" y="41529"/>
                </a:moveTo>
                <a:lnTo>
                  <a:pt x="241046" y="41529"/>
                </a:lnTo>
                <a:lnTo>
                  <a:pt x="246253" y="43688"/>
                </a:lnTo>
                <a:lnTo>
                  <a:pt x="249936" y="47879"/>
                </a:lnTo>
                <a:lnTo>
                  <a:pt x="253492" y="52070"/>
                </a:lnTo>
                <a:lnTo>
                  <a:pt x="255270" y="59944"/>
                </a:lnTo>
                <a:lnTo>
                  <a:pt x="255270" y="75692"/>
                </a:lnTo>
                <a:lnTo>
                  <a:pt x="241649" y="80833"/>
                </a:lnTo>
                <a:lnTo>
                  <a:pt x="230124" y="85582"/>
                </a:lnTo>
                <a:lnTo>
                  <a:pt x="195580" y="109728"/>
                </a:lnTo>
                <a:lnTo>
                  <a:pt x="191897" y="118618"/>
                </a:lnTo>
                <a:lnTo>
                  <a:pt x="191897" y="132969"/>
                </a:lnTo>
                <a:lnTo>
                  <a:pt x="218948" y="153543"/>
                </a:lnTo>
                <a:lnTo>
                  <a:pt x="224028" y="153543"/>
                </a:lnTo>
                <a:lnTo>
                  <a:pt x="249591" y="139065"/>
                </a:lnTo>
                <a:lnTo>
                  <a:pt x="225679" y="139065"/>
                </a:lnTo>
                <a:lnTo>
                  <a:pt x="221615" y="137160"/>
                </a:lnTo>
                <a:lnTo>
                  <a:pt x="214503" y="129286"/>
                </a:lnTo>
                <a:lnTo>
                  <a:pt x="212725" y="124333"/>
                </a:lnTo>
                <a:lnTo>
                  <a:pt x="212725" y="113538"/>
                </a:lnTo>
                <a:lnTo>
                  <a:pt x="246693" y="86762"/>
                </a:lnTo>
                <a:lnTo>
                  <a:pt x="255270" y="83312"/>
                </a:lnTo>
                <a:lnTo>
                  <a:pt x="275717" y="83312"/>
                </a:lnTo>
                <a:lnTo>
                  <a:pt x="275844" y="61976"/>
                </a:lnTo>
                <a:lnTo>
                  <a:pt x="275082" y="54737"/>
                </a:lnTo>
                <a:lnTo>
                  <a:pt x="271272" y="45593"/>
                </a:lnTo>
                <a:lnTo>
                  <a:pt x="267588" y="41656"/>
                </a:lnTo>
                <a:lnTo>
                  <a:pt x="267347" y="41529"/>
                </a:lnTo>
                <a:close/>
              </a:path>
              <a:path w="568960" h="154939">
                <a:moveTo>
                  <a:pt x="277084" y="134747"/>
                </a:moveTo>
                <a:lnTo>
                  <a:pt x="255270" y="134747"/>
                </a:lnTo>
                <a:lnTo>
                  <a:pt x="255270" y="141478"/>
                </a:lnTo>
                <a:lnTo>
                  <a:pt x="256540" y="146304"/>
                </a:lnTo>
                <a:lnTo>
                  <a:pt x="258953" y="149098"/>
                </a:lnTo>
                <a:lnTo>
                  <a:pt x="261366" y="152019"/>
                </a:lnTo>
                <a:lnTo>
                  <a:pt x="264541" y="153416"/>
                </a:lnTo>
                <a:lnTo>
                  <a:pt x="268605" y="153416"/>
                </a:lnTo>
                <a:lnTo>
                  <a:pt x="275058" y="152249"/>
                </a:lnTo>
                <a:lnTo>
                  <a:pt x="281654" y="148748"/>
                </a:lnTo>
                <a:lnTo>
                  <a:pt x="288393" y="142914"/>
                </a:lnTo>
                <a:lnTo>
                  <a:pt x="292706" y="137795"/>
                </a:lnTo>
                <a:lnTo>
                  <a:pt x="280416" y="137795"/>
                </a:lnTo>
                <a:lnTo>
                  <a:pt x="279400" y="137287"/>
                </a:lnTo>
                <a:lnTo>
                  <a:pt x="278384" y="136525"/>
                </a:lnTo>
                <a:lnTo>
                  <a:pt x="277495" y="135636"/>
                </a:lnTo>
                <a:lnTo>
                  <a:pt x="277084" y="134747"/>
                </a:lnTo>
                <a:close/>
              </a:path>
              <a:path w="568960" h="154939">
                <a:moveTo>
                  <a:pt x="275717" y="83312"/>
                </a:moveTo>
                <a:lnTo>
                  <a:pt x="255270" y="83312"/>
                </a:lnTo>
                <a:lnTo>
                  <a:pt x="255270" y="126619"/>
                </a:lnTo>
                <a:lnTo>
                  <a:pt x="247933" y="132099"/>
                </a:lnTo>
                <a:lnTo>
                  <a:pt x="241347" y="135985"/>
                </a:lnTo>
                <a:lnTo>
                  <a:pt x="235499" y="138299"/>
                </a:lnTo>
                <a:lnTo>
                  <a:pt x="230378" y="139065"/>
                </a:lnTo>
                <a:lnTo>
                  <a:pt x="249591" y="139065"/>
                </a:lnTo>
                <a:lnTo>
                  <a:pt x="255270" y="134747"/>
                </a:lnTo>
                <a:lnTo>
                  <a:pt x="277084" y="134747"/>
                </a:lnTo>
                <a:lnTo>
                  <a:pt x="276733" y="133985"/>
                </a:lnTo>
                <a:lnTo>
                  <a:pt x="275991" y="129286"/>
                </a:lnTo>
                <a:lnTo>
                  <a:pt x="275788" y="124333"/>
                </a:lnTo>
                <a:lnTo>
                  <a:pt x="275717" y="83312"/>
                </a:lnTo>
                <a:close/>
              </a:path>
              <a:path w="568960" h="154939">
                <a:moveTo>
                  <a:pt x="295275" y="127762"/>
                </a:moveTo>
                <a:lnTo>
                  <a:pt x="283083" y="137795"/>
                </a:lnTo>
                <a:lnTo>
                  <a:pt x="292706" y="137795"/>
                </a:lnTo>
                <a:lnTo>
                  <a:pt x="295275" y="134747"/>
                </a:lnTo>
                <a:lnTo>
                  <a:pt x="295275" y="127762"/>
                </a:lnTo>
                <a:close/>
              </a:path>
              <a:path w="568960" h="154939">
                <a:moveTo>
                  <a:pt x="237871" y="33909"/>
                </a:moveTo>
                <a:lnTo>
                  <a:pt x="199898" y="48768"/>
                </a:lnTo>
                <a:lnTo>
                  <a:pt x="196215" y="55372"/>
                </a:lnTo>
                <a:lnTo>
                  <a:pt x="196299" y="66421"/>
                </a:lnTo>
                <a:lnTo>
                  <a:pt x="197231" y="69215"/>
                </a:lnTo>
                <a:lnTo>
                  <a:pt x="199255" y="71501"/>
                </a:lnTo>
                <a:lnTo>
                  <a:pt x="201168" y="73533"/>
                </a:lnTo>
                <a:lnTo>
                  <a:pt x="203581" y="74549"/>
                </a:lnTo>
                <a:lnTo>
                  <a:pt x="209804" y="74549"/>
                </a:lnTo>
                <a:lnTo>
                  <a:pt x="217043" y="55372"/>
                </a:lnTo>
                <a:lnTo>
                  <a:pt x="217043" y="51816"/>
                </a:lnTo>
                <a:lnTo>
                  <a:pt x="218567" y="48514"/>
                </a:lnTo>
                <a:lnTo>
                  <a:pt x="221742" y="45720"/>
                </a:lnTo>
                <a:lnTo>
                  <a:pt x="224790" y="42926"/>
                </a:lnTo>
                <a:lnTo>
                  <a:pt x="228981" y="41529"/>
                </a:lnTo>
                <a:lnTo>
                  <a:pt x="267347" y="41529"/>
                </a:lnTo>
                <a:lnTo>
                  <a:pt x="262763" y="39116"/>
                </a:lnTo>
                <a:lnTo>
                  <a:pt x="257569" y="36855"/>
                </a:lnTo>
                <a:lnTo>
                  <a:pt x="251698" y="35226"/>
                </a:lnTo>
                <a:lnTo>
                  <a:pt x="245135" y="34240"/>
                </a:lnTo>
                <a:lnTo>
                  <a:pt x="237871" y="33909"/>
                </a:lnTo>
                <a:close/>
              </a:path>
              <a:path w="568960" h="154939">
                <a:moveTo>
                  <a:pt x="366944" y="149733"/>
                </a:moveTo>
                <a:lnTo>
                  <a:pt x="318770" y="149733"/>
                </a:lnTo>
                <a:lnTo>
                  <a:pt x="321056" y="150114"/>
                </a:lnTo>
                <a:lnTo>
                  <a:pt x="332740" y="153416"/>
                </a:lnTo>
                <a:lnTo>
                  <a:pt x="340613" y="154686"/>
                </a:lnTo>
                <a:lnTo>
                  <a:pt x="347599" y="154686"/>
                </a:lnTo>
                <a:lnTo>
                  <a:pt x="354671" y="154090"/>
                </a:lnTo>
                <a:lnTo>
                  <a:pt x="361410" y="152304"/>
                </a:lnTo>
                <a:lnTo>
                  <a:pt x="366944" y="149733"/>
                </a:lnTo>
                <a:close/>
              </a:path>
              <a:path w="568960" h="154939">
                <a:moveTo>
                  <a:pt x="312547" y="112268"/>
                </a:moveTo>
                <a:lnTo>
                  <a:pt x="308483" y="112268"/>
                </a:lnTo>
                <a:lnTo>
                  <a:pt x="308483" y="152908"/>
                </a:lnTo>
                <a:lnTo>
                  <a:pt x="312547" y="152908"/>
                </a:lnTo>
                <a:lnTo>
                  <a:pt x="313690" y="150749"/>
                </a:lnTo>
                <a:lnTo>
                  <a:pt x="315087" y="149733"/>
                </a:lnTo>
                <a:lnTo>
                  <a:pt x="366944" y="149733"/>
                </a:lnTo>
                <a:lnTo>
                  <a:pt x="367815" y="149328"/>
                </a:lnTo>
                <a:lnTo>
                  <a:pt x="370742" y="147320"/>
                </a:lnTo>
                <a:lnTo>
                  <a:pt x="339725" y="147320"/>
                </a:lnTo>
                <a:lnTo>
                  <a:pt x="332359" y="144399"/>
                </a:lnTo>
                <a:lnTo>
                  <a:pt x="325882" y="138557"/>
                </a:lnTo>
                <a:lnTo>
                  <a:pt x="321351" y="133556"/>
                </a:lnTo>
                <a:lnTo>
                  <a:pt x="317642" y="127508"/>
                </a:lnTo>
                <a:lnTo>
                  <a:pt x="314719" y="120411"/>
                </a:lnTo>
                <a:lnTo>
                  <a:pt x="312547" y="112268"/>
                </a:lnTo>
                <a:close/>
              </a:path>
              <a:path w="568960" h="154939">
                <a:moveTo>
                  <a:pt x="347091" y="34036"/>
                </a:moveTo>
                <a:lnTo>
                  <a:pt x="342646" y="34036"/>
                </a:lnTo>
                <a:lnTo>
                  <a:pt x="335307" y="34611"/>
                </a:lnTo>
                <a:lnTo>
                  <a:pt x="307975" y="66929"/>
                </a:lnTo>
                <a:lnTo>
                  <a:pt x="307975" y="74168"/>
                </a:lnTo>
                <a:lnTo>
                  <a:pt x="337185" y="100965"/>
                </a:lnTo>
                <a:lnTo>
                  <a:pt x="345471" y="105251"/>
                </a:lnTo>
                <a:lnTo>
                  <a:pt x="352234" y="109156"/>
                </a:lnTo>
                <a:lnTo>
                  <a:pt x="357473" y="112680"/>
                </a:lnTo>
                <a:lnTo>
                  <a:pt x="361188" y="115824"/>
                </a:lnTo>
                <a:lnTo>
                  <a:pt x="365251" y="119634"/>
                </a:lnTo>
                <a:lnTo>
                  <a:pt x="367284" y="124460"/>
                </a:lnTo>
                <a:lnTo>
                  <a:pt x="367284" y="134874"/>
                </a:lnTo>
                <a:lnTo>
                  <a:pt x="365506" y="138938"/>
                </a:lnTo>
                <a:lnTo>
                  <a:pt x="358267" y="145669"/>
                </a:lnTo>
                <a:lnTo>
                  <a:pt x="353568" y="147320"/>
                </a:lnTo>
                <a:lnTo>
                  <a:pt x="370742" y="147320"/>
                </a:lnTo>
                <a:lnTo>
                  <a:pt x="385672" y="120411"/>
                </a:lnTo>
                <a:lnTo>
                  <a:pt x="385615" y="119634"/>
                </a:lnTo>
                <a:lnTo>
                  <a:pt x="360425" y="87757"/>
                </a:lnTo>
                <a:lnTo>
                  <a:pt x="334391" y="75057"/>
                </a:lnTo>
                <a:lnTo>
                  <a:pt x="329184" y="71501"/>
                </a:lnTo>
                <a:lnTo>
                  <a:pt x="326644" y="68072"/>
                </a:lnTo>
                <a:lnTo>
                  <a:pt x="323976" y="64770"/>
                </a:lnTo>
                <a:lnTo>
                  <a:pt x="322707" y="60706"/>
                </a:lnTo>
                <a:lnTo>
                  <a:pt x="322707" y="52451"/>
                </a:lnTo>
                <a:lnTo>
                  <a:pt x="324485" y="49022"/>
                </a:lnTo>
                <a:lnTo>
                  <a:pt x="331597" y="42926"/>
                </a:lnTo>
                <a:lnTo>
                  <a:pt x="336296" y="41275"/>
                </a:lnTo>
                <a:lnTo>
                  <a:pt x="377166" y="41275"/>
                </a:lnTo>
                <a:lnTo>
                  <a:pt x="377174" y="38735"/>
                </a:lnTo>
                <a:lnTo>
                  <a:pt x="365887" y="38735"/>
                </a:lnTo>
                <a:lnTo>
                  <a:pt x="363093" y="38100"/>
                </a:lnTo>
                <a:lnTo>
                  <a:pt x="352551" y="34925"/>
                </a:lnTo>
                <a:lnTo>
                  <a:pt x="347091" y="34036"/>
                </a:lnTo>
                <a:close/>
              </a:path>
              <a:path w="568960" h="154939">
                <a:moveTo>
                  <a:pt x="377166" y="41275"/>
                </a:moveTo>
                <a:lnTo>
                  <a:pt x="336296" y="41275"/>
                </a:lnTo>
                <a:lnTo>
                  <a:pt x="342138" y="41402"/>
                </a:lnTo>
                <a:lnTo>
                  <a:pt x="349758" y="41402"/>
                </a:lnTo>
                <a:lnTo>
                  <a:pt x="355981" y="43561"/>
                </a:lnTo>
                <a:lnTo>
                  <a:pt x="372999" y="72771"/>
                </a:lnTo>
                <a:lnTo>
                  <a:pt x="377063" y="72771"/>
                </a:lnTo>
                <a:lnTo>
                  <a:pt x="377166" y="41275"/>
                </a:lnTo>
                <a:close/>
              </a:path>
              <a:path w="568960" h="154939">
                <a:moveTo>
                  <a:pt x="377190" y="34036"/>
                </a:moveTo>
                <a:lnTo>
                  <a:pt x="372999" y="34036"/>
                </a:lnTo>
                <a:lnTo>
                  <a:pt x="372110" y="36068"/>
                </a:lnTo>
                <a:lnTo>
                  <a:pt x="371221" y="37338"/>
                </a:lnTo>
                <a:lnTo>
                  <a:pt x="370459" y="37846"/>
                </a:lnTo>
                <a:lnTo>
                  <a:pt x="369697" y="38481"/>
                </a:lnTo>
                <a:lnTo>
                  <a:pt x="368681" y="38735"/>
                </a:lnTo>
                <a:lnTo>
                  <a:pt x="377174" y="38735"/>
                </a:lnTo>
                <a:lnTo>
                  <a:pt x="377190" y="34036"/>
                </a:lnTo>
                <a:close/>
              </a:path>
              <a:path w="568960" h="154939">
                <a:moveTo>
                  <a:pt x="434213" y="46101"/>
                </a:moveTo>
                <a:lnTo>
                  <a:pt x="413638" y="46101"/>
                </a:lnTo>
                <a:lnTo>
                  <a:pt x="413638" y="130810"/>
                </a:lnTo>
                <a:lnTo>
                  <a:pt x="431673" y="153162"/>
                </a:lnTo>
                <a:lnTo>
                  <a:pt x="441071" y="153162"/>
                </a:lnTo>
                <a:lnTo>
                  <a:pt x="446532" y="151130"/>
                </a:lnTo>
                <a:lnTo>
                  <a:pt x="451866" y="146939"/>
                </a:lnTo>
                <a:lnTo>
                  <a:pt x="457200" y="142875"/>
                </a:lnTo>
                <a:lnTo>
                  <a:pt x="459993" y="138684"/>
                </a:lnTo>
                <a:lnTo>
                  <a:pt x="442087" y="138684"/>
                </a:lnTo>
                <a:lnTo>
                  <a:pt x="439420" y="137414"/>
                </a:lnTo>
                <a:lnTo>
                  <a:pt x="435101" y="132334"/>
                </a:lnTo>
                <a:lnTo>
                  <a:pt x="434086" y="127254"/>
                </a:lnTo>
                <a:lnTo>
                  <a:pt x="434213" y="46101"/>
                </a:lnTo>
                <a:close/>
              </a:path>
              <a:path w="568960" h="154939">
                <a:moveTo>
                  <a:pt x="464185" y="128651"/>
                </a:moveTo>
                <a:lnTo>
                  <a:pt x="459359" y="128651"/>
                </a:lnTo>
                <a:lnTo>
                  <a:pt x="457962" y="131953"/>
                </a:lnTo>
                <a:lnTo>
                  <a:pt x="455930" y="134493"/>
                </a:lnTo>
                <a:lnTo>
                  <a:pt x="453390" y="136144"/>
                </a:lnTo>
                <a:lnTo>
                  <a:pt x="450850" y="137922"/>
                </a:lnTo>
                <a:lnTo>
                  <a:pt x="448183" y="138684"/>
                </a:lnTo>
                <a:lnTo>
                  <a:pt x="459993" y="138684"/>
                </a:lnTo>
                <a:lnTo>
                  <a:pt x="461263" y="136779"/>
                </a:lnTo>
                <a:lnTo>
                  <a:pt x="464185" y="128651"/>
                </a:lnTo>
                <a:close/>
              </a:path>
              <a:path w="568960" h="154939">
                <a:moveTo>
                  <a:pt x="434213" y="0"/>
                </a:moveTo>
                <a:lnTo>
                  <a:pt x="430403" y="0"/>
                </a:lnTo>
                <a:lnTo>
                  <a:pt x="426974" y="8382"/>
                </a:lnTo>
                <a:lnTo>
                  <a:pt x="424307" y="14097"/>
                </a:lnTo>
                <a:lnTo>
                  <a:pt x="422401" y="17272"/>
                </a:lnTo>
                <a:lnTo>
                  <a:pt x="418592" y="23241"/>
                </a:lnTo>
                <a:lnTo>
                  <a:pt x="414400" y="28448"/>
                </a:lnTo>
                <a:lnTo>
                  <a:pt x="409575" y="32766"/>
                </a:lnTo>
                <a:lnTo>
                  <a:pt x="404875" y="37084"/>
                </a:lnTo>
                <a:lnTo>
                  <a:pt x="400176" y="40132"/>
                </a:lnTo>
                <a:lnTo>
                  <a:pt x="395605" y="42037"/>
                </a:lnTo>
                <a:lnTo>
                  <a:pt x="395605" y="46101"/>
                </a:lnTo>
                <a:lnTo>
                  <a:pt x="460756" y="46101"/>
                </a:lnTo>
                <a:lnTo>
                  <a:pt x="460756" y="37465"/>
                </a:lnTo>
                <a:lnTo>
                  <a:pt x="434213" y="37465"/>
                </a:lnTo>
                <a:lnTo>
                  <a:pt x="434213" y="0"/>
                </a:lnTo>
                <a:close/>
              </a:path>
              <a:path w="568960" h="154939">
                <a:moveTo>
                  <a:pt x="525272" y="34036"/>
                </a:moveTo>
                <a:lnTo>
                  <a:pt x="487680" y="50292"/>
                </a:lnTo>
                <a:lnTo>
                  <a:pt x="472694" y="95885"/>
                </a:lnTo>
                <a:lnTo>
                  <a:pt x="473600" y="108646"/>
                </a:lnTo>
                <a:lnTo>
                  <a:pt x="494918" y="145811"/>
                </a:lnTo>
                <a:lnTo>
                  <a:pt x="522350" y="154813"/>
                </a:lnTo>
                <a:lnTo>
                  <a:pt x="531397" y="153933"/>
                </a:lnTo>
                <a:lnTo>
                  <a:pt x="539670" y="151304"/>
                </a:lnTo>
                <a:lnTo>
                  <a:pt x="547157" y="146937"/>
                </a:lnTo>
                <a:lnTo>
                  <a:pt x="553847" y="140843"/>
                </a:lnTo>
                <a:lnTo>
                  <a:pt x="558805" y="134493"/>
                </a:lnTo>
                <a:lnTo>
                  <a:pt x="531749" y="134493"/>
                </a:lnTo>
                <a:lnTo>
                  <a:pt x="523650" y="133590"/>
                </a:lnTo>
                <a:lnTo>
                  <a:pt x="493315" y="102981"/>
                </a:lnTo>
                <a:lnTo>
                  <a:pt x="490347" y="80391"/>
                </a:lnTo>
                <a:lnTo>
                  <a:pt x="568960" y="80391"/>
                </a:lnTo>
                <a:lnTo>
                  <a:pt x="568410" y="73152"/>
                </a:lnTo>
                <a:lnTo>
                  <a:pt x="490347" y="73152"/>
                </a:lnTo>
                <a:lnTo>
                  <a:pt x="491236" y="63627"/>
                </a:lnTo>
                <a:lnTo>
                  <a:pt x="494411" y="56134"/>
                </a:lnTo>
                <a:lnTo>
                  <a:pt x="505333" y="45466"/>
                </a:lnTo>
                <a:lnTo>
                  <a:pt x="511429" y="42799"/>
                </a:lnTo>
                <a:lnTo>
                  <a:pt x="552184" y="42799"/>
                </a:lnTo>
                <a:lnTo>
                  <a:pt x="550150" y="41108"/>
                </a:lnTo>
                <a:lnTo>
                  <a:pt x="542686" y="37179"/>
                </a:lnTo>
                <a:lnTo>
                  <a:pt x="534390" y="34821"/>
                </a:lnTo>
                <a:lnTo>
                  <a:pt x="525272" y="34036"/>
                </a:lnTo>
                <a:close/>
              </a:path>
              <a:path w="568960" h="154939">
                <a:moveTo>
                  <a:pt x="565150" y="107315"/>
                </a:moveTo>
                <a:lnTo>
                  <a:pt x="539242" y="134493"/>
                </a:lnTo>
                <a:lnTo>
                  <a:pt x="558805" y="134493"/>
                </a:lnTo>
                <a:lnTo>
                  <a:pt x="559440" y="133679"/>
                </a:lnTo>
                <a:lnTo>
                  <a:pt x="563832" y="126111"/>
                </a:lnTo>
                <a:lnTo>
                  <a:pt x="567009" y="118161"/>
                </a:lnTo>
                <a:lnTo>
                  <a:pt x="568960" y="109855"/>
                </a:lnTo>
                <a:lnTo>
                  <a:pt x="565150" y="107315"/>
                </a:lnTo>
                <a:close/>
              </a:path>
              <a:path w="568960" h="154939">
                <a:moveTo>
                  <a:pt x="552184" y="42799"/>
                </a:moveTo>
                <a:lnTo>
                  <a:pt x="522732" y="42799"/>
                </a:lnTo>
                <a:lnTo>
                  <a:pt x="527050" y="44196"/>
                </a:lnTo>
                <a:lnTo>
                  <a:pt x="531113" y="46863"/>
                </a:lnTo>
                <a:lnTo>
                  <a:pt x="535305" y="49403"/>
                </a:lnTo>
                <a:lnTo>
                  <a:pt x="538353" y="53086"/>
                </a:lnTo>
                <a:lnTo>
                  <a:pt x="540385" y="57785"/>
                </a:lnTo>
                <a:lnTo>
                  <a:pt x="541782" y="60706"/>
                </a:lnTo>
                <a:lnTo>
                  <a:pt x="542671" y="65913"/>
                </a:lnTo>
                <a:lnTo>
                  <a:pt x="543051" y="73152"/>
                </a:lnTo>
                <a:lnTo>
                  <a:pt x="568410" y="73152"/>
                </a:lnTo>
                <a:lnTo>
                  <a:pt x="568198" y="70344"/>
                </a:lnTo>
                <a:lnTo>
                  <a:pt x="565912" y="61356"/>
                </a:lnTo>
                <a:lnTo>
                  <a:pt x="562102" y="53441"/>
                </a:lnTo>
                <a:lnTo>
                  <a:pt x="556768" y="46609"/>
                </a:lnTo>
                <a:lnTo>
                  <a:pt x="552184" y="42799"/>
                </a:lnTo>
                <a:close/>
              </a:path>
            </a:pathLst>
          </a:custGeom>
          <a:solidFill>
            <a:srgbClr val="000000"/>
          </a:solidFill>
        </p:spPr>
        <p:txBody>
          <a:bodyPr wrap="square" lIns="0" tIns="0" rIns="0" bIns="0" rtlCol="0"/>
          <a:lstStyle/>
          <a:p>
            <a:endParaRPr/>
          </a:p>
        </p:txBody>
      </p:sp>
      <p:sp>
        <p:nvSpPr>
          <p:cNvPr id="61" name="object 61"/>
          <p:cNvSpPr/>
          <p:nvPr/>
        </p:nvSpPr>
        <p:spPr>
          <a:xfrm>
            <a:off x="5980429" y="4110482"/>
            <a:ext cx="356870" cy="180340"/>
          </a:xfrm>
          <a:custGeom>
            <a:avLst/>
            <a:gdLst/>
            <a:ahLst/>
            <a:cxnLst/>
            <a:rect l="l" t="t" r="r" b="b"/>
            <a:pathLst>
              <a:path w="356870" h="180339">
                <a:moveTo>
                  <a:pt x="75450" y="66929"/>
                </a:moveTo>
                <a:lnTo>
                  <a:pt x="49149" y="66929"/>
                </a:lnTo>
                <a:lnTo>
                  <a:pt x="54356" y="69088"/>
                </a:lnTo>
                <a:lnTo>
                  <a:pt x="58039" y="73279"/>
                </a:lnTo>
                <a:lnTo>
                  <a:pt x="61595" y="77597"/>
                </a:lnTo>
                <a:lnTo>
                  <a:pt x="63373" y="85344"/>
                </a:lnTo>
                <a:lnTo>
                  <a:pt x="63373" y="101219"/>
                </a:lnTo>
                <a:lnTo>
                  <a:pt x="49752" y="106340"/>
                </a:lnTo>
                <a:lnTo>
                  <a:pt x="38227" y="111045"/>
                </a:lnTo>
                <a:lnTo>
                  <a:pt x="3683" y="135128"/>
                </a:lnTo>
                <a:lnTo>
                  <a:pt x="0" y="144018"/>
                </a:lnTo>
                <a:lnTo>
                  <a:pt x="0" y="158369"/>
                </a:lnTo>
                <a:lnTo>
                  <a:pt x="2540" y="165481"/>
                </a:lnTo>
                <a:lnTo>
                  <a:pt x="7634" y="170830"/>
                </a:lnTo>
                <a:lnTo>
                  <a:pt x="12700" y="176276"/>
                </a:lnTo>
                <a:lnTo>
                  <a:pt x="19177" y="178943"/>
                </a:lnTo>
                <a:lnTo>
                  <a:pt x="32131" y="178943"/>
                </a:lnTo>
                <a:lnTo>
                  <a:pt x="57529" y="164592"/>
                </a:lnTo>
                <a:lnTo>
                  <a:pt x="38481" y="164592"/>
                </a:lnTo>
                <a:lnTo>
                  <a:pt x="33782" y="164465"/>
                </a:lnTo>
                <a:lnTo>
                  <a:pt x="29718" y="162560"/>
                </a:lnTo>
                <a:lnTo>
                  <a:pt x="22606" y="154686"/>
                </a:lnTo>
                <a:lnTo>
                  <a:pt x="20828" y="149733"/>
                </a:lnTo>
                <a:lnTo>
                  <a:pt x="20828" y="139065"/>
                </a:lnTo>
                <a:lnTo>
                  <a:pt x="54796" y="112162"/>
                </a:lnTo>
                <a:lnTo>
                  <a:pt x="63373" y="108712"/>
                </a:lnTo>
                <a:lnTo>
                  <a:pt x="83820" y="108712"/>
                </a:lnTo>
                <a:lnTo>
                  <a:pt x="83947" y="87376"/>
                </a:lnTo>
                <a:lnTo>
                  <a:pt x="83185" y="80137"/>
                </a:lnTo>
                <a:lnTo>
                  <a:pt x="81661" y="76581"/>
                </a:lnTo>
                <a:lnTo>
                  <a:pt x="79375" y="71120"/>
                </a:lnTo>
                <a:lnTo>
                  <a:pt x="75692" y="67056"/>
                </a:lnTo>
                <a:lnTo>
                  <a:pt x="75450" y="66929"/>
                </a:lnTo>
                <a:close/>
              </a:path>
              <a:path w="356870" h="180339">
                <a:moveTo>
                  <a:pt x="85129" y="160147"/>
                </a:moveTo>
                <a:lnTo>
                  <a:pt x="63373" y="160147"/>
                </a:lnTo>
                <a:lnTo>
                  <a:pt x="63373" y="167005"/>
                </a:lnTo>
                <a:lnTo>
                  <a:pt x="64643" y="171831"/>
                </a:lnTo>
                <a:lnTo>
                  <a:pt x="69469" y="177419"/>
                </a:lnTo>
                <a:lnTo>
                  <a:pt x="72644" y="178816"/>
                </a:lnTo>
                <a:lnTo>
                  <a:pt x="76708" y="178816"/>
                </a:lnTo>
                <a:lnTo>
                  <a:pt x="83161" y="177651"/>
                </a:lnTo>
                <a:lnTo>
                  <a:pt x="89757" y="174164"/>
                </a:lnTo>
                <a:lnTo>
                  <a:pt x="96496" y="168368"/>
                </a:lnTo>
                <a:lnTo>
                  <a:pt x="100894" y="163195"/>
                </a:lnTo>
                <a:lnTo>
                  <a:pt x="88519" y="163195"/>
                </a:lnTo>
                <a:lnTo>
                  <a:pt x="87503" y="162814"/>
                </a:lnTo>
                <a:lnTo>
                  <a:pt x="85598" y="161163"/>
                </a:lnTo>
                <a:lnTo>
                  <a:pt x="85129" y="160147"/>
                </a:lnTo>
                <a:close/>
              </a:path>
              <a:path w="356870" h="180339">
                <a:moveTo>
                  <a:pt x="83820" y="108712"/>
                </a:moveTo>
                <a:lnTo>
                  <a:pt x="63373" y="108712"/>
                </a:lnTo>
                <a:lnTo>
                  <a:pt x="63373" y="152146"/>
                </a:lnTo>
                <a:lnTo>
                  <a:pt x="56036" y="157573"/>
                </a:lnTo>
                <a:lnTo>
                  <a:pt x="49450" y="161464"/>
                </a:lnTo>
                <a:lnTo>
                  <a:pt x="43602" y="163808"/>
                </a:lnTo>
                <a:lnTo>
                  <a:pt x="38481" y="164592"/>
                </a:lnTo>
                <a:lnTo>
                  <a:pt x="57529" y="164592"/>
                </a:lnTo>
                <a:lnTo>
                  <a:pt x="63373" y="160147"/>
                </a:lnTo>
                <a:lnTo>
                  <a:pt x="85129" y="160147"/>
                </a:lnTo>
                <a:lnTo>
                  <a:pt x="84836" y="159512"/>
                </a:lnTo>
                <a:lnTo>
                  <a:pt x="84093" y="154686"/>
                </a:lnTo>
                <a:lnTo>
                  <a:pt x="83888" y="149733"/>
                </a:lnTo>
                <a:lnTo>
                  <a:pt x="83820" y="108712"/>
                </a:lnTo>
                <a:close/>
              </a:path>
              <a:path w="356870" h="180339">
                <a:moveTo>
                  <a:pt x="103378" y="153289"/>
                </a:moveTo>
                <a:lnTo>
                  <a:pt x="98425" y="158242"/>
                </a:lnTo>
                <a:lnTo>
                  <a:pt x="94996" y="161290"/>
                </a:lnTo>
                <a:lnTo>
                  <a:pt x="92329" y="162941"/>
                </a:lnTo>
                <a:lnTo>
                  <a:pt x="91186" y="163195"/>
                </a:lnTo>
                <a:lnTo>
                  <a:pt x="100894" y="163195"/>
                </a:lnTo>
                <a:lnTo>
                  <a:pt x="103378" y="160274"/>
                </a:lnTo>
                <a:lnTo>
                  <a:pt x="103378" y="153289"/>
                </a:lnTo>
                <a:close/>
              </a:path>
              <a:path w="356870" h="180339">
                <a:moveTo>
                  <a:pt x="45974" y="59436"/>
                </a:moveTo>
                <a:lnTo>
                  <a:pt x="8000" y="74295"/>
                </a:lnTo>
                <a:lnTo>
                  <a:pt x="4318" y="80772"/>
                </a:lnTo>
                <a:lnTo>
                  <a:pt x="4406" y="91948"/>
                </a:lnTo>
                <a:lnTo>
                  <a:pt x="5334" y="94615"/>
                </a:lnTo>
                <a:lnTo>
                  <a:pt x="7358" y="96901"/>
                </a:lnTo>
                <a:lnTo>
                  <a:pt x="9271" y="98933"/>
                </a:lnTo>
                <a:lnTo>
                  <a:pt x="11684" y="100076"/>
                </a:lnTo>
                <a:lnTo>
                  <a:pt x="17907" y="100076"/>
                </a:lnTo>
                <a:lnTo>
                  <a:pt x="25146" y="80899"/>
                </a:lnTo>
                <a:lnTo>
                  <a:pt x="25146" y="77216"/>
                </a:lnTo>
                <a:lnTo>
                  <a:pt x="26670" y="74041"/>
                </a:lnTo>
                <a:lnTo>
                  <a:pt x="29845" y="71247"/>
                </a:lnTo>
                <a:lnTo>
                  <a:pt x="32893" y="68326"/>
                </a:lnTo>
                <a:lnTo>
                  <a:pt x="37084" y="66929"/>
                </a:lnTo>
                <a:lnTo>
                  <a:pt x="75450" y="66929"/>
                </a:lnTo>
                <a:lnTo>
                  <a:pt x="70866" y="64516"/>
                </a:lnTo>
                <a:lnTo>
                  <a:pt x="65672" y="62275"/>
                </a:lnTo>
                <a:lnTo>
                  <a:pt x="59801" y="60690"/>
                </a:lnTo>
                <a:lnTo>
                  <a:pt x="53238" y="59747"/>
                </a:lnTo>
                <a:lnTo>
                  <a:pt x="45974" y="59436"/>
                </a:lnTo>
                <a:close/>
              </a:path>
              <a:path w="356870" h="180339">
                <a:moveTo>
                  <a:pt x="161798" y="172212"/>
                </a:moveTo>
                <a:lnTo>
                  <a:pt x="105537" y="172212"/>
                </a:lnTo>
                <a:lnTo>
                  <a:pt x="105537" y="176657"/>
                </a:lnTo>
                <a:lnTo>
                  <a:pt x="161798" y="176657"/>
                </a:lnTo>
                <a:lnTo>
                  <a:pt x="161798" y="172212"/>
                </a:lnTo>
                <a:close/>
              </a:path>
              <a:path w="356870" h="180339">
                <a:moveTo>
                  <a:pt x="228219" y="172212"/>
                </a:moveTo>
                <a:lnTo>
                  <a:pt x="171958" y="172212"/>
                </a:lnTo>
                <a:lnTo>
                  <a:pt x="171958" y="176657"/>
                </a:lnTo>
                <a:lnTo>
                  <a:pt x="228219" y="176657"/>
                </a:lnTo>
                <a:lnTo>
                  <a:pt x="228219" y="172212"/>
                </a:lnTo>
                <a:close/>
              </a:path>
              <a:path w="356870" h="180339">
                <a:moveTo>
                  <a:pt x="143383" y="75946"/>
                </a:moveTo>
                <a:lnTo>
                  <a:pt x="116078" y="75946"/>
                </a:lnTo>
                <a:lnTo>
                  <a:pt x="117729" y="76454"/>
                </a:lnTo>
                <a:lnTo>
                  <a:pt x="118999" y="77597"/>
                </a:lnTo>
                <a:lnTo>
                  <a:pt x="122809" y="159258"/>
                </a:lnTo>
                <a:lnTo>
                  <a:pt x="121793" y="164846"/>
                </a:lnTo>
                <a:lnTo>
                  <a:pt x="117729" y="170688"/>
                </a:lnTo>
                <a:lnTo>
                  <a:pt x="113792" y="172212"/>
                </a:lnTo>
                <a:lnTo>
                  <a:pt x="155575" y="172212"/>
                </a:lnTo>
                <a:lnTo>
                  <a:pt x="144653" y="165227"/>
                </a:lnTo>
                <a:lnTo>
                  <a:pt x="143764" y="163449"/>
                </a:lnTo>
                <a:lnTo>
                  <a:pt x="143322" y="159258"/>
                </a:lnTo>
                <a:lnTo>
                  <a:pt x="143256" y="90932"/>
                </a:lnTo>
                <a:lnTo>
                  <a:pt x="150663" y="83857"/>
                </a:lnTo>
                <a:lnTo>
                  <a:pt x="151090" y="83566"/>
                </a:lnTo>
                <a:lnTo>
                  <a:pt x="143383" y="83566"/>
                </a:lnTo>
                <a:lnTo>
                  <a:pt x="143383" y="75946"/>
                </a:lnTo>
                <a:close/>
              </a:path>
              <a:path w="356870" h="180339">
                <a:moveTo>
                  <a:pt x="206390" y="74803"/>
                </a:moveTo>
                <a:lnTo>
                  <a:pt x="179197" y="74803"/>
                </a:lnTo>
                <a:lnTo>
                  <a:pt x="183642" y="77089"/>
                </a:lnTo>
                <a:lnTo>
                  <a:pt x="186436" y="81788"/>
                </a:lnTo>
                <a:lnTo>
                  <a:pt x="189103" y="86487"/>
                </a:lnTo>
                <a:lnTo>
                  <a:pt x="190373" y="93980"/>
                </a:lnTo>
                <a:lnTo>
                  <a:pt x="190246" y="161417"/>
                </a:lnTo>
                <a:lnTo>
                  <a:pt x="189865" y="162687"/>
                </a:lnTo>
                <a:lnTo>
                  <a:pt x="189103" y="165735"/>
                </a:lnTo>
                <a:lnTo>
                  <a:pt x="187579" y="168148"/>
                </a:lnTo>
                <a:lnTo>
                  <a:pt x="185420" y="169799"/>
                </a:lnTo>
                <a:lnTo>
                  <a:pt x="183387" y="171450"/>
                </a:lnTo>
                <a:lnTo>
                  <a:pt x="179578" y="172212"/>
                </a:lnTo>
                <a:lnTo>
                  <a:pt x="222758" y="172212"/>
                </a:lnTo>
                <a:lnTo>
                  <a:pt x="219075" y="171704"/>
                </a:lnTo>
                <a:lnTo>
                  <a:pt x="217043" y="170434"/>
                </a:lnTo>
                <a:lnTo>
                  <a:pt x="215011" y="169291"/>
                </a:lnTo>
                <a:lnTo>
                  <a:pt x="213487" y="167767"/>
                </a:lnTo>
                <a:lnTo>
                  <a:pt x="212598" y="165608"/>
                </a:lnTo>
                <a:lnTo>
                  <a:pt x="211455" y="163068"/>
                </a:lnTo>
                <a:lnTo>
                  <a:pt x="210885" y="158623"/>
                </a:lnTo>
                <a:lnTo>
                  <a:pt x="210947" y="92075"/>
                </a:lnTo>
                <a:lnTo>
                  <a:pt x="210058" y="84455"/>
                </a:lnTo>
                <a:lnTo>
                  <a:pt x="206390" y="74803"/>
                </a:lnTo>
                <a:close/>
              </a:path>
              <a:path w="356870" h="180339">
                <a:moveTo>
                  <a:pt x="187706" y="59436"/>
                </a:moveTo>
                <a:lnTo>
                  <a:pt x="181483" y="59436"/>
                </a:lnTo>
                <a:lnTo>
                  <a:pt x="172315" y="60956"/>
                </a:lnTo>
                <a:lnTo>
                  <a:pt x="162909" y="65500"/>
                </a:lnTo>
                <a:lnTo>
                  <a:pt x="153265" y="73044"/>
                </a:lnTo>
                <a:lnTo>
                  <a:pt x="143383" y="83566"/>
                </a:lnTo>
                <a:lnTo>
                  <a:pt x="151090" y="83566"/>
                </a:lnTo>
                <a:lnTo>
                  <a:pt x="158035" y="78819"/>
                </a:lnTo>
                <a:lnTo>
                  <a:pt x="165383" y="75805"/>
                </a:lnTo>
                <a:lnTo>
                  <a:pt x="172720" y="74803"/>
                </a:lnTo>
                <a:lnTo>
                  <a:pt x="206390" y="74803"/>
                </a:lnTo>
                <a:lnTo>
                  <a:pt x="205486" y="72390"/>
                </a:lnTo>
                <a:lnTo>
                  <a:pt x="201930" y="67310"/>
                </a:lnTo>
                <a:lnTo>
                  <a:pt x="197485" y="64135"/>
                </a:lnTo>
                <a:lnTo>
                  <a:pt x="193040" y="61087"/>
                </a:lnTo>
                <a:lnTo>
                  <a:pt x="187706" y="59436"/>
                </a:lnTo>
                <a:close/>
              </a:path>
              <a:path w="356870" h="180339">
                <a:moveTo>
                  <a:pt x="143383" y="59436"/>
                </a:moveTo>
                <a:lnTo>
                  <a:pt x="138049" y="59436"/>
                </a:lnTo>
                <a:lnTo>
                  <a:pt x="103632" y="73406"/>
                </a:lnTo>
                <a:lnTo>
                  <a:pt x="105537" y="77851"/>
                </a:lnTo>
                <a:lnTo>
                  <a:pt x="108839" y="76581"/>
                </a:lnTo>
                <a:lnTo>
                  <a:pt x="111506" y="75946"/>
                </a:lnTo>
                <a:lnTo>
                  <a:pt x="143383" y="75946"/>
                </a:lnTo>
                <a:lnTo>
                  <a:pt x="143383" y="59436"/>
                </a:lnTo>
                <a:close/>
              </a:path>
              <a:path w="356870" h="180339">
                <a:moveTo>
                  <a:pt x="292227" y="59436"/>
                </a:moveTo>
                <a:lnTo>
                  <a:pt x="252603" y="79756"/>
                </a:lnTo>
                <a:lnTo>
                  <a:pt x="237109" y="124460"/>
                </a:lnTo>
                <a:lnTo>
                  <a:pt x="237968" y="136177"/>
                </a:lnTo>
                <a:lnTo>
                  <a:pt x="258212" y="171426"/>
                </a:lnTo>
                <a:lnTo>
                  <a:pt x="283591" y="180213"/>
                </a:lnTo>
                <a:lnTo>
                  <a:pt x="289687" y="180213"/>
                </a:lnTo>
                <a:lnTo>
                  <a:pt x="314440" y="166624"/>
                </a:lnTo>
                <a:lnTo>
                  <a:pt x="302641" y="166624"/>
                </a:lnTo>
                <a:lnTo>
                  <a:pt x="295148" y="166497"/>
                </a:lnTo>
                <a:lnTo>
                  <a:pt x="262588" y="136874"/>
                </a:lnTo>
                <a:lnTo>
                  <a:pt x="259842" y="114681"/>
                </a:lnTo>
                <a:lnTo>
                  <a:pt x="260554" y="103036"/>
                </a:lnTo>
                <a:lnTo>
                  <a:pt x="283464" y="67183"/>
                </a:lnTo>
                <a:lnTo>
                  <a:pt x="314777" y="67183"/>
                </a:lnTo>
                <a:lnTo>
                  <a:pt x="311800" y="64793"/>
                </a:lnTo>
                <a:lnTo>
                  <a:pt x="305943" y="61817"/>
                </a:lnTo>
                <a:lnTo>
                  <a:pt x="299418" y="60031"/>
                </a:lnTo>
                <a:lnTo>
                  <a:pt x="292227" y="59436"/>
                </a:lnTo>
                <a:close/>
              </a:path>
              <a:path w="356870" h="180339">
                <a:moveTo>
                  <a:pt x="355092" y="161925"/>
                </a:moveTo>
                <a:lnTo>
                  <a:pt x="351409" y="163322"/>
                </a:lnTo>
                <a:lnTo>
                  <a:pt x="348488" y="163957"/>
                </a:lnTo>
                <a:lnTo>
                  <a:pt x="316992" y="163957"/>
                </a:lnTo>
                <a:lnTo>
                  <a:pt x="316992" y="180213"/>
                </a:lnTo>
                <a:lnTo>
                  <a:pt x="322707" y="180213"/>
                </a:lnTo>
                <a:lnTo>
                  <a:pt x="356489" y="166243"/>
                </a:lnTo>
                <a:lnTo>
                  <a:pt x="355092" y="161925"/>
                </a:lnTo>
                <a:close/>
              </a:path>
              <a:path w="356870" h="180339">
                <a:moveTo>
                  <a:pt x="314777" y="67183"/>
                </a:moveTo>
                <a:lnTo>
                  <a:pt x="294640" y="67183"/>
                </a:lnTo>
                <a:lnTo>
                  <a:pt x="298577" y="68326"/>
                </a:lnTo>
                <a:lnTo>
                  <a:pt x="302641" y="70739"/>
                </a:lnTo>
                <a:lnTo>
                  <a:pt x="306832" y="73025"/>
                </a:lnTo>
                <a:lnTo>
                  <a:pt x="310134" y="76581"/>
                </a:lnTo>
                <a:lnTo>
                  <a:pt x="312547" y="81153"/>
                </a:lnTo>
                <a:lnTo>
                  <a:pt x="315087" y="85852"/>
                </a:lnTo>
                <a:lnTo>
                  <a:pt x="316484" y="90932"/>
                </a:lnTo>
                <a:lnTo>
                  <a:pt x="316992" y="96647"/>
                </a:lnTo>
                <a:lnTo>
                  <a:pt x="316992" y="155321"/>
                </a:lnTo>
                <a:lnTo>
                  <a:pt x="310007" y="162814"/>
                </a:lnTo>
                <a:lnTo>
                  <a:pt x="302641" y="166624"/>
                </a:lnTo>
                <a:lnTo>
                  <a:pt x="314440" y="166624"/>
                </a:lnTo>
                <a:lnTo>
                  <a:pt x="316992" y="163957"/>
                </a:lnTo>
                <a:lnTo>
                  <a:pt x="344424" y="163957"/>
                </a:lnTo>
                <a:lnTo>
                  <a:pt x="342773" y="163449"/>
                </a:lnTo>
                <a:lnTo>
                  <a:pt x="341375" y="162179"/>
                </a:lnTo>
                <a:lnTo>
                  <a:pt x="339979" y="161036"/>
                </a:lnTo>
                <a:lnTo>
                  <a:pt x="339088" y="158996"/>
                </a:lnTo>
                <a:lnTo>
                  <a:pt x="337820" y="153162"/>
                </a:lnTo>
                <a:lnTo>
                  <a:pt x="337620" y="146764"/>
                </a:lnTo>
                <a:lnTo>
                  <a:pt x="337566" y="68961"/>
                </a:lnTo>
                <a:lnTo>
                  <a:pt x="316992" y="68961"/>
                </a:lnTo>
                <a:lnTo>
                  <a:pt x="314777" y="67183"/>
                </a:lnTo>
                <a:close/>
              </a:path>
              <a:path w="356870" h="180339">
                <a:moveTo>
                  <a:pt x="337566" y="16383"/>
                </a:moveTo>
                <a:lnTo>
                  <a:pt x="310261" y="16383"/>
                </a:lnTo>
                <a:lnTo>
                  <a:pt x="311912" y="16891"/>
                </a:lnTo>
                <a:lnTo>
                  <a:pt x="314579" y="19050"/>
                </a:lnTo>
                <a:lnTo>
                  <a:pt x="315468" y="21082"/>
                </a:lnTo>
                <a:lnTo>
                  <a:pt x="316103" y="24003"/>
                </a:lnTo>
                <a:lnTo>
                  <a:pt x="316738" y="27051"/>
                </a:lnTo>
                <a:lnTo>
                  <a:pt x="317119" y="35052"/>
                </a:lnTo>
                <a:lnTo>
                  <a:pt x="316992" y="68961"/>
                </a:lnTo>
                <a:lnTo>
                  <a:pt x="337566" y="68961"/>
                </a:lnTo>
                <a:lnTo>
                  <a:pt x="337566" y="16383"/>
                </a:lnTo>
                <a:close/>
              </a:path>
              <a:path w="356870" h="180339">
                <a:moveTo>
                  <a:pt x="337566" y="0"/>
                </a:moveTo>
                <a:lnTo>
                  <a:pt x="331978" y="0"/>
                </a:lnTo>
                <a:lnTo>
                  <a:pt x="298069" y="13970"/>
                </a:lnTo>
                <a:lnTo>
                  <a:pt x="299720" y="18288"/>
                </a:lnTo>
                <a:lnTo>
                  <a:pt x="303275" y="17018"/>
                </a:lnTo>
                <a:lnTo>
                  <a:pt x="306070" y="16383"/>
                </a:lnTo>
                <a:lnTo>
                  <a:pt x="337566" y="16383"/>
                </a:lnTo>
                <a:lnTo>
                  <a:pt x="337566" y="0"/>
                </a:lnTo>
                <a:close/>
              </a:path>
            </a:pathLst>
          </a:custGeom>
          <a:solidFill>
            <a:srgbClr val="000000"/>
          </a:solidFill>
        </p:spPr>
        <p:txBody>
          <a:bodyPr wrap="square" lIns="0" tIns="0" rIns="0" bIns="0" rtlCol="0"/>
          <a:lstStyle/>
          <a:p>
            <a:endParaRPr/>
          </a:p>
        </p:txBody>
      </p:sp>
      <p:pic>
        <p:nvPicPr>
          <p:cNvPr id="62" name="object 62"/>
          <p:cNvPicPr/>
          <p:nvPr/>
        </p:nvPicPr>
        <p:blipFill>
          <a:blip r:embed="rId33" cstate="print"/>
          <a:stretch>
            <a:fillRect/>
          </a:stretch>
        </p:blipFill>
        <p:spPr>
          <a:xfrm>
            <a:off x="6443979" y="4110863"/>
            <a:ext cx="645033" cy="231775"/>
          </a:xfrm>
          <a:prstGeom prst="rect">
            <a:avLst/>
          </a:prstGeom>
        </p:spPr>
      </p:pic>
      <p:sp>
        <p:nvSpPr>
          <p:cNvPr id="63" name="object 63"/>
          <p:cNvSpPr/>
          <p:nvPr/>
        </p:nvSpPr>
        <p:spPr>
          <a:xfrm>
            <a:off x="7192644" y="4170679"/>
            <a:ext cx="687705" cy="172720"/>
          </a:xfrm>
          <a:custGeom>
            <a:avLst/>
            <a:gdLst/>
            <a:ahLst/>
            <a:cxnLst/>
            <a:rect l="l" t="t" r="r" b="b"/>
            <a:pathLst>
              <a:path w="687704" h="172720">
                <a:moveTo>
                  <a:pt x="58165" y="112649"/>
                </a:moveTo>
                <a:lnTo>
                  <a:pt x="1777" y="112649"/>
                </a:lnTo>
                <a:lnTo>
                  <a:pt x="1777" y="117094"/>
                </a:lnTo>
                <a:lnTo>
                  <a:pt x="58165" y="117221"/>
                </a:lnTo>
                <a:lnTo>
                  <a:pt x="58165" y="112649"/>
                </a:lnTo>
                <a:close/>
              </a:path>
              <a:path w="687704" h="172720">
                <a:moveTo>
                  <a:pt x="105077" y="14478"/>
                </a:moveTo>
                <a:lnTo>
                  <a:pt x="75437" y="14478"/>
                </a:lnTo>
                <a:lnTo>
                  <a:pt x="80518" y="17145"/>
                </a:lnTo>
                <a:lnTo>
                  <a:pt x="84200" y="22479"/>
                </a:lnTo>
                <a:lnTo>
                  <a:pt x="86868" y="26543"/>
                </a:lnTo>
                <a:lnTo>
                  <a:pt x="88264" y="33274"/>
                </a:lnTo>
                <a:lnTo>
                  <a:pt x="88201" y="99314"/>
                </a:lnTo>
                <a:lnTo>
                  <a:pt x="75946" y="112649"/>
                </a:lnTo>
                <a:lnTo>
                  <a:pt x="69723" y="112649"/>
                </a:lnTo>
                <a:lnTo>
                  <a:pt x="69723" y="117221"/>
                </a:lnTo>
                <a:lnTo>
                  <a:pt x="127253" y="117221"/>
                </a:lnTo>
                <a:lnTo>
                  <a:pt x="127253" y="112776"/>
                </a:lnTo>
                <a:lnTo>
                  <a:pt x="121411" y="112776"/>
                </a:lnTo>
                <a:lnTo>
                  <a:pt x="117348" y="112141"/>
                </a:lnTo>
                <a:lnTo>
                  <a:pt x="108627" y="35433"/>
                </a:lnTo>
                <a:lnTo>
                  <a:pt x="108457" y="31877"/>
                </a:lnTo>
                <a:lnTo>
                  <a:pt x="108711" y="30480"/>
                </a:lnTo>
                <a:lnTo>
                  <a:pt x="115061" y="24511"/>
                </a:lnTo>
                <a:lnTo>
                  <a:pt x="115395" y="24257"/>
                </a:lnTo>
                <a:lnTo>
                  <a:pt x="107950" y="24257"/>
                </a:lnTo>
                <a:lnTo>
                  <a:pt x="106172" y="16383"/>
                </a:lnTo>
                <a:lnTo>
                  <a:pt x="105077" y="14478"/>
                </a:lnTo>
                <a:close/>
              </a:path>
              <a:path w="687704" h="172720">
                <a:moveTo>
                  <a:pt x="194690" y="112776"/>
                </a:moveTo>
                <a:lnTo>
                  <a:pt x="138556" y="112776"/>
                </a:lnTo>
                <a:lnTo>
                  <a:pt x="138556" y="117221"/>
                </a:lnTo>
                <a:lnTo>
                  <a:pt x="194690" y="117221"/>
                </a:lnTo>
                <a:lnTo>
                  <a:pt x="194690" y="112776"/>
                </a:lnTo>
                <a:close/>
              </a:path>
              <a:path w="687704" h="172720">
                <a:moveTo>
                  <a:pt x="172987" y="14986"/>
                </a:moveTo>
                <a:lnTo>
                  <a:pt x="145287" y="14986"/>
                </a:lnTo>
                <a:lnTo>
                  <a:pt x="150368" y="17653"/>
                </a:lnTo>
                <a:lnTo>
                  <a:pt x="153670" y="22860"/>
                </a:lnTo>
                <a:lnTo>
                  <a:pt x="155828" y="26670"/>
                </a:lnTo>
                <a:lnTo>
                  <a:pt x="156796" y="32258"/>
                </a:lnTo>
                <a:lnTo>
                  <a:pt x="156898" y="99314"/>
                </a:lnTo>
                <a:lnTo>
                  <a:pt x="156718" y="102108"/>
                </a:lnTo>
                <a:lnTo>
                  <a:pt x="152273" y="109855"/>
                </a:lnTo>
                <a:lnTo>
                  <a:pt x="149605" y="111760"/>
                </a:lnTo>
                <a:lnTo>
                  <a:pt x="145796" y="112776"/>
                </a:lnTo>
                <a:lnTo>
                  <a:pt x="189610" y="112776"/>
                </a:lnTo>
                <a:lnTo>
                  <a:pt x="186054" y="112141"/>
                </a:lnTo>
                <a:lnTo>
                  <a:pt x="181482" y="109601"/>
                </a:lnTo>
                <a:lnTo>
                  <a:pt x="179958" y="108077"/>
                </a:lnTo>
                <a:lnTo>
                  <a:pt x="178979" y="105664"/>
                </a:lnTo>
                <a:lnTo>
                  <a:pt x="178053" y="103505"/>
                </a:lnTo>
                <a:lnTo>
                  <a:pt x="177612" y="99314"/>
                </a:lnTo>
                <a:lnTo>
                  <a:pt x="177621" y="31877"/>
                </a:lnTo>
                <a:lnTo>
                  <a:pt x="176656" y="24765"/>
                </a:lnTo>
                <a:lnTo>
                  <a:pt x="174878" y="19939"/>
                </a:lnTo>
                <a:lnTo>
                  <a:pt x="172987" y="14986"/>
                </a:lnTo>
                <a:close/>
              </a:path>
              <a:path w="687704" h="172720">
                <a:moveTo>
                  <a:pt x="39664" y="16510"/>
                </a:moveTo>
                <a:lnTo>
                  <a:pt x="12446" y="16510"/>
                </a:lnTo>
                <a:lnTo>
                  <a:pt x="14097" y="17018"/>
                </a:lnTo>
                <a:lnTo>
                  <a:pt x="15366" y="18034"/>
                </a:lnTo>
                <a:lnTo>
                  <a:pt x="16509" y="19050"/>
                </a:lnTo>
                <a:lnTo>
                  <a:pt x="17525" y="20955"/>
                </a:lnTo>
                <a:lnTo>
                  <a:pt x="18033" y="23749"/>
                </a:lnTo>
                <a:lnTo>
                  <a:pt x="18796" y="27305"/>
                </a:lnTo>
                <a:lnTo>
                  <a:pt x="18944" y="30480"/>
                </a:lnTo>
                <a:lnTo>
                  <a:pt x="19060" y="99314"/>
                </a:lnTo>
                <a:lnTo>
                  <a:pt x="18541" y="103251"/>
                </a:lnTo>
                <a:lnTo>
                  <a:pt x="7111" y="112649"/>
                </a:lnTo>
                <a:lnTo>
                  <a:pt x="51943" y="112649"/>
                </a:lnTo>
                <a:lnTo>
                  <a:pt x="47751" y="112141"/>
                </a:lnTo>
                <a:lnTo>
                  <a:pt x="43687" y="109855"/>
                </a:lnTo>
                <a:lnTo>
                  <a:pt x="42163" y="108204"/>
                </a:lnTo>
                <a:lnTo>
                  <a:pt x="41028" y="105664"/>
                </a:lnTo>
                <a:lnTo>
                  <a:pt x="40131" y="103759"/>
                </a:lnTo>
                <a:lnTo>
                  <a:pt x="39664" y="99314"/>
                </a:lnTo>
                <a:lnTo>
                  <a:pt x="39624" y="30480"/>
                </a:lnTo>
                <a:lnTo>
                  <a:pt x="43433" y="25908"/>
                </a:lnTo>
                <a:lnTo>
                  <a:pt x="45535" y="24257"/>
                </a:lnTo>
                <a:lnTo>
                  <a:pt x="39624" y="24257"/>
                </a:lnTo>
                <a:lnTo>
                  <a:pt x="39664" y="16510"/>
                </a:lnTo>
                <a:close/>
              </a:path>
              <a:path w="687704" h="172720">
                <a:moveTo>
                  <a:pt x="86359" y="0"/>
                </a:moveTo>
                <a:lnTo>
                  <a:pt x="74929" y="0"/>
                </a:lnTo>
                <a:lnTo>
                  <a:pt x="70738" y="889"/>
                </a:lnTo>
                <a:lnTo>
                  <a:pt x="66421" y="2540"/>
                </a:lnTo>
                <a:lnTo>
                  <a:pt x="62102" y="4318"/>
                </a:lnTo>
                <a:lnTo>
                  <a:pt x="58038" y="6731"/>
                </a:lnTo>
                <a:lnTo>
                  <a:pt x="54355" y="9906"/>
                </a:lnTo>
                <a:lnTo>
                  <a:pt x="52831" y="11176"/>
                </a:lnTo>
                <a:lnTo>
                  <a:pt x="45593" y="18288"/>
                </a:lnTo>
                <a:lnTo>
                  <a:pt x="39624" y="24257"/>
                </a:lnTo>
                <a:lnTo>
                  <a:pt x="45535" y="24257"/>
                </a:lnTo>
                <a:lnTo>
                  <a:pt x="48768" y="21717"/>
                </a:lnTo>
                <a:lnTo>
                  <a:pt x="55625" y="18161"/>
                </a:lnTo>
                <a:lnTo>
                  <a:pt x="59944" y="15748"/>
                </a:lnTo>
                <a:lnTo>
                  <a:pt x="64388" y="14478"/>
                </a:lnTo>
                <a:lnTo>
                  <a:pt x="105077" y="14478"/>
                </a:lnTo>
                <a:lnTo>
                  <a:pt x="102743" y="10414"/>
                </a:lnTo>
                <a:lnTo>
                  <a:pt x="97535" y="6223"/>
                </a:lnTo>
                <a:lnTo>
                  <a:pt x="92455" y="2032"/>
                </a:lnTo>
                <a:lnTo>
                  <a:pt x="86359" y="0"/>
                </a:lnTo>
                <a:close/>
              </a:path>
              <a:path w="687704" h="172720">
                <a:moveTo>
                  <a:pt x="153670" y="0"/>
                </a:moveTo>
                <a:lnTo>
                  <a:pt x="141477" y="0"/>
                </a:lnTo>
                <a:lnTo>
                  <a:pt x="135381" y="1651"/>
                </a:lnTo>
                <a:lnTo>
                  <a:pt x="107950" y="24257"/>
                </a:lnTo>
                <a:lnTo>
                  <a:pt x="115395" y="24257"/>
                </a:lnTo>
                <a:lnTo>
                  <a:pt x="120396" y="20447"/>
                </a:lnTo>
                <a:lnTo>
                  <a:pt x="124840" y="18288"/>
                </a:lnTo>
                <a:lnTo>
                  <a:pt x="129285" y="16002"/>
                </a:lnTo>
                <a:lnTo>
                  <a:pt x="133730" y="14986"/>
                </a:lnTo>
                <a:lnTo>
                  <a:pt x="172987" y="14986"/>
                </a:lnTo>
                <a:lnTo>
                  <a:pt x="172211" y="12954"/>
                </a:lnTo>
                <a:lnTo>
                  <a:pt x="168401" y="7874"/>
                </a:lnTo>
                <a:lnTo>
                  <a:pt x="163829" y="4699"/>
                </a:lnTo>
                <a:lnTo>
                  <a:pt x="159130" y="1651"/>
                </a:lnTo>
                <a:lnTo>
                  <a:pt x="153670" y="0"/>
                </a:lnTo>
                <a:close/>
              </a:path>
              <a:path w="687704" h="172720">
                <a:moveTo>
                  <a:pt x="39750" y="0"/>
                </a:moveTo>
                <a:lnTo>
                  <a:pt x="34289" y="0"/>
                </a:lnTo>
                <a:lnTo>
                  <a:pt x="0" y="13843"/>
                </a:lnTo>
                <a:lnTo>
                  <a:pt x="1904" y="18288"/>
                </a:lnTo>
                <a:lnTo>
                  <a:pt x="5079" y="17145"/>
                </a:lnTo>
                <a:lnTo>
                  <a:pt x="7874" y="16510"/>
                </a:lnTo>
                <a:lnTo>
                  <a:pt x="39664" y="16510"/>
                </a:lnTo>
                <a:lnTo>
                  <a:pt x="39750" y="0"/>
                </a:lnTo>
                <a:close/>
              </a:path>
              <a:path w="687704" h="172720">
                <a:moveTo>
                  <a:pt x="256666" y="127"/>
                </a:moveTo>
                <a:lnTo>
                  <a:pt x="218328" y="16922"/>
                </a:lnTo>
                <a:lnTo>
                  <a:pt x="202027" y="53659"/>
                </a:lnTo>
                <a:lnTo>
                  <a:pt x="201666" y="63029"/>
                </a:lnTo>
                <a:lnTo>
                  <a:pt x="202338" y="71967"/>
                </a:lnTo>
                <a:lnTo>
                  <a:pt x="222567" y="109204"/>
                </a:lnTo>
                <a:lnTo>
                  <a:pt x="255143" y="120777"/>
                </a:lnTo>
                <a:lnTo>
                  <a:pt x="262860" y="120278"/>
                </a:lnTo>
                <a:lnTo>
                  <a:pt x="270208" y="118792"/>
                </a:lnTo>
                <a:lnTo>
                  <a:pt x="277199" y="116330"/>
                </a:lnTo>
                <a:lnTo>
                  <a:pt x="283845" y="112903"/>
                </a:lnTo>
                <a:lnTo>
                  <a:pt x="285060" y="112014"/>
                </a:lnTo>
                <a:lnTo>
                  <a:pt x="260476" y="112014"/>
                </a:lnTo>
                <a:lnTo>
                  <a:pt x="252839" y="110874"/>
                </a:lnTo>
                <a:lnTo>
                  <a:pt x="227139" y="74183"/>
                </a:lnTo>
                <a:lnTo>
                  <a:pt x="224788" y="53482"/>
                </a:lnTo>
                <a:lnTo>
                  <a:pt x="224846" y="45862"/>
                </a:lnTo>
                <a:lnTo>
                  <a:pt x="243966" y="9525"/>
                </a:lnTo>
                <a:lnTo>
                  <a:pt x="248411" y="8128"/>
                </a:lnTo>
                <a:lnTo>
                  <a:pt x="284734" y="8128"/>
                </a:lnTo>
                <a:lnTo>
                  <a:pt x="279892" y="5064"/>
                </a:lnTo>
                <a:lnTo>
                  <a:pt x="268904" y="1363"/>
                </a:lnTo>
                <a:lnTo>
                  <a:pt x="256666" y="127"/>
                </a:lnTo>
                <a:close/>
              </a:path>
              <a:path w="687704" h="172720">
                <a:moveTo>
                  <a:pt x="284734" y="8128"/>
                </a:moveTo>
                <a:lnTo>
                  <a:pt x="252729" y="8128"/>
                </a:lnTo>
                <a:lnTo>
                  <a:pt x="259278" y="8941"/>
                </a:lnTo>
                <a:lnTo>
                  <a:pt x="265221" y="11217"/>
                </a:lnTo>
                <a:lnTo>
                  <a:pt x="287478" y="53482"/>
                </a:lnTo>
                <a:lnTo>
                  <a:pt x="288289" y="67818"/>
                </a:lnTo>
                <a:lnTo>
                  <a:pt x="287791" y="79085"/>
                </a:lnTo>
                <a:lnTo>
                  <a:pt x="268604" y="112014"/>
                </a:lnTo>
                <a:lnTo>
                  <a:pt x="285060" y="112014"/>
                </a:lnTo>
                <a:lnTo>
                  <a:pt x="309578" y="73691"/>
                </a:lnTo>
                <a:lnTo>
                  <a:pt x="311403" y="58293"/>
                </a:lnTo>
                <a:lnTo>
                  <a:pt x="310570" y="47744"/>
                </a:lnTo>
                <a:lnTo>
                  <a:pt x="308070" y="37814"/>
                </a:lnTo>
                <a:lnTo>
                  <a:pt x="303903" y="28503"/>
                </a:lnTo>
                <a:lnTo>
                  <a:pt x="298069" y="19812"/>
                </a:lnTo>
                <a:lnTo>
                  <a:pt x="289601" y="11207"/>
                </a:lnTo>
                <a:lnTo>
                  <a:pt x="284734" y="8128"/>
                </a:lnTo>
                <a:close/>
              </a:path>
              <a:path w="687704" h="172720">
                <a:moveTo>
                  <a:pt x="447039" y="112903"/>
                </a:moveTo>
                <a:lnTo>
                  <a:pt x="390778" y="112903"/>
                </a:lnTo>
                <a:lnTo>
                  <a:pt x="390778" y="117348"/>
                </a:lnTo>
                <a:lnTo>
                  <a:pt x="447039" y="117475"/>
                </a:lnTo>
                <a:lnTo>
                  <a:pt x="447039" y="112903"/>
                </a:lnTo>
                <a:close/>
              </a:path>
              <a:path w="687704" h="172720">
                <a:moveTo>
                  <a:pt x="380619" y="112903"/>
                </a:moveTo>
                <a:lnTo>
                  <a:pt x="324357" y="112903"/>
                </a:lnTo>
                <a:lnTo>
                  <a:pt x="324357" y="117348"/>
                </a:lnTo>
                <a:lnTo>
                  <a:pt x="380619" y="117348"/>
                </a:lnTo>
                <a:lnTo>
                  <a:pt x="380619" y="112903"/>
                </a:lnTo>
                <a:close/>
              </a:path>
              <a:path w="687704" h="172720">
                <a:moveTo>
                  <a:pt x="362203" y="16637"/>
                </a:moveTo>
                <a:lnTo>
                  <a:pt x="334899" y="16637"/>
                </a:lnTo>
                <a:lnTo>
                  <a:pt x="336550" y="17272"/>
                </a:lnTo>
                <a:lnTo>
                  <a:pt x="337820" y="18288"/>
                </a:lnTo>
                <a:lnTo>
                  <a:pt x="341629" y="99949"/>
                </a:lnTo>
                <a:lnTo>
                  <a:pt x="340613" y="105537"/>
                </a:lnTo>
                <a:lnTo>
                  <a:pt x="336550" y="111379"/>
                </a:lnTo>
                <a:lnTo>
                  <a:pt x="332612" y="112903"/>
                </a:lnTo>
                <a:lnTo>
                  <a:pt x="374396" y="112903"/>
                </a:lnTo>
                <a:lnTo>
                  <a:pt x="370204" y="112395"/>
                </a:lnTo>
                <a:lnTo>
                  <a:pt x="368300" y="111252"/>
                </a:lnTo>
                <a:lnTo>
                  <a:pt x="366268" y="110109"/>
                </a:lnTo>
                <a:lnTo>
                  <a:pt x="364616" y="108331"/>
                </a:lnTo>
                <a:lnTo>
                  <a:pt x="363474" y="105918"/>
                </a:lnTo>
                <a:lnTo>
                  <a:pt x="362584" y="104140"/>
                </a:lnTo>
                <a:lnTo>
                  <a:pt x="362143" y="99949"/>
                </a:lnTo>
                <a:lnTo>
                  <a:pt x="362076" y="31623"/>
                </a:lnTo>
                <a:lnTo>
                  <a:pt x="369484" y="24548"/>
                </a:lnTo>
                <a:lnTo>
                  <a:pt x="369911" y="24257"/>
                </a:lnTo>
                <a:lnTo>
                  <a:pt x="362203" y="24257"/>
                </a:lnTo>
                <a:lnTo>
                  <a:pt x="362203" y="16637"/>
                </a:lnTo>
                <a:close/>
              </a:path>
              <a:path w="687704" h="172720">
                <a:moveTo>
                  <a:pt x="425211" y="15494"/>
                </a:moveTo>
                <a:lnTo>
                  <a:pt x="398018" y="15494"/>
                </a:lnTo>
                <a:lnTo>
                  <a:pt x="402462" y="17780"/>
                </a:lnTo>
                <a:lnTo>
                  <a:pt x="405256" y="22479"/>
                </a:lnTo>
                <a:lnTo>
                  <a:pt x="407924" y="27178"/>
                </a:lnTo>
                <a:lnTo>
                  <a:pt x="409194" y="34671"/>
                </a:lnTo>
                <a:lnTo>
                  <a:pt x="409169" y="98933"/>
                </a:lnTo>
                <a:lnTo>
                  <a:pt x="409066" y="102108"/>
                </a:lnTo>
                <a:lnTo>
                  <a:pt x="408685" y="103378"/>
                </a:lnTo>
                <a:lnTo>
                  <a:pt x="407924" y="106553"/>
                </a:lnTo>
                <a:lnTo>
                  <a:pt x="406400" y="108839"/>
                </a:lnTo>
                <a:lnTo>
                  <a:pt x="404240" y="110490"/>
                </a:lnTo>
                <a:lnTo>
                  <a:pt x="402208" y="112141"/>
                </a:lnTo>
                <a:lnTo>
                  <a:pt x="398399" y="112903"/>
                </a:lnTo>
                <a:lnTo>
                  <a:pt x="441578" y="112903"/>
                </a:lnTo>
                <a:lnTo>
                  <a:pt x="437896" y="112395"/>
                </a:lnTo>
                <a:lnTo>
                  <a:pt x="435863" y="111252"/>
                </a:lnTo>
                <a:lnTo>
                  <a:pt x="433831" y="109982"/>
                </a:lnTo>
                <a:lnTo>
                  <a:pt x="432307" y="108458"/>
                </a:lnTo>
                <a:lnTo>
                  <a:pt x="431419" y="106299"/>
                </a:lnTo>
                <a:lnTo>
                  <a:pt x="430275" y="103759"/>
                </a:lnTo>
                <a:lnTo>
                  <a:pt x="429691" y="99314"/>
                </a:lnTo>
                <a:lnTo>
                  <a:pt x="429640" y="91694"/>
                </a:lnTo>
                <a:lnTo>
                  <a:pt x="429768" y="43053"/>
                </a:lnTo>
                <a:lnTo>
                  <a:pt x="429768" y="32766"/>
                </a:lnTo>
                <a:lnTo>
                  <a:pt x="428878" y="25146"/>
                </a:lnTo>
                <a:lnTo>
                  <a:pt x="425211" y="15494"/>
                </a:lnTo>
                <a:close/>
              </a:path>
              <a:path w="687704" h="172720">
                <a:moveTo>
                  <a:pt x="406526" y="254"/>
                </a:moveTo>
                <a:lnTo>
                  <a:pt x="400303" y="254"/>
                </a:lnTo>
                <a:lnTo>
                  <a:pt x="391136" y="1754"/>
                </a:lnTo>
                <a:lnTo>
                  <a:pt x="381730" y="6254"/>
                </a:lnTo>
                <a:lnTo>
                  <a:pt x="372086" y="13755"/>
                </a:lnTo>
                <a:lnTo>
                  <a:pt x="362203" y="24257"/>
                </a:lnTo>
                <a:lnTo>
                  <a:pt x="369911" y="24257"/>
                </a:lnTo>
                <a:lnTo>
                  <a:pt x="376856" y="19510"/>
                </a:lnTo>
                <a:lnTo>
                  <a:pt x="384204" y="16496"/>
                </a:lnTo>
                <a:lnTo>
                  <a:pt x="391540" y="15494"/>
                </a:lnTo>
                <a:lnTo>
                  <a:pt x="425211" y="15494"/>
                </a:lnTo>
                <a:lnTo>
                  <a:pt x="424306" y="13081"/>
                </a:lnTo>
                <a:lnTo>
                  <a:pt x="420750" y="8001"/>
                </a:lnTo>
                <a:lnTo>
                  <a:pt x="416305" y="4826"/>
                </a:lnTo>
                <a:lnTo>
                  <a:pt x="411860" y="1778"/>
                </a:lnTo>
                <a:lnTo>
                  <a:pt x="406526" y="254"/>
                </a:lnTo>
                <a:close/>
              </a:path>
              <a:path w="687704" h="172720">
                <a:moveTo>
                  <a:pt x="362203" y="127"/>
                </a:moveTo>
                <a:lnTo>
                  <a:pt x="356870" y="127"/>
                </a:lnTo>
                <a:lnTo>
                  <a:pt x="322452" y="14097"/>
                </a:lnTo>
                <a:lnTo>
                  <a:pt x="324357" y="18542"/>
                </a:lnTo>
                <a:lnTo>
                  <a:pt x="327659" y="17272"/>
                </a:lnTo>
                <a:lnTo>
                  <a:pt x="330326" y="16637"/>
                </a:lnTo>
                <a:lnTo>
                  <a:pt x="362203" y="16637"/>
                </a:lnTo>
                <a:lnTo>
                  <a:pt x="362203" y="127"/>
                </a:lnTo>
                <a:close/>
              </a:path>
              <a:path w="687704" h="172720">
                <a:moveTo>
                  <a:pt x="511048" y="127"/>
                </a:moveTo>
                <a:lnTo>
                  <a:pt x="473455" y="16510"/>
                </a:lnTo>
                <a:lnTo>
                  <a:pt x="458470" y="61976"/>
                </a:lnTo>
                <a:lnTo>
                  <a:pt x="459376" y="74808"/>
                </a:lnTo>
                <a:lnTo>
                  <a:pt x="480695" y="111902"/>
                </a:lnTo>
                <a:lnTo>
                  <a:pt x="508126" y="120904"/>
                </a:lnTo>
                <a:lnTo>
                  <a:pt x="517173" y="120042"/>
                </a:lnTo>
                <a:lnTo>
                  <a:pt x="525446" y="117443"/>
                </a:lnTo>
                <a:lnTo>
                  <a:pt x="532933" y="113081"/>
                </a:lnTo>
                <a:lnTo>
                  <a:pt x="539623" y="106934"/>
                </a:lnTo>
                <a:lnTo>
                  <a:pt x="544494" y="100711"/>
                </a:lnTo>
                <a:lnTo>
                  <a:pt x="517525" y="100711"/>
                </a:lnTo>
                <a:lnTo>
                  <a:pt x="509377" y="99788"/>
                </a:lnTo>
                <a:lnTo>
                  <a:pt x="479091" y="69072"/>
                </a:lnTo>
                <a:lnTo>
                  <a:pt x="476123" y="46482"/>
                </a:lnTo>
                <a:lnTo>
                  <a:pt x="554735" y="46482"/>
                </a:lnTo>
                <a:lnTo>
                  <a:pt x="554195" y="39370"/>
                </a:lnTo>
                <a:lnTo>
                  <a:pt x="528827" y="39370"/>
                </a:lnTo>
                <a:lnTo>
                  <a:pt x="476123" y="39243"/>
                </a:lnTo>
                <a:lnTo>
                  <a:pt x="477011" y="29718"/>
                </a:lnTo>
                <a:lnTo>
                  <a:pt x="480186" y="22352"/>
                </a:lnTo>
                <a:lnTo>
                  <a:pt x="491108" y="11684"/>
                </a:lnTo>
                <a:lnTo>
                  <a:pt x="497204" y="9017"/>
                </a:lnTo>
                <a:lnTo>
                  <a:pt x="538020" y="9017"/>
                </a:lnTo>
                <a:lnTo>
                  <a:pt x="535926" y="7252"/>
                </a:lnTo>
                <a:lnTo>
                  <a:pt x="528462" y="3286"/>
                </a:lnTo>
                <a:lnTo>
                  <a:pt x="520166" y="914"/>
                </a:lnTo>
                <a:lnTo>
                  <a:pt x="511048" y="127"/>
                </a:lnTo>
                <a:close/>
              </a:path>
              <a:path w="687704" h="172720">
                <a:moveTo>
                  <a:pt x="550926" y="73533"/>
                </a:moveTo>
                <a:lnTo>
                  <a:pt x="525018" y="100711"/>
                </a:lnTo>
                <a:lnTo>
                  <a:pt x="544494" y="100711"/>
                </a:lnTo>
                <a:lnTo>
                  <a:pt x="545216" y="99788"/>
                </a:lnTo>
                <a:lnTo>
                  <a:pt x="549608" y="92249"/>
                </a:lnTo>
                <a:lnTo>
                  <a:pt x="552785" y="84306"/>
                </a:lnTo>
                <a:lnTo>
                  <a:pt x="554735" y="75946"/>
                </a:lnTo>
                <a:lnTo>
                  <a:pt x="550926" y="73533"/>
                </a:lnTo>
                <a:close/>
              </a:path>
              <a:path w="687704" h="172720">
                <a:moveTo>
                  <a:pt x="538020" y="9017"/>
                </a:moveTo>
                <a:lnTo>
                  <a:pt x="508507" y="9017"/>
                </a:lnTo>
                <a:lnTo>
                  <a:pt x="512825" y="10287"/>
                </a:lnTo>
                <a:lnTo>
                  <a:pt x="516889" y="12954"/>
                </a:lnTo>
                <a:lnTo>
                  <a:pt x="521080" y="15621"/>
                </a:lnTo>
                <a:lnTo>
                  <a:pt x="524128" y="19304"/>
                </a:lnTo>
                <a:lnTo>
                  <a:pt x="526160" y="23876"/>
                </a:lnTo>
                <a:lnTo>
                  <a:pt x="527557" y="26924"/>
                </a:lnTo>
                <a:lnTo>
                  <a:pt x="528447" y="32004"/>
                </a:lnTo>
                <a:lnTo>
                  <a:pt x="528827" y="39370"/>
                </a:lnTo>
                <a:lnTo>
                  <a:pt x="554195" y="39370"/>
                </a:lnTo>
                <a:lnTo>
                  <a:pt x="553973" y="36454"/>
                </a:lnTo>
                <a:lnTo>
                  <a:pt x="551687" y="27511"/>
                </a:lnTo>
                <a:lnTo>
                  <a:pt x="547877" y="19639"/>
                </a:lnTo>
                <a:lnTo>
                  <a:pt x="542544" y="12827"/>
                </a:lnTo>
                <a:lnTo>
                  <a:pt x="538020" y="9017"/>
                </a:lnTo>
                <a:close/>
              </a:path>
              <a:path w="687704" h="172720">
                <a:moveTo>
                  <a:pt x="584580" y="146939"/>
                </a:moveTo>
                <a:lnTo>
                  <a:pt x="577850" y="146939"/>
                </a:lnTo>
                <a:lnTo>
                  <a:pt x="574801" y="147955"/>
                </a:lnTo>
                <a:lnTo>
                  <a:pt x="570229" y="152273"/>
                </a:lnTo>
                <a:lnTo>
                  <a:pt x="569086" y="155067"/>
                </a:lnTo>
                <a:lnTo>
                  <a:pt x="569086" y="162179"/>
                </a:lnTo>
                <a:lnTo>
                  <a:pt x="570610" y="165354"/>
                </a:lnTo>
                <a:lnTo>
                  <a:pt x="573785" y="168148"/>
                </a:lnTo>
                <a:lnTo>
                  <a:pt x="576960" y="171069"/>
                </a:lnTo>
                <a:lnTo>
                  <a:pt x="580898" y="172466"/>
                </a:lnTo>
                <a:lnTo>
                  <a:pt x="592581" y="172466"/>
                </a:lnTo>
                <a:lnTo>
                  <a:pt x="617840" y="151511"/>
                </a:lnTo>
                <a:lnTo>
                  <a:pt x="598424" y="151511"/>
                </a:lnTo>
                <a:lnTo>
                  <a:pt x="596391" y="151003"/>
                </a:lnTo>
                <a:lnTo>
                  <a:pt x="593089" y="149733"/>
                </a:lnTo>
                <a:lnTo>
                  <a:pt x="588263" y="147828"/>
                </a:lnTo>
                <a:lnTo>
                  <a:pt x="584580" y="146939"/>
                </a:lnTo>
                <a:close/>
              </a:path>
              <a:path w="687704" h="172720">
                <a:moveTo>
                  <a:pt x="616330" y="3683"/>
                </a:moveTo>
                <a:lnTo>
                  <a:pt x="563245" y="3683"/>
                </a:lnTo>
                <a:lnTo>
                  <a:pt x="563245" y="8255"/>
                </a:lnTo>
                <a:lnTo>
                  <a:pt x="567562" y="9271"/>
                </a:lnTo>
                <a:lnTo>
                  <a:pt x="570610" y="10414"/>
                </a:lnTo>
                <a:lnTo>
                  <a:pt x="572515" y="11811"/>
                </a:lnTo>
                <a:lnTo>
                  <a:pt x="573785" y="12700"/>
                </a:lnTo>
                <a:lnTo>
                  <a:pt x="575563" y="14732"/>
                </a:lnTo>
                <a:lnTo>
                  <a:pt x="580262" y="21463"/>
                </a:lnTo>
                <a:lnTo>
                  <a:pt x="582295" y="24638"/>
                </a:lnTo>
                <a:lnTo>
                  <a:pt x="583564" y="27178"/>
                </a:lnTo>
                <a:lnTo>
                  <a:pt x="624331" y="113030"/>
                </a:lnTo>
                <a:lnTo>
                  <a:pt x="616330" y="132842"/>
                </a:lnTo>
                <a:lnTo>
                  <a:pt x="601726" y="151511"/>
                </a:lnTo>
                <a:lnTo>
                  <a:pt x="617840" y="151511"/>
                </a:lnTo>
                <a:lnTo>
                  <a:pt x="620736" y="146776"/>
                </a:lnTo>
                <a:lnTo>
                  <a:pt x="624331" y="139065"/>
                </a:lnTo>
                <a:lnTo>
                  <a:pt x="645389" y="87630"/>
                </a:lnTo>
                <a:lnTo>
                  <a:pt x="634364" y="87630"/>
                </a:lnTo>
                <a:lnTo>
                  <a:pt x="606678" y="30099"/>
                </a:lnTo>
                <a:lnTo>
                  <a:pt x="603884" y="24384"/>
                </a:lnTo>
                <a:lnTo>
                  <a:pt x="602723" y="20320"/>
                </a:lnTo>
                <a:lnTo>
                  <a:pt x="602614" y="14351"/>
                </a:lnTo>
                <a:lnTo>
                  <a:pt x="603503" y="12319"/>
                </a:lnTo>
                <a:lnTo>
                  <a:pt x="607186" y="9144"/>
                </a:lnTo>
                <a:lnTo>
                  <a:pt x="609980" y="8255"/>
                </a:lnTo>
                <a:lnTo>
                  <a:pt x="616330" y="8255"/>
                </a:lnTo>
                <a:lnTo>
                  <a:pt x="616330" y="3683"/>
                </a:lnTo>
                <a:close/>
              </a:path>
              <a:path w="687704" h="172720">
                <a:moveTo>
                  <a:pt x="687577" y="3683"/>
                </a:moveTo>
                <a:lnTo>
                  <a:pt x="650494" y="3683"/>
                </a:lnTo>
                <a:lnTo>
                  <a:pt x="650494" y="8255"/>
                </a:lnTo>
                <a:lnTo>
                  <a:pt x="654050" y="8382"/>
                </a:lnTo>
                <a:lnTo>
                  <a:pt x="656589" y="8636"/>
                </a:lnTo>
                <a:lnTo>
                  <a:pt x="661924" y="18034"/>
                </a:lnTo>
                <a:lnTo>
                  <a:pt x="661288" y="21336"/>
                </a:lnTo>
                <a:lnTo>
                  <a:pt x="634364" y="87630"/>
                </a:lnTo>
                <a:lnTo>
                  <a:pt x="645389" y="87630"/>
                </a:lnTo>
                <a:lnTo>
                  <a:pt x="670813" y="25527"/>
                </a:lnTo>
                <a:lnTo>
                  <a:pt x="672846" y="20320"/>
                </a:lnTo>
                <a:lnTo>
                  <a:pt x="674243" y="17018"/>
                </a:lnTo>
                <a:lnTo>
                  <a:pt x="687577" y="8382"/>
                </a:lnTo>
                <a:lnTo>
                  <a:pt x="687577" y="3683"/>
                </a:lnTo>
                <a:close/>
              </a:path>
            </a:pathLst>
          </a:custGeom>
          <a:solidFill>
            <a:srgbClr val="000000"/>
          </a:solidFill>
        </p:spPr>
        <p:txBody>
          <a:bodyPr wrap="square" lIns="0" tIns="0" rIns="0" bIns="0" rtlCol="0"/>
          <a:lstStyle/>
          <a:p>
            <a:endParaRPr/>
          </a:p>
        </p:txBody>
      </p:sp>
      <p:pic>
        <p:nvPicPr>
          <p:cNvPr id="64" name="object 64"/>
          <p:cNvPicPr/>
          <p:nvPr/>
        </p:nvPicPr>
        <p:blipFill>
          <a:blip r:embed="rId34" cstate="print"/>
          <a:stretch>
            <a:fillRect/>
          </a:stretch>
        </p:blipFill>
        <p:spPr>
          <a:xfrm>
            <a:off x="7981315" y="4111625"/>
            <a:ext cx="188721" cy="176783"/>
          </a:xfrm>
          <a:prstGeom prst="rect">
            <a:avLst/>
          </a:prstGeom>
        </p:spPr>
      </p:pic>
      <p:sp>
        <p:nvSpPr>
          <p:cNvPr id="65" name="object 65"/>
          <p:cNvSpPr/>
          <p:nvPr/>
        </p:nvSpPr>
        <p:spPr>
          <a:xfrm>
            <a:off x="8268969" y="4111878"/>
            <a:ext cx="301625" cy="180340"/>
          </a:xfrm>
          <a:custGeom>
            <a:avLst/>
            <a:gdLst/>
            <a:ahLst/>
            <a:cxnLst/>
            <a:rect l="l" t="t" r="r" b="b"/>
            <a:pathLst>
              <a:path w="301625" h="180339">
                <a:moveTo>
                  <a:pt x="38607" y="71501"/>
                </a:moveTo>
                <a:lnTo>
                  <a:pt x="18033" y="71501"/>
                </a:lnTo>
                <a:lnTo>
                  <a:pt x="18033" y="156210"/>
                </a:lnTo>
                <a:lnTo>
                  <a:pt x="36068" y="178562"/>
                </a:lnTo>
                <a:lnTo>
                  <a:pt x="45465" y="178562"/>
                </a:lnTo>
                <a:lnTo>
                  <a:pt x="50926" y="176530"/>
                </a:lnTo>
                <a:lnTo>
                  <a:pt x="56260" y="172339"/>
                </a:lnTo>
                <a:lnTo>
                  <a:pt x="61595" y="168275"/>
                </a:lnTo>
                <a:lnTo>
                  <a:pt x="64388" y="164084"/>
                </a:lnTo>
                <a:lnTo>
                  <a:pt x="46481" y="164084"/>
                </a:lnTo>
                <a:lnTo>
                  <a:pt x="43814" y="162814"/>
                </a:lnTo>
                <a:lnTo>
                  <a:pt x="39497" y="157734"/>
                </a:lnTo>
                <a:lnTo>
                  <a:pt x="38480" y="152654"/>
                </a:lnTo>
                <a:lnTo>
                  <a:pt x="38607" y="71501"/>
                </a:lnTo>
                <a:close/>
              </a:path>
              <a:path w="301625" h="180339">
                <a:moveTo>
                  <a:pt x="68579" y="154051"/>
                </a:moveTo>
                <a:lnTo>
                  <a:pt x="63753" y="154051"/>
                </a:lnTo>
                <a:lnTo>
                  <a:pt x="62356" y="157353"/>
                </a:lnTo>
                <a:lnTo>
                  <a:pt x="60325" y="159893"/>
                </a:lnTo>
                <a:lnTo>
                  <a:pt x="57784" y="161544"/>
                </a:lnTo>
                <a:lnTo>
                  <a:pt x="55245" y="163322"/>
                </a:lnTo>
                <a:lnTo>
                  <a:pt x="52577" y="164084"/>
                </a:lnTo>
                <a:lnTo>
                  <a:pt x="64388" y="164084"/>
                </a:lnTo>
                <a:lnTo>
                  <a:pt x="65658" y="162179"/>
                </a:lnTo>
                <a:lnTo>
                  <a:pt x="68579" y="154051"/>
                </a:lnTo>
                <a:close/>
              </a:path>
              <a:path w="301625" h="180339">
                <a:moveTo>
                  <a:pt x="38607" y="25400"/>
                </a:moveTo>
                <a:lnTo>
                  <a:pt x="34671" y="25400"/>
                </a:lnTo>
                <a:lnTo>
                  <a:pt x="31369" y="33782"/>
                </a:lnTo>
                <a:lnTo>
                  <a:pt x="28701" y="39497"/>
                </a:lnTo>
                <a:lnTo>
                  <a:pt x="26797" y="42672"/>
                </a:lnTo>
                <a:lnTo>
                  <a:pt x="22986" y="48641"/>
                </a:lnTo>
                <a:lnTo>
                  <a:pt x="18796" y="53848"/>
                </a:lnTo>
                <a:lnTo>
                  <a:pt x="13970" y="58166"/>
                </a:lnTo>
                <a:lnTo>
                  <a:pt x="9271" y="62484"/>
                </a:lnTo>
                <a:lnTo>
                  <a:pt x="4572" y="65532"/>
                </a:lnTo>
                <a:lnTo>
                  <a:pt x="0" y="67437"/>
                </a:lnTo>
                <a:lnTo>
                  <a:pt x="0" y="71501"/>
                </a:lnTo>
                <a:lnTo>
                  <a:pt x="65150" y="71501"/>
                </a:lnTo>
                <a:lnTo>
                  <a:pt x="65150" y="62865"/>
                </a:lnTo>
                <a:lnTo>
                  <a:pt x="38607" y="62865"/>
                </a:lnTo>
                <a:lnTo>
                  <a:pt x="38607" y="25400"/>
                </a:lnTo>
                <a:close/>
              </a:path>
              <a:path w="301625" h="180339">
                <a:moveTo>
                  <a:pt x="193166" y="172212"/>
                </a:moveTo>
                <a:lnTo>
                  <a:pt x="137286" y="172212"/>
                </a:lnTo>
                <a:lnTo>
                  <a:pt x="137286" y="176657"/>
                </a:lnTo>
                <a:lnTo>
                  <a:pt x="193166" y="176784"/>
                </a:lnTo>
                <a:lnTo>
                  <a:pt x="193166" y="172212"/>
                </a:lnTo>
                <a:close/>
              </a:path>
              <a:path w="301625" h="180339">
                <a:moveTo>
                  <a:pt x="127380" y="172212"/>
                </a:moveTo>
                <a:lnTo>
                  <a:pt x="70993" y="172212"/>
                </a:lnTo>
                <a:lnTo>
                  <a:pt x="70993" y="176657"/>
                </a:lnTo>
                <a:lnTo>
                  <a:pt x="127380" y="176657"/>
                </a:lnTo>
                <a:lnTo>
                  <a:pt x="127380" y="172212"/>
                </a:lnTo>
                <a:close/>
              </a:path>
              <a:path w="301625" h="180339">
                <a:moveTo>
                  <a:pt x="109068" y="16256"/>
                </a:moveTo>
                <a:lnTo>
                  <a:pt x="81660" y="16256"/>
                </a:lnTo>
                <a:lnTo>
                  <a:pt x="83311" y="16764"/>
                </a:lnTo>
                <a:lnTo>
                  <a:pt x="85978" y="18923"/>
                </a:lnTo>
                <a:lnTo>
                  <a:pt x="86868" y="20955"/>
                </a:lnTo>
                <a:lnTo>
                  <a:pt x="87502" y="24003"/>
                </a:lnTo>
                <a:lnTo>
                  <a:pt x="88137" y="26924"/>
                </a:lnTo>
                <a:lnTo>
                  <a:pt x="88391" y="34925"/>
                </a:lnTo>
                <a:lnTo>
                  <a:pt x="88323" y="158750"/>
                </a:lnTo>
                <a:lnTo>
                  <a:pt x="87883" y="162814"/>
                </a:lnTo>
                <a:lnTo>
                  <a:pt x="85851" y="167386"/>
                </a:lnTo>
                <a:lnTo>
                  <a:pt x="84581" y="169037"/>
                </a:lnTo>
                <a:lnTo>
                  <a:pt x="82930" y="169799"/>
                </a:lnTo>
                <a:lnTo>
                  <a:pt x="80009" y="171450"/>
                </a:lnTo>
                <a:lnTo>
                  <a:pt x="75946" y="172212"/>
                </a:lnTo>
                <a:lnTo>
                  <a:pt x="121538" y="172212"/>
                </a:lnTo>
                <a:lnTo>
                  <a:pt x="117475" y="171577"/>
                </a:lnTo>
                <a:lnTo>
                  <a:pt x="115061" y="170307"/>
                </a:lnTo>
                <a:lnTo>
                  <a:pt x="112775" y="169037"/>
                </a:lnTo>
                <a:lnTo>
                  <a:pt x="111125" y="167386"/>
                </a:lnTo>
                <a:lnTo>
                  <a:pt x="109347" y="163576"/>
                </a:lnTo>
                <a:lnTo>
                  <a:pt x="108965" y="158750"/>
                </a:lnTo>
                <a:lnTo>
                  <a:pt x="108965" y="90805"/>
                </a:lnTo>
                <a:lnTo>
                  <a:pt x="115188" y="84328"/>
                </a:lnTo>
                <a:lnTo>
                  <a:pt x="116527" y="83185"/>
                </a:lnTo>
                <a:lnTo>
                  <a:pt x="108965" y="83185"/>
                </a:lnTo>
                <a:lnTo>
                  <a:pt x="109068" y="16256"/>
                </a:lnTo>
                <a:close/>
              </a:path>
              <a:path w="301625" h="180339">
                <a:moveTo>
                  <a:pt x="171974" y="74549"/>
                </a:moveTo>
                <a:lnTo>
                  <a:pt x="141477" y="74549"/>
                </a:lnTo>
                <a:lnTo>
                  <a:pt x="144906" y="75565"/>
                </a:lnTo>
                <a:lnTo>
                  <a:pt x="150495" y="79375"/>
                </a:lnTo>
                <a:lnTo>
                  <a:pt x="152526" y="82296"/>
                </a:lnTo>
                <a:lnTo>
                  <a:pt x="155066" y="90170"/>
                </a:lnTo>
                <a:lnTo>
                  <a:pt x="155701" y="98298"/>
                </a:lnTo>
                <a:lnTo>
                  <a:pt x="155575" y="161417"/>
                </a:lnTo>
                <a:lnTo>
                  <a:pt x="145160" y="172212"/>
                </a:lnTo>
                <a:lnTo>
                  <a:pt x="187959" y="172212"/>
                </a:lnTo>
                <a:lnTo>
                  <a:pt x="176341" y="158750"/>
                </a:lnTo>
                <a:lnTo>
                  <a:pt x="176402" y="110744"/>
                </a:lnTo>
                <a:lnTo>
                  <a:pt x="176258" y="101002"/>
                </a:lnTo>
                <a:lnTo>
                  <a:pt x="175815" y="92916"/>
                </a:lnTo>
                <a:lnTo>
                  <a:pt x="175063" y="86473"/>
                </a:lnTo>
                <a:lnTo>
                  <a:pt x="173989" y="81661"/>
                </a:lnTo>
                <a:lnTo>
                  <a:pt x="171974" y="74549"/>
                </a:lnTo>
                <a:close/>
              </a:path>
              <a:path w="301625" h="180339">
                <a:moveTo>
                  <a:pt x="153543" y="59563"/>
                </a:moveTo>
                <a:lnTo>
                  <a:pt x="141731" y="59563"/>
                </a:lnTo>
                <a:lnTo>
                  <a:pt x="136271" y="60960"/>
                </a:lnTo>
                <a:lnTo>
                  <a:pt x="108965" y="83185"/>
                </a:lnTo>
                <a:lnTo>
                  <a:pt x="116527" y="83185"/>
                </a:lnTo>
                <a:lnTo>
                  <a:pt x="120396" y="79883"/>
                </a:lnTo>
                <a:lnTo>
                  <a:pt x="124840" y="77724"/>
                </a:lnTo>
                <a:lnTo>
                  <a:pt x="129158" y="75692"/>
                </a:lnTo>
                <a:lnTo>
                  <a:pt x="133476" y="74549"/>
                </a:lnTo>
                <a:lnTo>
                  <a:pt x="171974" y="74549"/>
                </a:lnTo>
                <a:lnTo>
                  <a:pt x="171830" y="74041"/>
                </a:lnTo>
                <a:lnTo>
                  <a:pt x="168401" y="68453"/>
                </a:lnTo>
                <a:lnTo>
                  <a:pt x="163702" y="64897"/>
                </a:lnTo>
                <a:lnTo>
                  <a:pt x="159130" y="61341"/>
                </a:lnTo>
                <a:lnTo>
                  <a:pt x="153543" y="59563"/>
                </a:lnTo>
                <a:close/>
              </a:path>
              <a:path w="301625" h="180339">
                <a:moveTo>
                  <a:pt x="109093" y="0"/>
                </a:moveTo>
                <a:lnTo>
                  <a:pt x="103377" y="0"/>
                </a:lnTo>
                <a:lnTo>
                  <a:pt x="69341" y="13843"/>
                </a:lnTo>
                <a:lnTo>
                  <a:pt x="70993" y="18288"/>
                </a:lnTo>
                <a:lnTo>
                  <a:pt x="74929" y="16891"/>
                </a:lnTo>
                <a:lnTo>
                  <a:pt x="77724" y="16256"/>
                </a:lnTo>
                <a:lnTo>
                  <a:pt x="109068" y="16256"/>
                </a:lnTo>
                <a:lnTo>
                  <a:pt x="109093" y="0"/>
                </a:lnTo>
                <a:close/>
              </a:path>
              <a:path w="301625" h="180339">
                <a:moveTo>
                  <a:pt x="257682" y="59436"/>
                </a:moveTo>
                <a:lnTo>
                  <a:pt x="220090" y="75819"/>
                </a:lnTo>
                <a:lnTo>
                  <a:pt x="205104" y="121285"/>
                </a:lnTo>
                <a:lnTo>
                  <a:pt x="206011" y="134119"/>
                </a:lnTo>
                <a:lnTo>
                  <a:pt x="227329" y="171265"/>
                </a:lnTo>
                <a:lnTo>
                  <a:pt x="254761" y="180213"/>
                </a:lnTo>
                <a:lnTo>
                  <a:pt x="263808" y="179353"/>
                </a:lnTo>
                <a:lnTo>
                  <a:pt x="272081" y="176768"/>
                </a:lnTo>
                <a:lnTo>
                  <a:pt x="279568" y="172444"/>
                </a:lnTo>
                <a:lnTo>
                  <a:pt x="286257" y="166370"/>
                </a:lnTo>
                <a:lnTo>
                  <a:pt x="291178" y="160020"/>
                </a:lnTo>
                <a:lnTo>
                  <a:pt x="264159" y="160020"/>
                </a:lnTo>
                <a:lnTo>
                  <a:pt x="256059" y="159115"/>
                </a:lnTo>
                <a:lnTo>
                  <a:pt x="225710" y="128428"/>
                </a:lnTo>
                <a:lnTo>
                  <a:pt x="222757" y="105791"/>
                </a:lnTo>
                <a:lnTo>
                  <a:pt x="301361" y="105791"/>
                </a:lnTo>
                <a:lnTo>
                  <a:pt x="300821" y="98679"/>
                </a:lnTo>
                <a:lnTo>
                  <a:pt x="275462" y="98679"/>
                </a:lnTo>
                <a:lnTo>
                  <a:pt x="222757" y="98552"/>
                </a:lnTo>
                <a:lnTo>
                  <a:pt x="223647" y="89027"/>
                </a:lnTo>
                <a:lnTo>
                  <a:pt x="226822" y="81661"/>
                </a:lnTo>
                <a:lnTo>
                  <a:pt x="237744" y="70993"/>
                </a:lnTo>
                <a:lnTo>
                  <a:pt x="243839" y="68326"/>
                </a:lnTo>
                <a:lnTo>
                  <a:pt x="284611" y="68326"/>
                </a:lnTo>
                <a:lnTo>
                  <a:pt x="282561" y="66615"/>
                </a:lnTo>
                <a:lnTo>
                  <a:pt x="275097" y="62642"/>
                </a:lnTo>
                <a:lnTo>
                  <a:pt x="266801" y="60241"/>
                </a:lnTo>
                <a:lnTo>
                  <a:pt x="257682" y="59436"/>
                </a:lnTo>
                <a:close/>
              </a:path>
              <a:path w="301625" h="180339">
                <a:moveTo>
                  <a:pt x="297560" y="132842"/>
                </a:moveTo>
                <a:lnTo>
                  <a:pt x="271652" y="160020"/>
                </a:lnTo>
                <a:lnTo>
                  <a:pt x="291178" y="160020"/>
                </a:lnTo>
                <a:lnTo>
                  <a:pt x="291872" y="159115"/>
                </a:lnTo>
                <a:lnTo>
                  <a:pt x="296243" y="151574"/>
                </a:lnTo>
                <a:lnTo>
                  <a:pt x="299420" y="143617"/>
                </a:lnTo>
                <a:lnTo>
                  <a:pt x="301371" y="135255"/>
                </a:lnTo>
                <a:lnTo>
                  <a:pt x="297560" y="132842"/>
                </a:lnTo>
                <a:close/>
              </a:path>
              <a:path w="301625" h="180339">
                <a:moveTo>
                  <a:pt x="301361" y="105791"/>
                </a:moveTo>
                <a:lnTo>
                  <a:pt x="222757" y="105791"/>
                </a:lnTo>
                <a:lnTo>
                  <a:pt x="301371" y="105918"/>
                </a:lnTo>
                <a:lnTo>
                  <a:pt x="301361" y="105791"/>
                </a:lnTo>
                <a:close/>
              </a:path>
              <a:path w="301625" h="180339">
                <a:moveTo>
                  <a:pt x="284611" y="68326"/>
                </a:moveTo>
                <a:lnTo>
                  <a:pt x="255143" y="68326"/>
                </a:lnTo>
                <a:lnTo>
                  <a:pt x="259460" y="69596"/>
                </a:lnTo>
                <a:lnTo>
                  <a:pt x="263525" y="72263"/>
                </a:lnTo>
                <a:lnTo>
                  <a:pt x="267715" y="74930"/>
                </a:lnTo>
                <a:lnTo>
                  <a:pt x="270763" y="78613"/>
                </a:lnTo>
                <a:lnTo>
                  <a:pt x="272796" y="83185"/>
                </a:lnTo>
                <a:lnTo>
                  <a:pt x="274193" y="86233"/>
                </a:lnTo>
                <a:lnTo>
                  <a:pt x="275081" y="91313"/>
                </a:lnTo>
                <a:lnTo>
                  <a:pt x="275462" y="98679"/>
                </a:lnTo>
                <a:lnTo>
                  <a:pt x="300821" y="98679"/>
                </a:lnTo>
                <a:lnTo>
                  <a:pt x="300609" y="95871"/>
                </a:lnTo>
                <a:lnTo>
                  <a:pt x="298323" y="86883"/>
                </a:lnTo>
                <a:lnTo>
                  <a:pt x="294512" y="78968"/>
                </a:lnTo>
                <a:lnTo>
                  <a:pt x="289178" y="72136"/>
                </a:lnTo>
                <a:lnTo>
                  <a:pt x="284611" y="68326"/>
                </a:lnTo>
                <a:close/>
              </a:path>
            </a:pathLst>
          </a:custGeom>
          <a:solidFill>
            <a:srgbClr val="000000"/>
          </a:solidFill>
        </p:spPr>
        <p:txBody>
          <a:bodyPr wrap="square" lIns="0" tIns="0" rIns="0" bIns="0" rtlCol="0"/>
          <a:lstStyle/>
          <a:p>
            <a:endParaRPr/>
          </a:p>
        </p:txBody>
      </p:sp>
      <p:sp>
        <p:nvSpPr>
          <p:cNvPr id="66" name="object 66"/>
          <p:cNvSpPr/>
          <p:nvPr/>
        </p:nvSpPr>
        <p:spPr>
          <a:xfrm>
            <a:off x="518299" y="4411598"/>
            <a:ext cx="440055" cy="232410"/>
          </a:xfrm>
          <a:custGeom>
            <a:avLst/>
            <a:gdLst/>
            <a:ahLst/>
            <a:cxnLst/>
            <a:rect l="l" t="t" r="r" b="b"/>
            <a:pathLst>
              <a:path w="440055" h="232410">
                <a:moveTo>
                  <a:pt x="57810" y="172338"/>
                </a:moveTo>
                <a:lnTo>
                  <a:pt x="2019" y="172338"/>
                </a:lnTo>
                <a:lnTo>
                  <a:pt x="2019" y="176783"/>
                </a:lnTo>
                <a:lnTo>
                  <a:pt x="57810" y="176783"/>
                </a:lnTo>
                <a:lnTo>
                  <a:pt x="57810" y="172338"/>
                </a:lnTo>
                <a:close/>
              </a:path>
              <a:path w="440055" h="232410">
                <a:moveTo>
                  <a:pt x="39524" y="16382"/>
                </a:moveTo>
                <a:lnTo>
                  <a:pt x="12306" y="16382"/>
                </a:lnTo>
                <a:lnTo>
                  <a:pt x="13944" y="16890"/>
                </a:lnTo>
                <a:lnTo>
                  <a:pt x="15227" y="17906"/>
                </a:lnTo>
                <a:lnTo>
                  <a:pt x="16509" y="19050"/>
                </a:lnTo>
                <a:lnTo>
                  <a:pt x="17437" y="21081"/>
                </a:lnTo>
                <a:lnTo>
                  <a:pt x="18592" y="26924"/>
                </a:lnTo>
                <a:lnTo>
                  <a:pt x="18884" y="34798"/>
                </a:lnTo>
                <a:lnTo>
                  <a:pt x="18793" y="158242"/>
                </a:lnTo>
                <a:lnTo>
                  <a:pt x="7239" y="172338"/>
                </a:lnTo>
                <a:lnTo>
                  <a:pt x="51930" y="172338"/>
                </a:lnTo>
                <a:lnTo>
                  <a:pt x="39433" y="158242"/>
                </a:lnTo>
                <a:lnTo>
                  <a:pt x="39524" y="16382"/>
                </a:lnTo>
                <a:close/>
              </a:path>
              <a:path w="440055" h="232410">
                <a:moveTo>
                  <a:pt x="33947" y="0"/>
                </a:moveTo>
                <a:lnTo>
                  <a:pt x="0" y="13969"/>
                </a:lnTo>
                <a:lnTo>
                  <a:pt x="2120" y="18287"/>
                </a:lnTo>
                <a:lnTo>
                  <a:pt x="5435" y="17018"/>
                </a:lnTo>
                <a:lnTo>
                  <a:pt x="8166" y="16382"/>
                </a:lnTo>
                <a:lnTo>
                  <a:pt x="39524" y="16382"/>
                </a:lnTo>
                <a:lnTo>
                  <a:pt x="39535" y="126"/>
                </a:lnTo>
                <a:lnTo>
                  <a:pt x="33947" y="0"/>
                </a:lnTo>
                <a:close/>
              </a:path>
              <a:path w="440055" h="232410">
                <a:moveTo>
                  <a:pt x="126123" y="59689"/>
                </a:moveTo>
                <a:lnTo>
                  <a:pt x="87828" y="76438"/>
                </a:lnTo>
                <a:lnTo>
                  <a:pt x="71524" y="113222"/>
                </a:lnTo>
                <a:lnTo>
                  <a:pt x="71149" y="122590"/>
                </a:lnTo>
                <a:lnTo>
                  <a:pt x="71829" y="131512"/>
                </a:lnTo>
                <a:lnTo>
                  <a:pt x="92041" y="168767"/>
                </a:lnTo>
                <a:lnTo>
                  <a:pt x="124688" y="180339"/>
                </a:lnTo>
                <a:lnTo>
                  <a:pt x="132394" y="179839"/>
                </a:lnTo>
                <a:lnTo>
                  <a:pt x="139736" y="178339"/>
                </a:lnTo>
                <a:lnTo>
                  <a:pt x="146714" y="175839"/>
                </a:lnTo>
                <a:lnTo>
                  <a:pt x="153327" y="172338"/>
                </a:lnTo>
                <a:lnTo>
                  <a:pt x="154556" y="171450"/>
                </a:lnTo>
                <a:lnTo>
                  <a:pt x="130035" y="171450"/>
                </a:lnTo>
                <a:lnTo>
                  <a:pt x="122351" y="170328"/>
                </a:lnTo>
                <a:lnTo>
                  <a:pt x="96613" y="133731"/>
                </a:lnTo>
                <a:lnTo>
                  <a:pt x="94281" y="113043"/>
                </a:lnTo>
                <a:lnTo>
                  <a:pt x="94340" y="105425"/>
                </a:lnTo>
                <a:lnTo>
                  <a:pt x="113461" y="68961"/>
                </a:lnTo>
                <a:lnTo>
                  <a:pt x="117881" y="67690"/>
                </a:lnTo>
                <a:lnTo>
                  <a:pt x="154408" y="67690"/>
                </a:lnTo>
                <a:lnTo>
                  <a:pt x="149423" y="64563"/>
                </a:lnTo>
                <a:lnTo>
                  <a:pt x="138411" y="60906"/>
                </a:lnTo>
                <a:lnTo>
                  <a:pt x="126123" y="59689"/>
                </a:lnTo>
                <a:close/>
              </a:path>
              <a:path w="440055" h="232410">
                <a:moveTo>
                  <a:pt x="154408" y="67690"/>
                </a:moveTo>
                <a:lnTo>
                  <a:pt x="122275" y="67690"/>
                </a:lnTo>
                <a:lnTo>
                  <a:pt x="128802" y="68449"/>
                </a:lnTo>
                <a:lnTo>
                  <a:pt x="134724" y="70707"/>
                </a:lnTo>
                <a:lnTo>
                  <a:pt x="156965" y="113043"/>
                </a:lnTo>
                <a:lnTo>
                  <a:pt x="157772" y="127381"/>
                </a:lnTo>
                <a:lnTo>
                  <a:pt x="157274" y="138594"/>
                </a:lnTo>
                <a:lnTo>
                  <a:pt x="138074" y="171450"/>
                </a:lnTo>
                <a:lnTo>
                  <a:pt x="154556" y="171450"/>
                </a:lnTo>
                <a:lnTo>
                  <a:pt x="179050" y="133191"/>
                </a:lnTo>
                <a:lnTo>
                  <a:pt x="180898" y="117856"/>
                </a:lnTo>
                <a:lnTo>
                  <a:pt x="180069" y="107305"/>
                </a:lnTo>
                <a:lnTo>
                  <a:pt x="177582" y="97361"/>
                </a:lnTo>
                <a:lnTo>
                  <a:pt x="173435" y="88012"/>
                </a:lnTo>
                <a:lnTo>
                  <a:pt x="167627" y="79248"/>
                </a:lnTo>
                <a:lnTo>
                  <a:pt x="159161" y="70673"/>
                </a:lnTo>
                <a:lnTo>
                  <a:pt x="154408" y="67690"/>
                </a:lnTo>
                <a:close/>
              </a:path>
              <a:path w="440055" h="232410">
                <a:moveTo>
                  <a:pt x="192278" y="172338"/>
                </a:moveTo>
                <a:lnTo>
                  <a:pt x="192278" y="176911"/>
                </a:lnTo>
                <a:lnTo>
                  <a:pt x="248564" y="176911"/>
                </a:lnTo>
                <a:lnTo>
                  <a:pt x="248564" y="172465"/>
                </a:lnTo>
                <a:lnTo>
                  <a:pt x="194767" y="172465"/>
                </a:lnTo>
                <a:lnTo>
                  <a:pt x="192278" y="172338"/>
                </a:lnTo>
                <a:close/>
              </a:path>
              <a:path w="440055" h="232410">
                <a:moveTo>
                  <a:pt x="315061" y="172465"/>
                </a:moveTo>
                <a:lnTo>
                  <a:pt x="258762" y="172465"/>
                </a:lnTo>
                <a:lnTo>
                  <a:pt x="258762" y="176911"/>
                </a:lnTo>
                <a:lnTo>
                  <a:pt x="315048" y="176911"/>
                </a:lnTo>
                <a:lnTo>
                  <a:pt x="315061" y="172465"/>
                </a:lnTo>
                <a:close/>
              </a:path>
              <a:path w="440055" h="232410">
                <a:moveTo>
                  <a:pt x="230115" y="76200"/>
                </a:moveTo>
                <a:lnTo>
                  <a:pt x="202819" y="76200"/>
                </a:lnTo>
                <a:lnTo>
                  <a:pt x="204533" y="76707"/>
                </a:lnTo>
                <a:lnTo>
                  <a:pt x="205816" y="77850"/>
                </a:lnTo>
                <a:lnTo>
                  <a:pt x="209562" y="159384"/>
                </a:lnTo>
                <a:lnTo>
                  <a:pt x="208534" y="165100"/>
                </a:lnTo>
                <a:lnTo>
                  <a:pt x="204470" y="170942"/>
                </a:lnTo>
                <a:lnTo>
                  <a:pt x="200558" y="172465"/>
                </a:lnTo>
                <a:lnTo>
                  <a:pt x="242354" y="172465"/>
                </a:lnTo>
                <a:lnTo>
                  <a:pt x="231419" y="165481"/>
                </a:lnTo>
                <a:lnTo>
                  <a:pt x="230517" y="163702"/>
                </a:lnTo>
                <a:lnTo>
                  <a:pt x="230108" y="159384"/>
                </a:lnTo>
                <a:lnTo>
                  <a:pt x="230111" y="91186"/>
                </a:lnTo>
                <a:lnTo>
                  <a:pt x="237452" y="84111"/>
                </a:lnTo>
                <a:lnTo>
                  <a:pt x="237878" y="83819"/>
                </a:lnTo>
                <a:lnTo>
                  <a:pt x="230111" y="83819"/>
                </a:lnTo>
                <a:lnTo>
                  <a:pt x="230115" y="76200"/>
                </a:lnTo>
                <a:close/>
              </a:path>
              <a:path w="440055" h="232410">
                <a:moveTo>
                  <a:pt x="293237" y="75056"/>
                </a:moveTo>
                <a:lnTo>
                  <a:pt x="265950" y="75056"/>
                </a:lnTo>
                <a:lnTo>
                  <a:pt x="270484" y="77343"/>
                </a:lnTo>
                <a:lnTo>
                  <a:pt x="275856" y="86740"/>
                </a:lnTo>
                <a:lnTo>
                  <a:pt x="277202" y="94233"/>
                </a:lnTo>
                <a:lnTo>
                  <a:pt x="277116" y="158876"/>
                </a:lnTo>
                <a:lnTo>
                  <a:pt x="276999" y="161670"/>
                </a:lnTo>
                <a:lnTo>
                  <a:pt x="275831" y="165988"/>
                </a:lnTo>
                <a:lnTo>
                  <a:pt x="274358" y="168401"/>
                </a:lnTo>
                <a:lnTo>
                  <a:pt x="270129" y="171703"/>
                </a:lnTo>
                <a:lnTo>
                  <a:pt x="266420" y="172465"/>
                </a:lnTo>
                <a:lnTo>
                  <a:pt x="309587" y="172465"/>
                </a:lnTo>
                <a:lnTo>
                  <a:pt x="297713" y="92328"/>
                </a:lnTo>
                <a:lnTo>
                  <a:pt x="296798" y="84708"/>
                </a:lnTo>
                <a:lnTo>
                  <a:pt x="293237" y="75056"/>
                </a:lnTo>
                <a:close/>
              </a:path>
              <a:path w="440055" h="232410">
                <a:moveTo>
                  <a:pt x="274485" y="59689"/>
                </a:moveTo>
                <a:lnTo>
                  <a:pt x="268274" y="59689"/>
                </a:lnTo>
                <a:lnTo>
                  <a:pt x="259088" y="61210"/>
                </a:lnTo>
                <a:lnTo>
                  <a:pt x="249664" y="65754"/>
                </a:lnTo>
                <a:lnTo>
                  <a:pt x="240005" y="73298"/>
                </a:lnTo>
                <a:lnTo>
                  <a:pt x="230111" y="83819"/>
                </a:lnTo>
                <a:lnTo>
                  <a:pt x="237878" y="83819"/>
                </a:lnTo>
                <a:lnTo>
                  <a:pt x="244808" y="79073"/>
                </a:lnTo>
                <a:lnTo>
                  <a:pt x="252178" y="76059"/>
                </a:lnTo>
                <a:lnTo>
                  <a:pt x="259562" y="75056"/>
                </a:lnTo>
                <a:lnTo>
                  <a:pt x="293237" y="75056"/>
                </a:lnTo>
                <a:lnTo>
                  <a:pt x="292341" y="72643"/>
                </a:lnTo>
                <a:lnTo>
                  <a:pt x="288772" y="67563"/>
                </a:lnTo>
                <a:lnTo>
                  <a:pt x="284302" y="64388"/>
                </a:lnTo>
                <a:lnTo>
                  <a:pt x="279831" y="61340"/>
                </a:lnTo>
                <a:lnTo>
                  <a:pt x="274485" y="59689"/>
                </a:lnTo>
                <a:close/>
              </a:path>
              <a:path w="440055" h="232410">
                <a:moveTo>
                  <a:pt x="230123" y="59689"/>
                </a:moveTo>
                <a:lnTo>
                  <a:pt x="224777" y="59689"/>
                </a:lnTo>
                <a:lnTo>
                  <a:pt x="190474" y="73659"/>
                </a:lnTo>
                <a:lnTo>
                  <a:pt x="192341" y="78105"/>
                </a:lnTo>
                <a:lnTo>
                  <a:pt x="195567" y="76834"/>
                </a:lnTo>
                <a:lnTo>
                  <a:pt x="198348" y="76200"/>
                </a:lnTo>
                <a:lnTo>
                  <a:pt x="230115" y="76200"/>
                </a:lnTo>
                <a:lnTo>
                  <a:pt x="230123" y="59689"/>
                </a:lnTo>
                <a:close/>
              </a:path>
              <a:path w="440055" h="232410">
                <a:moveTo>
                  <a:pt x="379145" y="59817"/>
                </a:moveTo>
                <a:lnTo>
                  <a:pt x="340942" y="78392"/>
                </a:lnTo>
                <a:lnTo>
                  <a:pt x="333755" y="101092"/>
                </a:lnTo>
                <a:lnTo>
                  <a:pt x="333755" y="108457"/>
                </a:lnTo>
                <a:lnTo>
                  <a:pt x="335610" y="115188"/>
                </a:lnTo>
                <a:lnTo>
                  <a:pt x="343065" y="127381"/>
                </a:lnTo>
                <a:lnTo>
                  <a:pt x="348399" y="132080"/>
                </a:lnTo>
                <a:lnTo>
                  <a:pt x="355358" y="135508"/>
                </a:lnTo>
                <a:lnTo>
                  <a:pt x="346824" y="142620"/>
                </a:lnTo>
                <a:lnTo>
                  <a:pt x="341376" y="148081"/>
                </a:lnTo>
                <a:lnTo>
                  <a:pt x="339013" y="152019"/>
                </a:lnTo>
                <a:lnTo>
                  <a:pt x="336638" y="155828"/>
                </a:lnTo>
                <a:lnTo>
                  <a:pt x="335501" y="159131"/>
                </a:lnTo>
                <a:lnTo>
                  <a:pt x="335457" y="164719"/>
                </a:lnTo>
                <a:lnTo>
                  <a:pt x="336346" y="167005"/>
                </a:lnTo>
                <a:lnTo>
                  <a:pt x="339902" y="171069"/>
                </a:lnTo>
                <a:lnTo>
                  <a:pt x="342950" y="173355"/>
                </a:lnTo>
                <a:lnTo>
                  <a:pt x="347256" y="176021"/>
                </a:lnTo>
                <a:lnTo>
                  <a:pt x="339382" y="184150"/>
                </a:lnTo>
                <a:lnTo>
                  <a:pt x="335152" y="188594"/>
                </a:lnTo>
                <a:lnTo>
                  <a:pt x="334568" y="189356"/>
                </a:lnTo>
                <a:lnTo>
                  <a:pt x="330174" y="194818"/>
                </a:lnTo>
                <a:lnTo>
                  <a:pt x="327279" y="199136"/>
                </a:lnTo>
                <a:lnTo>
                  <a:pt x="325869" y="202183"/>
                </a:lnTo>
                <a:lnTo>
                  <a:pt x="324954" y="204215"/>
                </a:lnTo>
                <a:lnTo>
                  <a:pt x="324497" y="206120"/>
                </a:lnTo>
                <a:lnTo>
                  <a:pt x="324522" y="212649"/>
                </a:lnTo>
                <a:lnTo>
                  <a:pt x="362781" y="231233"/>
                </a:lnTo>
                <a:lnTo>
                  <a:pt x="374307" y="231901"/>
                </a:lnTo>
                <a:lnTo>
                  <a:pt x="389170" y="230780"/>
                </a:lnTo>
                <a:lnTo>
                  <a:pt x="402558" y="227409"/>
                </a:lnTo>
                <a:lnTo>
                  <a:pt x="414469" y="221775"/>
                </a:lnTo>
                <a:lnTo>
                  <a:pt x="420714" y="217043"/>
                </a:lnTo>
                <a:lnTo>
                  <a:pt x="385381" y="217043"/>
                </a:lnTo>
                <a:lnTo>
                  <a:pt x="374316" y="216544"/>
                </a:lnTo>
                <a:lnTo>
                  <a:pt x="342264" y="202819"/>
                </a:lnTo>
                <a:lnTo>
                  <a:pt x="342277" y="195833"/>
                </a:lnTo>
                <a:lnTo>
                  <a:pt x="354088" y="177037"/>
                </a:lnTo>
                <a:lnTo>
                  <a:pt x="436617" y="177037"/>
                </a:lnTo>
                <a:lnTo>
                  <a:pt x="435800" y="175006"/>
                </a:lnTo>
                <a:lnTo>
                  <a:pt x="391252" y="160349"/>
                </a:lnTo>
                <a:lnTo>
                  <a:pt x="370293" y="159765"/>
                </a:lnTo>
                <a:lnTo>
                  <a:pt x="364502" y="159384"/>
                </a:lnTo>
                <a:lnTo>
                  <a:pt x="362178" y="159131"/>
                </a:lnTo>
                <a:lnTo>
                  <a:pt x="358203" y="158495"/>
                </a:lnTo>
                <a:lnTo>
                  <a:pt x="355536" y="157606"/>
                </a:lnTo>
                <a:lnTo>
                  <a:pt x="354164" y="156209"/>
                </a:lnTo>
                <a:lnTo>
                  <a:pt x="352805" y="154939"/>
                </a:lnTo>
                <a:lnTo>
                  <a:pt x="352120" y="153543"/>
                </a:lnTo>
                <a:lnTo>
                  <a:pt x="352120" y="150494"/>
                </a:lnTo>
                <a:lnTo>
                  <a:pt x="361442" y="137794"/>
                </a:lnTo>
                <a:lnTo>
                  <a:pt x="395914" y="137794"/>
                </a:lnTo>
                <a:lnTo>
                  <a:pt x="397146" y="137493"/>
                </a:lnTo>
                <a:lnTo>
                  <a:pt x="404195" y="134238"/>
                </a:lnTo>
                <a:lnTo>
                  <a:pt x="373583" y="134238"/>
                </a:lnTo>
                <a:lnTo>
                  <a:pt x="368122" y="131444"/>
                </a:lnTo>
                <a:lnTo>
                  <a:pt x="355384" y="95631"/>
                </a:lnTo>
                <a:lnTo>
                  <a:pt x="355427" y="85359"/>
                </a:lnTo>
                <a:lnTo>
                  <a:pt x="357466" y="77977"/>
                </a:lnTo>
                <a:lnTo>
                  <a:pt x="361607" y="73151"/>
                </a:lnTo>
                <a:lnTo>
                  <a:pt x="365760" y="68199"/>
                </a:lnTo>
                <a:lnTo>
                  <a:pt x="370890" y="65786"/>
                </a:lnTo>
                <a:lnTo>
                  <a:pt x="403732" y="65786"/>
                </a:lnTo>
                <a:lnTo>
                  <a:pt x="401116" y="64317"/>
                </a:lnTo>
                <a:lnTo>
                  <a:pt x="394335" y="61817"/>
                </a:lnTo>
                <a:lnTo>
                  <a:pt x="387010" y="60317"/>
                </a:lnTo>
                <a:lnTo>
                  <a:pt x="379145" y="59817"/>
                </a:lnTo>
                <a:close/>
              </a:path>
              <a:path w="440055" h="232410">
                <a:moveTo>
                  <a:pt x="436617" y="177037"/>
                </a:moveTo>
                <a:lnTo>
                  <a:pt x="354088" y="177037"/>
                </a:lnTo>
                <a:lnTo>
                  <a:pt x="362413" y="177992"/>
                </a:lnTo>
                <a:lnTo>
                  <a:pt x="372356" y="178768"/>
                </a:lnTo>
                <a:lnTo>
                  <a:pt x="383915" y="179377"/>
                </a:lnTo>
                <a:lnTo>
                  <a:pt x="397090" y="179831"/>
                </a:lnTo>
                <a:lnTo>
                  <a:pt x="405863" y="180240"/>
                </a:lnTo>
                <a:lnTo>
                  <a:pt x="429018" y="187959"/>
                </a:lnTo>
                <a:lnTo>
                  <a:pt x="429018" y="198246"/>
                </a:lnTo>
                <a:lnTo>
                  <a:pt x="385381" y="217043"/>
                </a:lnTo>
                <a:lnTo>
                  <a:pt x="420714" y="217043"/>
                </a:lnTo>
                <a:lnTo>
                  <a:pt x="438099" y="180720"/>
                </a:lnTo>
                <a:lnTo>
                  <a:pt x="436617" y="177037"/>
                </a:lnTo>
                <a:close/>
              </a:path>
              <a:path w="440055" h="232410">
                <a:moveTo>
                  <a:pt x="395914" y="137794"/>
                </a:moveTo>
                <a:lnTo>
                  <a:pt x="361442" y="137794"/>
                </a:lnTo>
                <a:lnTo>
                  <a:pt x="367334" y="139445"/>
                </a:lnTo>
                <a:lnTo>
                  <a:pt x="373087" y="140334"/>
                </a:lnTo>
                <a:lnTo>
                  <a:pt x="378714" y="140334"/>
                </a:lnTo>
                <a:lnTo>
                  <a:pt x="388451" y="139622"/>
                </a:lnTo>
                <a:lnTo>
                  <a:pt x="395914" y="137794"/>
                </a:lnTo>
                <a:close/>
              </a:path>
              <a:path w="440055" h="232410">
                <a:moveTo>
                  <a:pt x="403732" y="65786"/>
                </a:moveTo>
                <a:lnTo>
                  <a:pt x="383654" y="65786"/>
                </a:lnTo>
                <a:lnTo>
                  <a:pt x="389077" y="68452"/>
                </a:lnTo>
                <a:lnTo>
                  <a:pt x="393306" y="74040"/>
                </a:lnTo>
                <a:lnTo>
                  <a:pt x="397049" y="80131"/>
                </a:lnTo>
                <a:lnTo>
                  <a:pt x="399722" y="87328"/>
                </a:lnTo>
                <a:lnTo>
                  <a:pt x="401327" y="95631"/>
                </a:lnTo>
                <a:lnTo>
                  <a:pt x="401852" y="104892"/>
                </a:lnTo>
                <a:lnTo>
                  <a:pt x="401818" y="115188"/>
                </a:lnTo>
                <a:lnTo>
                  <a:pt x="399821" y="122427"/>
                </a:lnTo>
                <a:lnTo>
                  <a:pt x="395757" y="127126"/>
                </a:lnTo>
                <a:lnTo>
                  <a:pt x="391693" y="131952"/>
                </a:lnTo>
                <a:lnTo>
                  <a:pt x="386511" y="134238"/>
                </a:lnTo>
                <a:lnTo>
                  <a:pt x="404195" y="134238"/>
                </a:lnTo>
                <a:lnTo>
                  <a:pt x="423608" y="101853"/>
                </a:lnTo>
                <a:lnTo>
                  <a:pt x="423608" y="92582"/>
                </a:lnTo>
                <a:lnTo>
                  <a:pt x="421297" y="84962"/>
                </a:lnTo>
                <a:lnTo>
                  <a:pt x="416661" y="78993"/>
                </a:lnTo>
                <a:lnTo>
                  <a:pt x="435013" y="78993"/>
                </a:lnTo>
                <a:lnTo>
                  <a:pt x="439661" y="71246"/>
                </a:lnTo>
                <a:lnTo>
                  <a:pt x="439407" y="69850"/>
                </a:lnTo>
                <a:lnTo>
                  <a:pt x="438911" y="69214"/>
                </a:lnTo>
                <a:lnTo>
                  <a:pt x="438670" y="68706"/>
                </a:lnTo>
                <a:lnTo>
                  <a:pt x="438251" y="68325"/>
                </a:lnTo>
                <a:lnTo>
                  <a:pt x="437667" y="68071"/>
                </a:lnTo>
                <a:lnTo>
                  <a:pt x="437095" y="67944"/>
                </a:lnTo>
                <a:lnTo>
                  <a:pt x="435025" y="67818"/>
                </a:lnTo>
                <a:lnTo>
                  <a:pt x="407352" y="67818"/>
                </a:lnTo>
                <a:lnTo>
                  <a:pt x="403732" y="65786"/>
                </a:lnTo>
                <a:close/>
              </a:path>
            </a:pathLst>
          </a:custGeom>
          <a:solidFill>
            <a:srgbClr val="000000"/>
          </a:solidFill>
        </p:spPr>
        <p:txBody>
          <a:bodyPr wrap="square" lIns="0" tIns="0" rIns="0" bIns="0" rtlCol="0"/>
          <a:lstStyle/>
          <a:p>
            <a:endParaRPr/>
          </a:p>
        </p:txBody>
      </p:sp>
      <p:sp>
        <p:nvSpPr>
          <p:cNvPr id="67" name="object 67"/>
          <p:cNvSpPr/>
          <p:nvPr/>
        </p:nvSpPr>
        <p:spPr>
          <a:xfrm>
            <a:off x="1044181" y="4471542"/>
            <a:ext cx="382905" cy="121285"/>
          </a:xfrm>
          <a:custGeom>
            <a:avLst/>
            <a:gdLst/>
            <a:ahLst/>
            <a:cxnLst/>
            <a:rect l="l" t="t" r="r" b="b"/>
            <a:pathLst>
              <a:path w="382905" h="121285">
                <a:moveTo>
                  <a:pt x="209029" y="106680"/>
                </a:moveTo>
                <a:lnTo>
                  <a:pt x="208153" y="104521"/>
                </a:lnTo>
                <a:lnTo>
                  <a:pt x="207289" y="102362"/>
                </a:lnTo>
                <a:lnTo>
                  <a:pt x="204050" y="103759"/>
                </a:lnTo>
                <a:lnTo>
                  <a:pt x="201155" y="104521"/>
                </a:lnTo>
                <a:lnTo>
                  <a:pt x="196761" y="104521"/>
                </a:lnTo>
                <a:lnTo>
                  <a:pt x="195173" y="103886"/>
                </a:lnTo>
                <a:lnTo>
                  <a:pt x="192443" y="101600"/>
                </a:lnTo>
                <a:lnTo>
                  <a:pt x="191439" y="99568"/>
                </a:lnTo>
                <a:lnTo>
                  <a:pt x="190855" y="96647"/>
                </a:lnTo>
                <a:lnTo>
                  <a:pt x="190207" y="93599"/>
                </a:lnTo>
                <a:lnTo>
                  <a:pt x="189941" y="86868"/>
                </a:lnTo>
                <a:lnTo>
                  <a:pt x="189953" y="3429"/>
                </a:lnTo>
                <a:lnTo>
                  <a:pt x="151180" y="3429"/>
                </a:lnTo>
                <a:lnTo>
                  <a:pt x="151180" y="8001"/>
                </a:lnTo>
                <a:lnTo>
                  <a:pt x="158635" y="8128"/>
                </a:lnTo>
                <a:lnTo>
                  <a:pt x="163537" y="9398"/>
                </a:lnTo>
                <a:lnTo>
                  <a:pt x="168262" y="13970"/>
                </a:lnTo>
                <a:lnTo>
                  <a:pt x="169265" y="17653"/>
                </a:lnTo>
                <a:lnTo>
                  <a:pt x="169392" y="89281"/>
                </a:lnTo>
                <a:lnTo>
                  <a:pt x="163169" y="95631"/>
                </a:lnTo>
                <a:lnTo>
                  <a:pt x="157810" y="99822"/>
                </a:lnTo>
                <a:lnTo>
                  <a:pt x="153289" y="102108"/>
                </a:lnTo>
                <a:lnTo>
                  <a:pt x="148780" y="104267"/>
                </a:lnTo>
                <a:lnTo>
                  <a:pt x="144729" y="105410"/>
                </a:lnTo>
                <a:lnTo>
                  <a:pt x="135953" y="105410"/>
                </a:lnTo>
                <a:lnTo>
                  <a:pt x="131495" y="103759"/>
                </a:lnTo>
                <a:lnTo>
                  <a:pt x="124129" y="97155"/>
                </a:lnTo>
                <a:lnTo>
                  <a:pt x="122377" y="90551"/>
                </a:lnTo>
                <a:lnTo>
                  <a:pt x="122339" y="7874"/>
                </a:lnTo>
                <a:lnTo>
                  <a:pt x="122351" y="3429"/>
                </a:lnTo>
                <a:lnTo>
                  <a:pt x="82461" y="3302"/>
                </a:lnTo>
                <a:lnTo>
                  <a:pt x="82448" y="6235"/>
                </a:lnTo>
                <a:lnTo>
                  <a:pt x="77304" y="1397"/>
                </a:lnTo>
                <a:lnTo>
                  <a:pt x="73533" y="0"/>
                </a:lnTo>
                <a:lnTo>
                  <a:pt x="68973" y="0"/>
                </a:lnTo>
                <a:lnTo>
                  <a:pt x="61493" y="1600"/>
                </a:lnTo>
                <a:lnTo>
                  <a:pt x="54114" y="6388"/>
                </a:lnTo>
                <a:lnTo>
                  <a:pt x="46824" y="14363"/>
                </a:lnTo>
                <a:lnTo>
                  <a:pt x="39636" y="25527"/>
                </a:lnTo>
                <a:lnTo>
                  <a:pt x="39636" y="16510"/>
                </a:lnTo>
                <a:lnTo>
                  <a:pt x="39649" y="0"/>
                </a:lnTo>
                <a:lnTo>
                  <a:pt x="34429" y="0"/>
                </a:lnTo>
                <a:lnTo>
                  <a:pt x="0" y="13843"/>
                </a:lnTo>
                <a:lnTo>
                  <a:pt x="1231" y="18288"/>
                </a:lnTo>
                <a:lnTo>
                  <a:pt x="4470" y="17145"/>
                </a:lnTo>
                <a:lnTo>
                  <a:pt x="7366" y="16510"/>
                </a:lnTo>
                <a:lnTo>
                  <a:pt x="12090" y="16510"/>
                </a:lnTo>
                <a:lnTo>
                  <a:pt x="13893" y="17018"/>
                </a:lnTo>
                <a:lnTo>
                  <a:pt x="15341" y="18288"/>
                </a:lnTo>
                <a:lnTo>
                  <a:pt x="16789" y="19431"/>
                </a:lnTo>
                <a:lnTo>
                  <a:pt x="17780" y="21209"/>
                </a:lnTo>
                <a:lnTo>
                  <a:pt x="18859" y="26289"/>
                </a:lnTo>
                <a:lnTo>
                  <a:pt x="18923" y="28194"/>
                </a:lnTo>
                <a:lnTo>
                  <a:pt x="18999" y="99568"/>
                </a:lnTo>
                <a:lnTo>
                  <a:pt x="18935" y="100965"/>
                </a:lnTo>
                <a:lnTo>
                  <a:pt x="6972" y="112649"/>
                </a:lnTo>
                <a:lnTo>
                  <a:pt x="1181" y="112649"/>
                </a:lnTo>
                <a:lnTo>
                  <a:pt x="1168" y="117094"/>
                </a:lnTo>
                <a:lnTo>
                  <a:pt x="59461" y="117221"/>
                </a:lnTo>
                <a:lnTo>
                  <a:pt x="59461" y="112649"/>
                </a:lnTo>
                <a:lnTo>
                  <a:pt x="54317" y="112649"/>
                </a:lnTo>
                <a:lnTo>
                  <a:pt x="50393" y="112014"/>
                </a:lnTo>
                <a:lnTo>
                  <a:pt x="44919" y="108966"/>
                </a:lnTo>
                <a:lnTo>
                  <a:pt x="43014" y="107061"/>
                </a:lnTo>
                <a:lnTo>
                  <a:pt x="40373" y="101600"/>
                </a:lnTo>
                <a:lnTo>
                  <a:pt x="39624" y="97155"/>
                </a:lnTo>
                <a:lnTo>
                  <a:pt x="39624" y="36068"/>
                </a:lnTo>
                <a:lnTo>
                  <a:pt x="43611" y="28194"/>
                </a:lnTo>
                <a:lnTo>
                  <a:pt x="45440" y="25527"/>
                </a:lnTo>
                <a:lnTo>
                  <a:pt x="47459" y="22606"/>
                </a:lnTo>
                <a:lnTo>
                  <a:pt x="51193" y="19304"/>
                </a:lnTo>
                <a:lnTo>
                  <a:pt x="52933" y="17653"/>
                </a:lnTo>
                <a:lnTo>
                  <a:pt x="54546" y="16764"/>
                </a:lnTo>
                <a:lnTo>
                  <a:pt x="57785" y="16764"/>
                </a:lnTo>
                <a:lnTo>
                  <a:pt x="60452" y="18161"/>
                </a:lnTo>
                <a:lnTo>
                  <a:pt x="64058" y="21082"/>
                </a:lnTo>
                <a:lnTo>
                  <a:pt x="67652" y="23876"/>
                </a:lnTo>
                <a:lnTo>
                  <a:pt x="70904" y="25400"/>
                </a:lnTo>
                <a:lnTo>
                  <a:pt x="76784" y="25400"/>
                </a:lnTo>
                <a:lnTo>
                  <a:pt x="79362" y="24257"/>
                </a:lnTo>
                <a:lnTo>
                  <a:pt x="81508" y="21971"/>
                </a:lnTo>
                <a:lnTo>
                  <a:pt x="83667" y="19812"/>
                </a:lnTo>
                <a:lnTo>
                  <a:pt x="84696" y="17145"/>
                </a:lnTo>
                <a:lnTo>
                  <a:pt x="84747" y="16764"/>
                </a:lnTo>
                <a:lnTo>
                  <a:pt x="84747" y="10160"/>
                </a:lnTo>
                <a:lnTo>
                  <a:pt x="83731" y="8001"/>
                </a:lnTo>
                <a:lnTo>
                  <a:pt x="88417" y="7874"/>
                </a:lnTo>
                <a:lnTo>
                  <a:pt x="92544" y="8382"/>
                </a:lnTo>
                <a:lnTo>
                  <a:pt x="97091" y="10668"/>
                </a:lnTo>
                <a:lnTo>
                  <a:pt x="98818" y="12192"/>
                </a:lnTo>
                <a:lnTo>
                  <a:pt x="99974" y="14363"/>
                </a:lnTo>
                <a:lnTo>
                  <a:pt x="101130" y="16383"/>
                </a:lnTo>
                <a:lnTo>
                  <a:pt x="101587" y="19304"/>
                </a:lnTo>
                <a:lnTo>
                  <a:pt x="101663" y="86868"/>
                </a:lnTo>
                <a:lnTo>
                  <a:pt x="102577" y="95123"/>
                </a:lnTo>
                <a:lnTo>
                  <a:pt x="106210" y="106680"/>
                </a:lnTo>
                <a:lnTo>
                  <a:pt x="109461" y="111506"/>
                </a:lnTo>
                <a:lnTo>
                  <a:pt x="118821" y="118872"/>
                </a:lnTo>
                <a:lnTo>
                  <a:pt x="124345" y="120650"/>
                </a:lnTo>
                <a:lnTo>
                  <a:pt x="136436" y="120650"/>
                </a:lnTo>
                <a:lnTo>
                  <a:pt x="169392" y="96647"/>
                </a:lnTo>
                <a:lnTo>
                  <a:pt x="169367" y="120777"/>
                </a:lnTo>
                <a:lnTo>
                  <a:pt x="174967" y="120777"/>
                </a:lnTo>
                <a:lnTo>
                  <a:pt x="209029" y="106680"/>
                </a:lnTo>
                <a:close/>
              </a:path>
              <a:path w="382905" h="121285">
                <a:moveTo>
                  <a:pt x="334784" y="112903"/>
                </a:moveTo>
                <a:lnTo>
                  <a:pt x="329323" y="112903"/>
                </a:lnTo>
                <a:lnTo>
                  <a:pt x="325513" y="112268"/>
                </a:lnTo>
                <a:lnTo>
                  <a:pt x="321449" y="109982"/>
                </a:lnTo>
                <a:lnTo>
                  <a:pt x="320052" y="108331"/>
                </a:lnTo>
                <a:lnTo>
                  <a:pt x="319163" y="106299"/>
                </a:lnTo>
                <a:lnTo>
                  <a:pt x="317893" y="103759"/>
                </a:lnTo>
                <a:lnTo>
                  <a:pt x="317487" y="99822"/>
                </a:lnTo>
                <a:lnTo>
                  <a:pt x="317385" y="32766"/>
                </a:lnTo>
                <a:lnTo>
                  <a:pt x="316496" y="25146"/>
                </a:lnTo>
                <a:lnTo>
                  <a:pt x="312902" y="15367"/>
                </a:lnTo>
                <a:lnTo>
                  <a:pt x="312051" y="13081"/>
                </a:lnTo>
                <a:lnTo>
                  <a:pt x="308495" y="7874"/>
                </a:lnTo>
                <a:lnTo>
                  <a:pt x="304050" y="4826"/>
                </a:lnTo>
                <a:lnTo>
                  <a:pt x="299605" y="1651"/>
                </a:lnTo>
                <a:lnTo>
                  <a:pt x="294144" y="127"/>
                </a:lnTo>
                <a:lnTo>
                  <a:pt x="288048" y="127"/>
                </a:lnTo>
                <a:lnTo>
                  <a:pt x="278803" y="1638"/>
                </a:lnTo>
                <a:lnTo>
                  <a:pt x="269354" y="6146"/>
                </a:lnTo>
                <a:lnTo>
                  <a:pt x="259702" y="13690"/>
                </a:lnTo>
                <a:lnTo>
                  <a:pt x="249821" y="24257"/>
                </a:lnTo>
                <a:lnTo>
                  <a:pt x="249821" y="16637"/>
                </a:lnTo>
                <a:lnTo>
                  <a:pt x="249821" y="127"/>
                </a:lnTo>
                <a:lnTo>
                  <a:pt x="244487" y="127"/>
                </a:lnTo>
                <a:lnTo>
                  <a:pt x="210185" y="13970"/>
                </a:lnTo>
                <a:lnTo>
                  <a:pt x="212051" y="18542"/>
                </a:lnTo>
                <a:lnTo>
                  <a:pt x="215277" y="17272"/>
                </a:lnTo>
                <a:lnTo>
                  <a:pt x="218059" y="16637"/>
                </a:lnTo>
                <a:lnTo>
                  <a:pt x="222529" y="16637"/>
                </a:lnTo>
                <a:lnTo>
                  <a:pt x="224243" y="17145"/>
                </a:lnTo>
                <a:lnTo>
                  <a:pt x="225526" y="18288"/>
                </a:lnTo>
                <a:lnTo>
                  <a:pt x="226834" y="19304"/>
                </a:lnTo>
                <a:lnTo>
                  <a:pt x="227723" y="21336"/>
                </a:lnTo>
                <a:lnTo>
                  <a:pt x="228993" y="27305"/>
                </a:lnTo>
                <a:lnTo>
                  <a:pt x="229158" y="32766"/>
                </a:lnTo>
                <a:lnTo>
                  <a:pt x="229247" y="99822"/>
                </a:lnTo>
                <a:lnTo>
                  <a:pt x="228231" y="105410"/>
                </a:lnTo>
                <a:lnTo>
                  <a:pt x="226199" y="108458"/>
                </a:lnTo>
                <a:lnTo>
                  <a:pt x="224180" y="111379"/>
                </a:lnTo>
                <a:lnTo>
                  <a:pt x="220268" y="112776"/>
                </a:lnTo>
                <a:lnTo>
                  <a:pt x="211988" y="112776"/>
                </a:lnTo>
                <a:lnTo>
                  <a:pt x="211988" y="117221"/>
                </a:lnTo>
                <a:lnTo>
                  <a:pt x="268236" y="117348"/>
                </a:lnTo>
                <a:lnTo>
                  <a:pt x="268236" y="112903"/>
                </a:lnTo>
                <a:lnTo>
                  <a:pt x="262013" y="112776"/>
                </a:lnTo>
                <a:lnTo>
                  <a:pt x="257949" y="112268"/>
                </a:lnTo>
                <a:lnTo>
                  <a:pt x="249821" y="31496"/>
                </a:lnTo>
                <a:lnTo>
                  <a:pt x="257149" y="24485"/>
                </a:lnTo>
                <a:lnTo>
                  <a:pt x="257467" y="24257"/>
                </a:lnTo>
                <a:lnTo>
                  <a:pt x="264502" y="19431"/>
                </a:lnTo>
                <a:lnTo>
                  <a:pt x="271868" y="16395"/>
                </a:lnTo>
                <a:lnTo>
                  <a:pt x="279285" y="15367"/>
                </a:lnTo>
                <a:lnTo>
                  <a:pt x="285635" y="15367"/>
                </a:lnTo>
                <a:lnTo>
                  <a:pt x="290207" y="17780"/>
                </a:lnTo>
                <a:lnTo>
                  <a:pt x="295541" y="27178"/>
                </a:lnTo>
                <a:lnTo>
                  <a:pt x="296938" y="34671"/>
                </a:lnTo>
                <a:lnTo>
                  <a:pt x="296811" y="98171"/>
                </a:lnTo>
                <a:lnTo>
                  <a:pt x="286143" y="112903"/>
                </a:lnTo>
                <a:lnTo>
                  <a:pt x="278523" y="112903"/>
                </a:lnTo>
                <a:lnTo>
                  <a:pt x="278523" y="117348"/>
                </a:lnTo>
                <a:lnTo>
                  <a:pt x="334784" y="117348"/>
                </a:lnTo>
                <a:lnTo>
                  <a:pt x="334784" y="112903"/>
                </a:lnTo>
                <a:close/>
              </a:path>
              <a:path w="382905" h="121285">
                <a:moveTo>
                  <a:pt x="382282" y="103251"/>
                </a:moveTo>
                <a:lnTo>
                  <a:pt x="380885" y="99949"/>
                </a:lnTo>
                <a:lnTo>
                  <a:pt x="378345" y="97282"/>
                </a:lnTo>
                <a:lnTo>
                  <a:pt x="375678" y="94615"/>
                </a:lnTo>
                <a:lnTo>
                  <a:pt x="372376" y="93218"/>
                </a:lnTo>
                <a:lnTo>
                  <a:pt x="368439" y="93218"/>
                </a:lnTo>
                <a:lnTo>
                  <a:pt x="364629" y="93218"/>
                </a:lnTo>
                <a:lnTo>
                  <a:pt x="361454" y="94615"/>
                </a:lnTo>
                <a:lnTo>
                  <a:pt x="358660" y="97282"/>
                </a:lnTo>
                <a:lnTo>
                  <a:pt x="355993" y="99949"/>
                </a:lnTo>
                <a:lnTo>
                  <a:pt x="354723" y="103124"/>
                </a:lnTo>
                <a:lnTo>
                  <a:pt x="354723" y="110871"/>
                </a:lnTo>
                <a:lnTo>
                  <a:pt x="355993" y="114173"/>
                </a:lnTo>
                <a:lnTo>
                  <a:pt x="358660" y="116840"/>
                </a:lnTo>
                <a:lnTo>
                  <a:pt x="361454" y="119507"/>
                </a:lnTo>
                <a:lnTo>
                  <a:pt x="364629" y="120904"/>
                </a:lnTo>
                <a:lnTo>
                  <a:pt x="372249" y="120904"/>
                </a:lnTo>
                <a:lnTo>
                  <a:pt x="375551" y="119507"/>
                </a:lnTo>
                <a:lnTo>
                  <a:pt x="380885" y="114173"/>
                </a:lnTo>
                <a:lnTo>
                  <a:pt x="382282" y="110871"/>
                </a:lnTo>
                <a:lnTo>
                  <a:pt x="382282" y="103251"/>
                </a:lnTo>
                <a:close/>
              </a:path>
            </a:pathLst>
          </a:custGeom>
          <a:solidFill>
            <a:srgbClr val="000000"/>
          </a:solidFill>
        </p:spPr>
        <p:txBody>
          <a:bodyPr wrap="square" lIns="0" tIns="0" rIns="0" bIns="0" rtlCol="0"/>
          <a:lstStyle/>
          <a:p>
            <a:endParaRPr/>
          </a:p>
        </p:txBody>
      </p:sp>
      <p:sp>
        <p:nvSpPr>
          <p:cNvPr id="68" name="object 68"/>
          <p:cNvSpPr/>
          <p:nvPr/>
        </p:nvSpPr>
        <p:spPr>
          <a:xfrm>
            <a:off x="1529333" y="4420489"/>
            <a:ext cx="390525" cy="172720"/>
          </a:xfrm>
          <a:custGeom>
            <a:avLst/>
            <a:gdLst/>
            <a:ahLst/>
            <a:cxnLst/>
            <a:rect l="l" t="t" r="r" b="b"/>
            <a:pathLst>
              <a:path w="390525" h="172720">
                <a:moveTo>
                  <a:pt x="15366" y="140335"/>
                </a:moveTo>
                <a:lnTo>
                  <a:pt x="9016" y="140335"/>
                </a:lnTo>
                <a:lnTo>
                  <a:pt x="5841" y="141605"/>
                </a:lnTo>
                <a:lnTo>
                  <a:pt x="3047" y="144144"/>
                </a:lnTo>
                <a:lnTo>
                  <a:pt x="1015" y="146177"/>
                </a:lnTo>
                <a:lnTo>
                  <a:pt x="0" y="149225"/>
                </a:lnTo>
                <a:lnTo>
                  <a:pt x="0" y="158369"/>
                </a:lnTo>
                <a:lnTo>
                  <a:pt x="2159" y="162687"/>
                </a:lnTo>
                <a:lnTo>
                  <a:pt x="11175" y="170434"/>
                </a:lnTo>
                <a:lnTo>
                  <a:pt x="17271" y="172338"/>
                </a:lnTo>
                <a:lnTo>
                  <a:pt x="25018" y="172338"/>
                </a:lnTo>
                <a:lnTo>
                  <a:pt x="31994" y="171791"/>
                </a:lnTo>
                <a:lnTo>
                  <a:pt x="38433" y="170148"/>
                </a:lnTo>
                <a:lnTo>
                  <a:pt x="44324" y="167409"/>
                </a:lnTo>
                <a:lnTo>
                  <a:pt x="49656" y="163575"/>
                </a:lnTo>
                <a:lnTo>
                  <a:pt x="32131" y="163575"/>
                </a:lnTo>
                <a:lnTo>
                  <a:pt x="29718" y="161290"/>
                </a:lnTo>
                <a:lnTo>
                  <a:pt x="24637" y="149352"/>
                </a:lnTo>
                <a:lnTo>
                  <a:pt x="21971" y="144653"/>
                </a:lnTo>
                <a:lnTo>
                  <a:pt x="19812" y="142875"/>
                </a:lnTo>
                <a:lnTo>
                  <a:pt x="17653" y="141224"/>
                </a:lnTo>
                <a:lnTo>
                  <a:pt x="15366" y="140335"/>
                </a:lnTo>
                <a:close/>
              </a:path>
              <a:path w="390525" h="172720">
                <a:moveTo>
                  <a:pt x="92456" y="0"/>
                </a:moveTo>
                <a:lnTo>
                  <a:pt x="20193" y="0"/>
                </a:lnTo>
                <a:lnTo>
                  <a:pt x="20193" y="4572"/>
                </a:lnTo>
                <a:lnTo>
                  <a:pt x="30225" y="4572"/>
                </a:lnTo>
                <a:lnTo>
                  <a:pt x="34035" y="5587"/>
                </a:lnTo>
                <a:lnTo>
                  <a:pt x="40259" y="9143"/>
                </a:lnTo>
                <a:lnTo>
                  <a:pt x="42037" y="10922"/>
                </a:lnTo>
                <a:lnTo>
                  <a:pt x="42799" y="12954"/>
                </a:lnTo>
                <a:lnTo>
                  <a:pt x="43941" y="15621"/>
                </a:lnTo>
                <a:lnTo>
                  <a:pt x="44314" y="19812"/>
                </a:lnTo>
                <a:lnTo>
                  <a:pt x="44364" y="112268"/>
                </a:lnTo>
                <a:lnTo>
                  <a:pt x="44322" y="151892"/>
                </a:lnTo>
                <a:lnTo>
                  <a:pt x="43306" y="156718"/>
                </a:lnTo>
                <a:lnTo>
                  <a:pt x="41402" y="159512"/>
                </a:lnTo>
                <a:lnTo>
                  <a:pt x="39496" y="162179"/>
                </a:lnTo>
                <a:lnTo>
                  <a:pt x="37337" y="163575"/>
                </a:lnTo>
                <a:lnTo>
                  <a:pt x="49656" y="163575"/>
                </a:lnTo>
                <a:lnTo>
                  <a:pt x="67151" y="129508"/>
                </a:lnTo>
                <a:lnTo>
                  <a:pt x="68325" y="19812"/>
                </a:lnTo>
                <a:lnTo>
                  <a:pt x="69341" y="13335"/>
                </a:lnTo>
                <a:lnTo>
                  <a:pt x="71247" y="10668"/>
                </a:lnTo>
                <a:lnTo>
                  <a:pt x="74422" y="6731"/>
                </a:lnTo>
                <a:lnTo>
                  <a:pt x="79502" y="4699"/>
                </a:lnTo>
                <a:lnTo>
                  <a:pt x="92456" y="4699"/>
                </a:lnTo>
                <a:lnTo>
                  <a:pt x="92456" y="0"/>
                </a:lnTo>
                <a:close/>
              </a:path>
              <a:path w="390525" h="172720">
                <a:moveTo>
                  <a:pt x="133984" y="54737"/>
                </a:moveTo>
                <a:lnTo>
                  <a:pt x="94106" y="54737"/>
                </a:lnTo>
                <a:lnTo>
                  <a:pt x="94106" y="59309"/>
                </a:lnTo>
                <a:lnTo>
                  <a:pt x="100076" y="59309"/>
                </a:lnTo>
                <a:lnTo>
                  <a:pt x="104266" y="59817"/>
                </a:lnTo>
                <a:lnTo>
                  <a:pt x="113410" y="71500"/>
                </a:lnTo>
                <a:lnTo>
                  <a:pt x="113284" y="138303"/>
                </a:lnTo>
                <a:lnTo>
                  <a:pt x="114299" y="146558"/>
                </a:lnTo>
                <a:lnTo>
                  <a:pt x="117855" y="158115"/>
                </a:lnTo>
                <a:lnTo>
                  <a:pt x="121158" y="162813"/>
                </a:lnTo>
                <a:lnTo>
                  <a:pt x="125857" y="166497"/>
                </a:lnTo>
                <a:lnTo>
                  <a:pt x="130428" y="170180"/>
                </a:lnTo>
                <a:lnTo>
                  <a:pt x="136016" y="172085"/>
                </a:lnTo>
                <a:lnTo>
                  <a:pt x="148082" y="172085"/>
                </a:lnTo>
                <a:lnTo>
                  <a:pt x="172461" y="156844"/>
                </a:lnTo>
                <a:lnTo>
                  <a:pt x="147573" y="156844"/>
                </a:lnTo>
                <a:lnTo>
                  <a:pt x="143128" y="155194"/>
                </a:lnTo>
                <a:lnTo>
                  <a:pt x="139446" y="151765"/>
                </a:lnTo>
                <a:lnTo>
                  <a:pt x="135763" y="148462"/>
                </a:lnTo>
                <a:lnTo>
                  <a:pt x="133984" y="141605"/>
                </a:lnTo>
                <a:lnTo>
                  <a:pt x="133984" y="54737"/>
                </a:lnTo>
                <a:close/>
              </a:path>
              <a:path w="390525" h="172720">
                <a:moveTo>
                  <a:pt x="202438" y="147955"/>
                </a:moveTo>
                <a:lnTo>
                  <a:pt x="181102" y="147955"/>
                </a:lnTo>
                <a:lnTo>
                  <a:pt x="181102" y="172085"/>
                </a:lnTo>
                <a:lnTo>
                  <a:pt x="186690" y="172085"/>
                </a:lnTo>
                <a:lnTo>
                  <a:pt x="220726" y="158115"/>
                </a:lnTo>
                <a:lnTo>
                  <a:pt x="219784" y="155829"/>
                </a:lnTo>
                <a:lnTo>
                  <a:pt x="208407" y="155829"/>
                </a:lnTo>
                <a:lnTo>
                  <a:pt x="206883" y="155321"/>
                </a:lnTo>
                <a:lnTo>
                  <a:pt x="205485" y="154050"/>
                </a:lnTo>
                <a:lnTo>
                  <a:pt x="204089" y="152908"/>
                </a:lnTo>
                <a:lnTo>
                  <a:pt x="203072" y="150875"/>
                </a:lnTo>
                <a:lnTo>
                  <a:pt x="202438" y="147955"/>
                </a:lnTo>
                <a:close/>
              </a:path>
              <a:path w="390525" h="172720">
                <a:moveTo>
                  <a:pt x="162814" y="54737"/>
                </a:moveTo>
                <a:lnTo>
                  <a:pt x="162814" y="59436"/>
                </a:lnTo>
                <a:lnTo>
                  <a:pt x="170307" y="59562"/>
                </a:lnTo>
                <a:lnTo>
                  <a:pt x="175259" y="60833"/>
                </a:lnTo>
                <a:lnTo>
                  <a:pt x="179959" y="65278"/>
                </a:lnTo>
                <a:lnTo>
                  <a:pt x="181102" y="69723"/>
                </a:lnTo>
                <a:lnTo>
                  <a:pt x="181102" y="140716"/>
                </a:lnTo>
                <a:lnTo>
                  <a:pt x="174878" y="146938"/>
                </a:lnTo>
                <a:lnTo>
                  <a:pt x="169417" y="151256"/>
                </a:lnTo>
                <a:lnTo>
                  <a:pt x="164972" y="153416"/>
                </a:lnTo>
                <a:lnTo>
                  <a:pt x="160401" y="155702"/>
                </a:lnTo>
                <a:lnTo>
                  <a:pt x="156464" y="156844"/>
                </a:lnTo>
                <a:lnTo>
                  <a:pt x="172461" y="156844"/>
                </a:lnTo>
                <a:lnTo>
                  <a:pt x="174200" y="155194"/>
                </a:lnTo>
                <a:lnTo>
                  <a:pt x="181102" y="147955"/>
                </a:lnTo>
                <a:lnTo>
                  <a:pt x="202438" y="147955"/>
                </a:lnTo>
                <a:lnTo>
                  <a:pt x="201929" y="145034"/>
                </a:lnTo>
                <a:lnTo>
                  <a:pt x="201614" y="138303"/>
                </a:lnTo>
                <a:lnTo>
                  <a:pt x="201676" y="54863"/>
                </a:lnTo>
                <a:lnTo>
                  <a:pt x="162814" y="54737"/>
                </a:lnTo>
                <a:close/>
              </a:path>
              <a:path w="390525" h="172720">
                <a:moveTo>
                  <a:pt x="218947" y="153797"/>
                </a:moveTo>
                <a:lnTo>
                  <a:pt x="215754" y="155197"/>
                </a:lnTo>
                <a:lnTo>
                  <a:pt x="212852" y="155829"/>
                </a:lnTo>
                <a:lnTo>
                  <a:pt x="219784" y="155829"/>
                </a:lnTo>
                <a:lnTo>
                  <a:pt x="218947" y="153797"/>
                </a:lnTo>
                <a:close/>
              </a:path>
              <a:path w="390525" h="172720">
                <a:moveTo>
                  <a:pt x="292033" y="167131"/>
                </a:moveTo>
                <a:lnTo>
                  <a:pt x="243585" y="167131"/>
                </a:lnTo>
                <a:lnTo>
                  <a:pt x="245745" y="167640"/>
                </a:lnTo>
                <a:lnTo>
                  <a:pt x="248539" y="168402"/>
                </a:lnTo>
                <a:lnTo>
                  <a:pt x="257428" y="170942"/>
                </a:lnTo>
                <a:lnTo>
                  <a:pt x="265429" y="172212"/>
                </a:lnTo>
                <a:lnTo>
                  <a:pt x="272415" y="172212"/>
                </a:lnTo>
                <a:lnTo>
                  <a:pt x="279487" y="171616"/>
                </a:lnTo>
                <a:lnTo>
                  <a:pt x="286226" y="169830"/>
                </a:lnTo>
                <a:lnTo>
                  <a:pt x="292033" y="167131"/>
                </a:lnTo>
                <a:close/>
              </a:path>
              <a:path w="390525" h="172720">
                <a:moveTo>
                  <a:pt x="237363" y="129793"/>
                </a:moveTo>
                <a:lnTo>
                  <a:pt x="233298" y="129793"/>
                </a:lnTo>
                <a:lnTo>
                  <a:pt x="233172" y="170434"/>
                </a:lnTo>
                <a:lnTo>
                  <a:pt x="237363" y="170434"/>
                </a:lnTo>
                <a:lnTo>
                  <a:pt x="238378" y="168275"/>
                </a:lnTo>
                <a:lnTo>
                  <a:pt x="239903" y="167131"/>
                </a:lnTo>
                <a:lnTo>
                  <a:pt x="292033" y="167131"/>
                </a:lnTo>
                <a:lnTo>
                  <a:pt x="292631" y="166854"/>
                </a:lnTo>
                <a:lnTo>
                  <a:pt x="295558" y="164846"/>
                </a:lnTo>
                <a:lnTo>
                  <a:pt x="264541" y="164846"/>
                </a:lnTo>
                <a:lnTo>
                  <a:pt x="257174" y="161925"/>
                </a:lnTo>
                <a:lnTo>
                  <a:pt x="250571" y="155956"/>
                </a:lnTo>
                <a:lnTo>
                  <a:pt x="246096" y="151028"/>
                </a:lnTo>
                <a:lnTo>
                  <a:pt x="242395" y="145018"/>
                </a:lnTo>
                <a:lnTo>
                  <a:pt x="239480" y="137935"/>
                </a:lnTo>
                <a:lnTo>
                  <a:pt x="237363" y="129793"/>
                </a:lnTo>
                <a:close/>
              </a:path>
              <a:path w="390525" h="172720">
                <a:moveTo>
                  <a:pt x="271779" y="51435"/>
                </a:moveTo>
                <a:lnTo>
                  <a:pt x="267334" y="51435"/>
                </a:lnTo>
                <a:lnTo>
                  <a:pt x="260052" y="52030"/>
                </a:lnTo>
                <a:lnTo>
                  <a:pt x="232790" y="84455"/>
                </a:lnTo>
                <a:lnTo>
                  <a:pt x="232790" y="91567"/>
                </a:lnTo>
                <a:lnTo>
                  <a:pt x="270216" y="122775"/>
                </a:lnTo>
                <a:lnTo>
                  <a:pt x="276955" y="126666"/>
                </a:lnTo>
                <a:lnTo>
                  <a:pt x="282217" y="130153"/>
                </a:lnTo>
                <a:lnTo>
                  <a:pt x="286003" y="133223"/>
                </a:lnTo>
                <a:lnTo>
                  <a:pt x="290067" y="137160"/>
                </a:lnTo>
                <a:lnTo>
                  <a:pt x="291972" y="141986"/>
                </a:lnTo>
                <a:lnTo>
                  <a:pt x="291972" y="152400"/>
                </a:lnTo>
                <a:lnTo>
                  <a:pt x="290195" y="156463"/>
                </a:lnTo>
                <a:lnTo>
                  <a:pt x="282955" y="163194"/>
                </a:lnTo>
                <a:lnTo>
                  <a:pt x="278384" y="164846"/>
                </a:lnTo>
                <a:lnTo>
                  <a:pt x="295558" y="164846"/>
                </a:lnTo>
                <a:lnTo>
                  <a:pt x="310361" y="137935"/>
                </a:lnTo>
                <a:lnTo>
                  <a:pt x="310304" y="137160"/>
                </a:lnTo>
                <a:lnTo>
                  <a:pt x="285241" y="105156"/>
                </a:lnTo>
                <a:lnTo>
                  <a:pt x="259207" y="92583"/>
                </a:lnTo>
                <a:lnTo>
                  <a:pt x="253999" y="88900"/>
                </a:lnTo>
                <a:lnTo>
                  <a:pt x="251459" y="85471"/>
                </a:lnTo>
                <a:lnTo>
                  <a:pt x="248792" y="82168"/>
                </a:lnTo>
                <a:lnTo>
                  <a:pt x="247396" y="78231"/>
                </a:lnTo>
                <a:lnTo>
                  <a:pt x="247396" y="69850"/>
                </a:lnTo>
                <a:lnTo>
                  <a:pt x="249173" y="66421"/>
                </a:lnTo>
                <a:lnTo>
                  <a:pt x="252857" y="63373"/>
                </a:lnTo>
                <a:lnTo>
                  <a:pt x="256413" y="60325"/>
                </a:lnTo>
                <a:lnTo>
                  <a:pt x="260984" y="58800"/>
                </a:lnTo>
                <a:lnTo>
                  <a:pt x="301878" y="58800"/>
                </a:lnTo>
                <a:lnTo>
                  <a:pt x="301878" y="56261"/>
                </a:lnTo>
                <a:lnTo>
                  <a:pt x="290703" y="56261"/>
                </a:lnTo>
                <a:lnTo>
                  <a:pt x="287909" y="55625"/>
                </a:lnTo>
                <a:lnTo>
                  <a:pt x="277241" y="52450"/>
                </a:lnTo>
                <a:lnTo>
                  <a:pt x="271779" y="51435"/>
                </a:lnTo>
                <a:close/>
              </a:path>
              <a:path w="390525" h="172720">
                <a:moveTo>
                  <a:pt x="301878" y="58800"/>
                </a:moveTo>
                <a:lnTo>
                  <a:pt x="274447" y="58800"/>
                </a:lnTo>
                <a:lnTo>
                  <a:pt x="280797" y="61087"/>
                </a:lnTo>
                <a:lnTo>
                  <a:pt x="285622" y="65405"/>
                </a:lnTo>
                <a:lnTo>
                  <a:pt x="289171" y="69455"/>
                </a:lnTo>
                <a:lnTo>
                  <a:pt x="292385" y="74945"/>
                </a:lnTo>
                <a:lnTo>
                  <a:pt x="295267" y="81889"/>
                </a:lnTo>
                <a:lnTo>
                  <a:pt x="297815" y="90297"/>
                </a:lnTo>
                <a:lnTo>
                  <a:pt x="301878" y="90297"/>
                </a:lnTo>
                <a:lnTo>
                  <a:pt x="301878" y="58800"/>
                </a:lnTo>
                <a:close/>
              </a:path>
              <a:path w="390525" h="172720">
                <a:moveTo>
                  <a:pt x="301878" y="51562"/>
                </a:moveTo>
                <a:lnTo>
                  <a:pt x="297815" y="51562"/>
                </a:lnTo>
                <a:lnTo>
                  <a:pt x="296798" y="53467"/>
                </a:lnTo>
                <a:lnTo>
                  <a:pt x="295909" y="54737"/>
                </a:lnTo>
                <a:lnTo>
                  <a:pt x="295147" y="55372"/>
                </a:lnTo>
                <a:lnTo>
                  <a:pt x="294385" y="55880"/>
                </a:lnTo>
                <a:lnTo>
                  <a:pt x="293370" y="56261"/>
                </a:lnTo>
                <a:lnTo>
                  <a:pt x="301878" y="56261"/>
                </a:lnTo>
                <a:lnTo>
                  <a:pt x="301878" y="51562"/>
                </a:lnTo>
                <a:close/>
              </a:path>
              <a:path w="390525" h="172720">
                <a:moveTo>
                  <a:pt x="360426" y="63627"/>
                </a:moveTo>
                <a:lnTo>
                  <a:pt x="339978" y="63627"/>
                </a:lnTo>
                <a:lnTo>
                  <a:pt x="339852" y="148336"/>
                </a:lnTo>
                <a:lnTo>
                  <a:pt x="340741" y="154431"/>
                </a:lnTo>
                <a:lnTo>
                  <a:pt x="342518" y="158369"/>
                </a:lnTo>
                <a:lnTo>
                  <a:pt x="344170" y="162306"/>
                </a:lnTo>
                <a:lnTo>
                  <a:pt x="346964" y="165354"/>
                </a:lnTo>
                <a:lnTo>
                  <a:pt x="350520" y="167386"/>
                </a:lnTo>
                <a:lnTo>
                  <a:pt x="354203" y="169544"/>
                </a:lnTo>
                <a:lnTo>
                  <a:pt x="357885" y="170561"/>
                </a:lnTo>
                <a:lnTo>
                  <a:pt x="367410" y="170561"/>
                </a:lnTo>
                <a:lnTo>
                  <a:pt x="372872" y="168529"/>
                </a:lnTo>
                <a:lnTo>
                  <a:pt x="378078" y="164465"/>
                </a:lnTo>
                <a:lnTo>
                  <a:pt x="383413" y="160400"/>
                </a:lnTo>
                <a:lnTo>
                  <a:pt x="386294" y="156210"/>
                </a:lnTo>
                <a:lnTo>
                  <a:pt x="368427" y="156210"/>
                </a:lnTo>
                <a:lnTo>
                  <a:pt x="365633" y="154940"/>
                </a:lnTo>
                <a:lnTo>
                  <a:pt x="361441" y="149733"/>
                </a:lnTo>
                <a:lnTo>
                  <a:pt x="360426" y="144780"/>
                </a:lnTo>
                <a:lnTo>
                  <a:pt x="360426" y="63627"/>
                </a:lnTo>
                <a:close/>
              </a:path>
              <a:path w="390525" h="172720">
                <a:moveTo>
                  <a:pt x="390397" y="146177"/>
                </a:moveTo>
                <a:lnTo>
                  <a:pt x="385572" y="146177"/>
                </a:lnTo>
                <a:lnTo>
                  <a:pt x="384174" y="149479"/>
                </a:lnTo>
                <a:lnTo>
                  <a:pt x="382270" y="151892"/>
                </a:lnTo>
                <a:lnTo>
                  <a:pt x="379603" y="153669"/>
                </a:lnTo>
                <a:lnTo>
                  <a:pt x="377063" y="155321"/>
                </a:lnTo>
                <a:lnTo>
                  <a:pt x="374396" y="156210"/>
                </a:lnTo>
                <a:lnTo>
                  <a:pt x="386294" y="156210"/>
                </a:lnTo>
                <a:lnTo>
                  <a:pt x="387603" y="154305"/>
                </a:lnTo>
                <a:lnTo>
                  <a:pt x="390397" y="146177"/>
                </a:lnTo>
                <a:close/>
              </a:path>
              <a:path w="390525" h="172720">
                <a:moveTo>
                  <a:pt x="360426" y="17525"/>
                </a:moveTo>
                <a:lnTo>
                  <a:pt x="356616" y="17525"/>
                </a:lnTo>
                <a:lnTo>
                  <a:pt x="353186" y="25908"/>
                </a:lnTo>
                <a:lnTo>
                  <a:pt x="350520" y="31623"/>
                </a:lnTo>
                <a:lnTo>
                  <a:pt x="321945" y="59436"/>
                </a:lnTo>
                <a:lnTo>
                  <a:pt x="321945" y="63627"/>
                </a:lnTo>
                <a:lnTo>
                  <a:pt x="386968" y="63627"/>
                </a:lnTo>
                <a:lnTo>
                  <a:pt x="387096" y="54863"/>
                </a:lnTo>
                <a:lnTo>
                  <a:pt x="360426" y="54863"/>
                </a:lnTo>
                <a:lnTo>
                  <a:pt x="360426" y="17525"/>
                </a:lnTo>
                <a:close/>
              </a:path>
            </a:pathLst>
          </a:custGeom>
          <a:solidFill>
            <a:srgbClr val="000000"/>
          </a:solidFill>
        </p:spPr>
        <p:txBody>
          <a:bodyPr wrap="square" lIns="0" tIns="0" rIns="0" bIns="0" rtlCol="0"/>
          <a:lstStyle/>
          <a:p>
            <a:endParaRPr/>
          </a:p>
        </p:txBody>
      </p:sp>
      <p:pic>
        <p:nvPicPr>
          <p:cNvPr id="69" name="object 69"/>
          <p:cNvPicPr/>
          <p:nvPr/>
        </p:nvPicPr>
        <p:blipFill>
          <a:blip r:embed="rId35" cstate="print"/>
          <a:stretch>
            <a:fillRect/>
          </a:stretch>
        </p:blipFill>
        <p:spPr>
          <a:xfrm>
            <a:off x="1999742" y="4412996"/>
            <a:ext cx="1026540" cy="180340"/>
          </a:xfrm>
          <a:prstGeom prst="rect">
            <a:avLst/>
          </a:prstGeom>
        </p:spPr>
      </p:pic>
      <p:pic>
        <p:nvPicPr>
          <p:cNvPr id="70" name="object 70"/>
          <p:cNvPicPr/>
          <p:nvPr/>
        </p:nvPicPr>
        <p:blipFill>
          <a:blip r:embed="rId36" cstate="print"/>
          <a:stretch>
            <a:fillRect/>
          </a:stretch>
        </p:blipFill>
        <p:spPr>
          <a:xfrm>
            <a:off x="3108579" y="4438777"/>
            <a:ext cx="185928" cy="154812"/>
          </a:xfrm>
          <a:prstGeom prst="rect">
            <a:avLst/>
          </a:prstGeom>
        </p:spPr>
      </p:pic>
      <p:pic>
        <p:nvPicPr>
          <p:cNvPr id="71" name="object 71"/>
          <p:cNvPicPr/>
          <p:nvPr/>
        </p:nvPicPr>
        <p:blipFill>
          <a:blip r:embed="rId37" cstate="print"/>
          <a:stretch>
            <a:fillRect/>
          </a:stretch>
        </p:blipFill>
        <p:spPr>
          <a:xfrm>
            <a:off x="3382517" y="4413884"/>
            <a:ext cx="859663" cy="231775"/>
          </a:xfrm>
          <a:prstGeom prst="rect">
            <a:avLst/>
          </a:prstGeom>
        </p:spPr>
      </p:pic>
      <p:pic>
        <p:nvPicPr>
          <p:cNvPr id="72" name="object 72"/>
          <p:cNvPicPr/>
          <p:nvPr/>
        </p:nvPicPr>
        <p:blipFill>
          <a:blip r:embed="rId38" cstate="print"/>
          <a:stretch>
            <a:fillRect/>
          </a:stretch>
        </p:blipFill>
        <p:spPr>
          <a:xfrm>
            <a:off x="4330572" y="4414139"/>
            <a:ext cx="745109" cy="231267"/>
          </a:xfrm>
          <a:prstGeom prst="rect">
            <a:avLst/>
          </a:prstGeom>
        </p:spPr>
      </p:pic>
      <p:pic>
        <p:nvPicPr>
          <p:cNvPr id="73" name="object 73"/>
          <p:cNvPicPr/>
          <p:nvPr/>
        </p:nvPicPr>
        <p:blipFill>
          <a:blip r:embed="rId39" cstate="print"/>
          <a:stretch>
            <a:fillRect/>
          </a:stretch>
        </p:blipFill>
        <p:spPr>
          <a:xfrm>
            <a:off x="5172068" y="4415028"/>
            <a:ext cx="228479" cy="179832"/>
          </a:xfrm>
          <a:prstGeom prst="rect">
            <a:avLst/>
          </a:prstGeom>
        </p:spPr>
      </p:pic>
      <p:sp>
        <p:nvSpPr>
          <p:cNvPr id="74" name="object 74"/>
          <p:cNvSpPr/>
          <p:nvPr/>
        </p:nvSpPr>
        <p:spPr>
          <a:xfrm>
            <a:off x="5458586" y="4414901"/>
            <a:ext cx="504190" cy="180340"/>
          </a:xfrm>
          <a:custGeom>
            <a:avLst/>
            <a:gdLst/>
            <a:ahLst/>
            <a:cxnLst/>
            <a:rect l="l" t="t" r="r" b="b"/>
            <a:pathLst>
              <a:path w="504189" h="180339">
                <a:moveTo>
                  <a:pt x="38480" y="71500"/>
                </a:moveTo>
                <a:lnTo>
                  <a:pt x="18034" y="71500"/>
                </a:lnTo>
                <a:lnTo>
                  <a:pt x="17907" y="156210"/>
                </a:lnTo>
                <a:lnTo>
                  <a:pt x="18796" y="162306"/>
                </a:lnTo>
                <a:lnTo>
                  <a:pt x="20574" y="166243"/>
                </a:lnTo>
                <a:lnTo>
                  <a:pt x="22225" y="170180"/>
                </a:lnTo>
                <a:lnTo>
                  <a:pt x="25018" y="173228"/>
                </a:lnTo>
                <a:lnTo>
                  <a:pt x="28575" y="175260"/>
                </a:lnTo>
                <a:lnTo>
                  <a:pt x="32258" y="177419"/>
                </a:lnTo>
                <a:lnTo>
                  <a:pt x="35940" y="178435"/>
                </a:lnTo>
                <a:lnTo>
                  <a:pt x="39750" y="178435"/>
                </a:lnTo>
                <a:lnTo>
                  <a:pt x="45465" y="178562"/>
                </a:lnTo>
                <a:lnTo>
                  <a:pt x="50926" y="176403"/>
                </a:lnTo>
                <a:lnTo>
                  <a:pt x="56134" y="172338"/>
                </a:lnTo>
                <a:lnTo>
                  <a:pt x="61467" y="168275"/>
                </a:lnTo>
                <a:lnTo>
                  <a:pt x="64349" y="164084"/>
                </a:lnTo>
                <a:lnTo>
                  <a:pt x="46482" y="164084"/>
                </a:lnTo>
                <a:lnTo>
                  <a:pt x="43687" y="162813"/>
                </a:lnTo>
                <a:lnTo>
                  <a:pt x="39497" y="157606"/>
                </a:lnTo>
                <a:lnTo>
                  <a:pt x="38480" y="152654"/>
                </a:lnTo>
                <a:lnTo>
                  <a:pt x="38480" y="71500"/>
                </a:lnTo>
                <a:close/>
              </a:path>
              <a:path w="504189" h="180339">
                <a:moveTo>
                  <a:pt x="191642" y="172212"/>
                </a:moveTo>
                <a:lnTo>
                  <a:pt x="135762" y="172212"/>
                </a:lnTo>
                <a:lnTo>
                  <a:pt x="135762" y="176656"/>
                </a:lnTo>
                <a:lnTo>
                  <a:pt x="191642" y="176784"/>
                </a:lnTo>
                <a:lnTo>
                  <a:pt x="191642" y="172212"/>
                </a:lnTo>
                <a:close/>
              </a:path>
              <a:path w="504189" h="180339">
                <a:moveTo>
                  <a:pt x="125729" y="172212"/>
                </a:moveTo>
                <a:lnTo>
                  <a:pt x="69341" y="172212"/>
                </a:lnTo>
                <a:lnTo>
                  <a:pt x="69341" y="176656"/>
                </a:lnTo>
                <a:lnTo>
                  <a:pt x="125729" y="176656"/>
                </a:lnTo>
                <a:lnTo>
                  <a:pt x="125729" y="172212"/>
                </a:lnTo>
                <a:close/>
              </a:path>
              <a:path w="504189" h="180339">
                <a:moveTo>
                  <a:pt x="107441" y="16256"/>
                </a:moveTo>
                <a:lnTo>
                  <a:pt x="80010" y="16256"/>
                </a:lnTo>
                <a:lnTo>
                  <a:pt x="81787" y="16763"/>
                </a:lnTo>
                <a:lnTo>
                  <a:pt x="83058" y="17780"/>
                </a:lnTo>
                <a:lnTo>
                  <a:pt x="84327" y="18923"/>
                </a:lnTo>
                <a:lnTo>
                  <a:pt x="85343" y="20955"/>
                </a:lnTo>
                <a:lnTo>
                  <a:pt x="85851" y="23875"/>
                </a:lnTo>
                <a:lnTo>
                  <a:pt x="86487" y="26924"/>
                </a:lnTo>
                <a:lnTo>
                  <a:pt x="86813" y="33781"/>
                </a:lnTo>
                <a:lnTo>
                  <a:pt x="86795" y="110743"/>
                </a:lnTo>
                <a:lnTo>
                  <a:pt x="86672" y="158750"/>
                </a:lnTo>
                <a:lnTo>
                  <a:pt x="86233" y="162813"/>
                </a:lnTo>
                <a:lnTo>
                  <a:pt x="85216" y="165100"/>
                </a:lnTo>
                <a:lnTo>
                  <a:pt x="84327" y="167386"/>
                </a:lnTo>
                <a:lnTo>
                  <a:pt x="82930" y="169037"/>
                </a:lnTo>
                <a:lnTo>
                  <a:pt x="81279" y="169799"/>
                </a:lnTo>
                <a:lnTo>
                  <a:pt x="78359" y="171450"/>
                </a:lnTo>
                <a:lnTo>
                  <a:pt x="74422" y="172212"/>
                </a:lnTo>
                <a:lnTo>
                  <a:pt x="120014" y="172212"/>
                </a:lnTo>
                <a:lnTo>
                  <a:pt x="115950" y="171576"/>
                </a:lnTo>
                <a:lnTo>
                  <a:pt x="111125" y="169037"/>
                </a:lnTo>
                <a:lnTo>
                  <a:pt x="109600" y="167386"/>
                </a:lnTo>
                <a:lnTo>
                  <a:pt x="107823" y="163575"/>
                </a:lnTo>
                <a:lnTo>
                  <a:pt x="107532" y="159893"/>
                </a:lnTo>
                <a:lnTo>
                  <a:pt x="107441" y="90805"/>
                </a:lnTo>
                <a:lnTo>
                  <a:pt x="113537" y="84200"/>
                </a:lnTo>
                <a:lnTo>
                  <a:pt x="114793" y="83185"/>
                </a:lnTo>
                <a:lnTo>
                  <a:pt x="107441" y="83185"/>
                </a:lnTo>
                <a:lnTo>
                  <a:pt x="107441" y="16256"/>
                </a:lnTo>
                <a:close/>
              </a:path>
              <a:path w="504189" h="180339">
                <a:moveTo>
                  <a:pt x="170332" y="74549"/>
                </a:moveTo>
                <a:lnTo>
                  <a:pt x="139826" y="74549"/>
                </a:lnTo>
                <a:lnTo>
                  <a:pt x="143255" y="75565"/>
                </a:lnTo>
                <a:lnTo>
                  <a:pt x="148843" y="79375"/>
                </a:lnTo>
                <a:lnTo>
                  <a:pt x="151002" y="82296"/>
                </a:lnTo>
                <a:lnTo>
                  <a:pt x="153542" y="90169"/>
                </a:lnTo>
                <a:lnTo>
                  <a:pt x="154177" y="98298"/>
                </a:lnTo>
                <a:lnTo>
                  <a:pt x="154050" y="157480"/>
                </a:lnTo>
                <a:lnTo>
                  <a:pt x="149351" y="169799"/>
                </a:lnTo>
                <a:lnTo>
                  <a:pt x="147320" y="171450"/>
                </a:lnTo>
                <a:lnTo>
                  <a:pt x="143637" y="172212"/>
                </a:lnTo>
                <a:lnTo>
                  <a:pt x="186309" y="172212"/>
                </a:lnTo>
                <a:lnTo>
                  <a:pt x="182625" y="171704"/>
                </a:lnTo>
                <a:lnTo>
                  <a:pt x="180721" y="170561"/>
                </a:lnTo>
                <a:lnTo>
                  <a:pt x="178688" y="169291"/>
                </a:lnTo>
                <a:lnTo>
                  <a:pt x="177291" y="167767"/>
                </a:lnTo>
                <a:lnTo>
                  <a:pt x="176529" y="165735"/>
                </a:lnTo>
                <a:lnTo>
                  <a:pt x="175260" y="163194"/>
                </a:lnTo>
                <a:lnTo>
                  <a:pt x="174804" y="158750"/>
                </a:lnTo>
                <a:lnTo>
                  <a:pt x="174751" y="110743"/>
                </a:lnTo>
                <a:lnTo>
                  <a:pt x="174609" y="101002"/>
                </a:lnTo>
                <a:lnTo>
                  <a:pt x="174180" y="92916"/>
                </a:lnTo>
                <a:lnTo>
                  <a:pt x="173466" y="86473"/>
                </a:lnTo>
                <a:lnTo>
                  <a:pt x="172465" y="81661"/>
                </a:lnTo>
                <a:lnTo>
                  <a:pt x="170332" y="74549"/>
                </a:lnTo>
                <a:close/>
              </a:path>
              <a:path w="504189" h="180339">
                <a:moveTo>
                  <a:pt x="68452" y="154050"/>
                </a:moveTo>
                <a:lnTo>
                  <a:pt x="63626" y="154050"/>
                </a:lnTo>
                <a:lnTo>
                  <a:pt x="62229" y="157353"/>
                </a:lnTo>
                <a:lnTo>
                  <a:pt x="60325" y="159893"/>
                </a:lnTo>
                <a:lnTo>
                  <a:pt x="57658" y="161544"/>
                </a:lnTo>
                <a:lnTo>
                  <a:pt x="55117" y="163194"/>
                </a:lnTo>
                <a:lnTo>
                  <a:pt x="52450" y="164084"/>
                </a:lnTo>
                <a:lnTo>
                  <a:pt x="64349" y="164084"/>
                </a:lnTo>
                <a:lnTo>
                  <a:pt x="65659" y="162179"/>
                </a:lnTo>
                <a:lnTo>
                  <a:pt x="68452" y="154050"/>
                </a:lnTo>
                <a:close/>
              </a:path>
              <a:path w="504189" h="180339">
                <a:moveTo>
                  <a:pt x="151891" y="59562"/>
                </a:moveTo>
                <a:lnTo>
                  <a:pt x="140080" y="59562"/>
                </a:lnTo>
                <a:lnTo>
                  <a:pt x="134747" y="60960"/>
                </a:lnTo>
                <a:lnTo>
                  <a:pt x="107441" y="83185"/>
                </a:lnTo>
                <a:lnTo>
                  <a:pt x="114793" y="83185"/>
                </a:lnTo>
                <a:lnTo>
                  <a:pt x="118872" y="79882"/>
                </a:lnTo>
                <a:lnTo>
                  <a:pt x="123189" y="77724"/>
                </a:lnTo>
                <a:lnTo>
                  <a:pt x="127635" y="75565"/>
                </a:lnTo>
                <a:lnTo>
                  <a:pt x="131825" y="74549"/>
                </a:lnTo>
                <a:lnTo>
                  <a:pt x="170332" y="74549"/>
                </a:lnTo>
                <a:lnTo>
                  <a:pt x="170179" y="74041"/>
                </a:lnTo>
                <a:lnTo>
                  <a:pt x="166750" y="68453"/>
                </a:lnTo>
                <a:lnTo>
                  <a:pt x="162178" y="64897"/>
                </a:lnTo>
                <a:lnTo>
                  <a:pt x="157479" y="61341"/>
                </a:lnTo>
                <a:lnTo>
                  <a:pt x="151891" y="59562"/>
                </a:lnTo>
                <a:close/>
              </a:path>
              <a:path w="504189" h="180339">
                <a:moveTo>
                  <a:pt x="38480" y="25400"/>
                </a:moveTo>
                <a:lnTo>
                  <a:pt x="34671" y="25400"/>
                </a:lnTo>
                <a:lnTo>
                  <a:pt x="31241" y="33781"/>
                </a:lnTo>
                <a:lnTo>
                  <a:pt x="28575" y="39497"/>
                </a:lnTo>
                <a:lnTo>
                  <a:pt x="0" y="67310"/>
                </a:lnTo>
                <a:lnTo>
                  <a:pt x="0" y="71500"/>
                </a:lnTo>
                <a:lnTo>
                  <a:pt x="65024" y="71500"/>
                </a:lnTo>
                <a:lnTo>
                  <a:pt x="65150" y="62865"/>
                </a:lnTo>
                <a:lnTo>
                  <a:pt x="38480" y="62737"/>
                </a:lnTo>
                <a:lnTo>
                  <a:pt x="38480" y="25400"/>
                </a:lnTo>
                <a:close/>
              </a:path>
              <a:path w="504189" h="180339">
                <a:moveTo>
                  <a:pt x="107441" y="0"/>
                </a:moveTo>
                <a:lnTo>
                  <a:pt x="101726" y="0"/>
                </a:lnTo>
                <a:lnTo>
                  <a:pt x="67690" y="13843"/>
                </a:lnTo>
                <a:lnTo>
                  <a:pt x="69468" y="18161"/>
                </a:lnTo>
                <a:lnTo>
                  <a:pt x="73405" y="16891"/>
                </a:lnTo>
                <a:lnTo>
                  <a:pt x="76200" y="16256"/>
                </a:lnTo>
                <a:lnTo>
                  <a:pt x="107441" y="16256"/>
                </a:lnTo>
                <a:lnTo>
                  <a:pt x="107441" y="0"/>
                </a:lnTo>
                <a:close/>
              </a:path>
              <a:path w="504189" h="180339">
                <a:moveTo>
                  <a:pt x="256032" y="59436"/>
                </a:moveTo>
                <a:lnTo>
                  <a:pt x="218439" y="75818"/>
                </a:lnTo>
                <a:lnTo>
                  <a:pt x="203453" y="121285"/>
                </a:lnTo>
                <a:lnTo>
                  <a:pt x="204360" y="134100"/>
                </a:lnTo>
                <a:lnTo>
                  <a:pt x="225750" y="171211"/>
                </a:lnTo>
                <a:lnTo>
                  <a:pt x="253111" y="180212"/>
                </a:lnTo>
                <a:lnTo>
                  <a:pt x="262211" y="179351"/>
                </a:lnTo>
                <a:lnTo>
                  <a:pt x="270478" y="176752"/>
                </a:lnTo>
                <a:lnTo>
                  <a:pt x="277935" y="172390"/>
                </a:lnTo>
                <a:lnTo>
                  <a:pt x="284607" y="166243"/>
                </a:lnTo>
                <a:lnTo>
                  <a:pt x="289542" y="160019"/>
                </a:lnTo>
                <a:lnTo>
                  <a:pt x="262636" y="160019"/>
                </a:lnTo>
                <a:lnTo>
                  <a:pt x="254468" y="159097"/>
                </a:lnTo>
                <a:lnTo>
                  <a:pt x="224170" y="128381"/>
                </a:lnTo>
                <a:lnTo>
                  <a:pt x="221107" y="105791"/>
                </a:lnTo>
                <a:lnTo>
                  <a:pt x="299847" y="105791"/>
                </a:lnTo>
                <a:lnTo>
                  <a:pt x="299305" y="98679"/>
                </a:lnTo>
                <a:lnTo>
                  <a:pt x="273812" y="98679"/>
                </a:lnTo>
                <a:lnTo>
                  <a:pt x="221107" y="98551"/>
                </a:lnTo>
                <a:lnTo>
                  <a:pt x="242315" y="68325"/>
                </a:lnTo>
                <a:lnTo>
                  <a:pt x="283016" y="68325"/>
                </a:lnTo>
                <a:lnTo>
                  <a:pt x="280927" y="66561"/>
                </a:lnTo>
                <a:lnTo>
                  <a:pt x="273494" y="62595"/>
                </a:lnTo>
                <a:lnTo>
                  <a:pt x="265203" y="60223"/>
                </a:lnTo>
                <a:lnTo>
                  <a:pt x="256032" y="59436"/>
                </a:lnTo>
                <a:close/>
              </a:path>
              <a:path w="504189" h="180339">
                <a:moveTo>
                  <a:pt x="295910" y="132842"/>
                </a:moveTo>
                <a:lnTo>
                  <a:pt x="292226" y="142748"/>
                </a:lnTo>
                <a:lnTo>
                  <a:pt x="287527" y="149732"/>
                </a:lnTo>
                <a:lnTo>
                  <a:pt x="282066" y="153797"/>
                </a:lnTo>
                <a:lnTo>
                  <a:pt x="276605" y="157987"/>
                </a:lnTo>
                <a:lnTo>
                  <a:pt x="270128" y="160019"/>
                </a:lnTo>
                <a:lnTo>
                  <a:pt x="289542" y="160019"/>
                </a:lnTo>
                <a:lnTo>
                  <a:pt x="290274" y="159097"/>
                </a:lnTo>
                <a:lnTo>
                  <a:pt x="294703" y="151558"/>
                </a:lnTo>
                <a:lnTo>
                  <a:pt x="297894" y="143615"/>
                </a:lnTo>
                <a:lnTo>
                  <a:pt x="299847" y="135255"/>
                </a:lnTo>
                <a:lnTo>
                  <a:pt x="295910" y="132842"/>
                </a:lnTo>
                <a:close/>
              </a:path>
              <a:path w="504189" h="180339">
                <a:moveTo>
                  <a:pt x="283016" y="68325"/>
                </a:moveTo>
                <a:lnTo>
                  <a:pt x="253618" y="68325"/>
                </a:lnTo>
                <a:lnTo>
                  <a:pt x="257937" y="69596"/>
                </a:lnTo>
                <a:lnTo>
                  <a:pt x="266064" y="74930"/>
                </a:lnTo>
                <a:lnTo>
                  <a:pt x="273812" y="98679"/>
                </a:lnTo>
                <a:lnTo>
                  <a:pt x="299305" y="98679"/>
                </a:lnTo>
                <a:lnTo>
                  <a:pt x="299083" y="95763"/>
                </a:lnTo>
                <a:lnTo>
                  <a:pt x="296783" y="86820"/>
                </a:lnTo>
                <a:lnTo>
                  <a:pt x="292935" y="78948"/>
                </a:lnTo>
                <a:lnTo>
                  <a:pt x="287527" y="72136"/>
                </a:lnTo>
                <a:lnTo>
                  <a:pt x="283016" y="68325"/>
                </a:lnTo>
                <a:close/>
              </a:path>
              <a:path w="504189" h="180339">
                <a:moveTo>
                  <a:pt x="413964" y="74168"/>
                </a:moveTo>
                <a:lnTo>
                  <a:pt x="384301" y="74168"/>
                </a:lnTo>
                <a:lnTo>
                  <a:pt x="389509" y="76835"/>
                </a:lnTo>
                <a:lnTo>
                  <a:pt x="393064" y="82168"/>
                </a:lnTo>
                <a:lnTo>
                  <a:pt x="395859" y="86232"/>
                </a:lnTo>
                <a:lnTo>
                  <a:pt x="396958" y="91948"/>
                </a:lnTo>
                <a:lnTo>
                  <a:pt x="397073" y="158876"/>
                </a:lnTo>
                <a:lnTo>
                  <a:pt x="396875" y="162051"/>
                </a:lnTo>
                <a:lnTo>
                  <a:pt x="384937" y="172338"/>
                </a:lnTo>
                <a:lnTo>
                  <a:pt x="378587" y="172338"/>
                </a:lnTo>
                <a:lnTo>
                  <a:pt x="378587" y="176911"/>
                </a:lnTo>
                <a:lnTo>
                  <a:pt x="436117" y="176911"/>
                </a:lnTo>
                <a:lnTo>
                  <a:pt x="436117" y="172466"/>
                </a:lnTo>
                <a:lnTo>
                  <a:pt x="430402" y="172466"/>
                </a:lnTo>
                <a:lnTo>
                  <a:pt x="426212" y="171704"/>
                </a:lnTo>
                <a:lnTo>
                  <a:pt x="417620" y="95123"/>
                </a:lnTo>
                <a:lnTo>
                  <a:pt x="417449" y="91440"/>
                </a:lnTo>
                <a:lnTo>
                  <a:pt x="417702" y="90169"/>
                </a:lnTo>
                <a:lnTo>
                  <a:pt x="424052" y="84200"/>
                </a:lnTo>
                <a:lnTo>
                  <a:pt x="424386" y="83947"/>
                </a:lnTo>
                <a:lnTo>
                  <a:pt x="416813" y="83947"/>
                </a:lnTo>
                <a:lnTo>
                  <a:pt x="415036" y="76073"/>
                </a:lnTo>
                <a:lnTo>
                  <a:pt x="413964" y="74168"/>
                </a:lnTo>
                <a:close/>
              </a:path>
              <a:path w="504189" h="180339">
                <a:moveTo>
                  <a:pt x="503682" y="172466"/>
                </a:moveTo>
                <a:lnTo>
                  <a:pt x="447421" y="172466"/>
                </a:lnTo>
                <a:lnTo>
                  <a:pt x="447421" y="176911"/>
                </a:lnTo>
                <a:lnTo>
                  <a:pt x="503682" y="176911"/>
                </a:lnTo>
                <a:lnTo>
                  <a:pt x="503682" y="172466"/>
                </a:lnTo>
                <a:close/>
              </a:path>
              <a:path w="504189" h="180339">
                <a:moveTo>
                  <a:pt x="367029" y="172338"/>
                </a:moveTo>
                <a:lnTo>
                  <a:pt x="310768" y="172338"/>
                </a:lnTo>
                <a:lnTo>
                  <a:pt x="310768" y="176784"/>
                </a:lnTo>
                <a:lnTo>
                  <a:pt x="367029" y="176784"/>
                </a:lnTo>
                <a:lnTo>
                  <a:pt x="367029" y="172338"/>
                </a:lnTo>
                <a:close/>
              </a:path>
              <a:path w="504189" h="180339">
                <a:moveTo>
                  <a:pt x="481924" y="74675"/>
                </a:moveTo>
                <a:lnTo>
                  <a:pt x="454151" y="74675"/>
                </a:lnTo>
                <a:lnTo>
                  <a:pt x="459359" y="77216"/>
                </a:lnTo>
                <a:lnTo>
                  <a:pt x="464820" y="86360"/>
                </a:lnTo>
                <a:lnTo>
                  <a:pt x="465787" y="91948"/>
                </a:lnTo>
                <a:lnTo>
                  <a:pt x="465836" y="151130"/>
                </a:lnTo>
                <a:lnTo>
                  <a:pt x="465709" y="161798"/>
                </a:lnTo>
                <a:lnTo>
                  <a:pt x="464565" y="166116"/>
                </a:lnTo>
                <a:lnTo>
                  <a:pt x="463168" y="168275"/>
                </a:lnTo>
                <a:lnTo>
                  <a:pt x="461263" y="169544"/>
                </a:lnTo>
                <a:lnTo>
                  <a:pt x="458470" y="171450"/>
                </a:lnTo>
                <a:lnTo>
                  <a:pt x="454660" y="172466"/>
                </a:lnTo>
                <a:lnTo>
                  <a:pt x="498601" y="172466"/>
                </a:lnTo>
                <a:lnTo>
                  <a:pt x="494918" y="171831"/>
                </a:lnTo>
                <a:lnTo>
                  <a:pt x="492760" y="170561"/>
                </a:lnTo>
                <a:lnTo>
                  <a:pt x="486476" y="91440"/>
                </a:lnTo>
                <a:lnTo>
                  <a:pt x="485648" y="84455"/>
                </a:lnTo>
                <a:lnTo>
                  <a:pt x="483870" y="79629"/>
                </a:lnTo>
                <a:lnTo>
                  <a:pt x="481924" y="74675"/>
                </a:lnTo>
                <a:close/>
              </a:path>
              <a:path w="504189" h="180339">
                <a:moveTo>
                  <a:pt x="348614" y="76200"/>
                </a:moveTo>
                <a:lnTo>
                  <a:pt x="321310" y="76200"/>
                </a:lnTo>
                <a:lnTo>
                  <a:pt x="322961" y="76707"/>
                </a:lnTo>
                <a:lnTo>
                  <a:pt x="325500" y="78740"/>
                </a:lnTo>
                <a:lnTo>
                  <a:pt x="327960" y="158876"/>
                </a:lnTo>
                <a:lnTo>
                  <a:pt x="327533" y="162941"/>
                </a:lnTo>
                <a:lnTo>
                  <a:pt x="325962" y="166369"/>
                </a:lnTo>
                <a:lnTo>
                  <a:pt x="325374" y="167767"/>
                </a:lnTo>
                <a:lnTo>
                  <a:pt x="323723" y="169544"/>
                </a:lnTo>
                <a:lnTo>
                  <a:pt x="319659" y="171831"/>
                </a:lnTo>
                <a:lnTo>
                  <a:pt x="315975" y="172338"/>
                </a:lnTo>
                <a:lnTo>
                  <a:pt x="360807" y="172338"/>
                </a:lnTo>
                <a:lnTo>
                  <a:pt x="356742" y="171831"/>
                </a:lnTo>
                <a:lnTo>
                  <a:pt x="352678" y="169544"/>
                </a:lnTo>
                <a:lnTo>
                  <a:pt x="351154" y="167894"/>
                </a:lnTo>
                <a:lnTo>
                  <a:pt x="350019" y="165354"/>
                </a:lnTo>
                <a:lnTo>
                  <a:pt x="349123" y="163449"/>
                </a:lnTo>
                <a:lnTo>
                  <a:pt x="348641" y="158876"/>
                </a:lnTo>
                <a:lnTo>
                  <a:pt x="348614" y="90043"/>
                </a:lnTo>
                <a:lnTo>
                  <a:pt x="352298" y="85598"/>
                </a:lnTo>
                <a:lnTo>
                  <a:pt x="354560" y="83819"/>
                </a:lnTo>
                <a:lnTo>
                  <a:pt x="348614" y="83819"/>
                </a:lnTo>
                <a:lnTo>
                  <a:pt x="348614" y="76200"/>
                </a:lnTo>
                <a:close/>
              </a:path>
              <a:path w="504189" h="180339">
                <a:moveTo>
                  <a:pt x="462661" y="59690"/>
                </a:moveTo>
                <a:lnTo>
                  <a:pt x="450341" y="59690"/>
                </a:lnTo>
                <a:lnTo>
                  <a:pt x="444373" y="61213"/>
                </a:lnTo>
                <a:lnTo>
                  <a:pt x="416813" y="83947"/>
                </a:lnTo>
                <a:lnTo>
                  <a:pt x="424386" y="83947"/>
                </a:lnTo>
                <a:lnTo>
                  <a:pt x="429387" y="80137"/>
                </a:lnTo>
                <a:lnTo>
                  <a:pt x="433832" y="77850"/>
                </a:lnTo>
                <a:lnTo>
                  <a:pt x="438276" y="75692"/>
                </a:lnTo>
                <a:lnTo>
                  <a:pt x="442595" y="74675"/>
                </a:lnTo>
                <a:lnTo>
                  <a:pt x="481924" y="74675"/>
                </a:lnTo>
                <a:lnTo>
                  <a:pt x="481075" y="72517"/>
                </a:lnTo>
                <a:lnTo>
                  <a:pt x="477392" y="67437"/>
                </a:lnTo>
                <a:lnTo>
                  <a:pt x="472693" y="64388"/>
                </a:lnTo>
                <a:lnTo>
                  <a:pt x="467995" y="61213"/>
                </a:lnTo>
                <a:lnTo>
                  <a:pt x="462661" y="59690"/>
                </a:lnTo>
                <a:close/>
              </a:path>
              <a:path w="504189" h="180339">
                <a:moveTo>
                  <a:pt x="395224" y="59690"/>
                </a:moveTo>
                <a:lnTo>
                  <a:pt x="383921" y="59690"/>
                </a:lnTo>
                <a:lnTo>
                  <a:pt x="379602" y="60579"/>
                </a:lnTo>
                <a:lnTo>
                  <a:pt x="348614" y="83819"/>
                </a:lnTo>
                <a:lnTo>
                  <a:pt x="354560" y="83819"/>
                </a:lnTo>
                <a:lnTo>
                  <a:pt x="357632" y="81406"/>
                </a:lnTo>
                <a:lnTo>
                  <a:pt x="364489" y="77850"/>
                </a:lnTo>
                <a:lnTo>
                  <a:pt x="368935" y="75437"/>
                </a:lnTo>
                <a:lnTo>
                  <a:pt x="373379" y="74168"/>
                </a:lnTo>
                <a:lnTo>
                  <a:pt x="413964" y="74168"/>
                </a:lnTo>
                <a:lnTo>
                  <a:pt x="411607" y="69976"/>
                </a:lnTo>
                <a:lnTo>
                  <a:pt x="406526" y="65912"/>
                </a:lnTo>
                <a:lnTo>
                  <a:pt x="401447" y="61722"/>
                </a:lnTo>
                <a:lnTo>
                  <a:pt x="395224" y="59690"/>
                </a:lnTo>
                <a:close/>
              </a:path>
              <a:path w="504189" h="180339">
                <a:moveTo>
                  <a:pt x="348614" y="59690"/>
                </a:moveTo>
                <a:lnTo>
                  <a:pt x="343280" y="59690"/>
                </a:lnTo>
                <a:lnTo>
                  <a:pt x="308990" y="73532"/>
                </a:lnTo>
                <a:lnTo>
                  <a:pt x="310768" y="77978"/>
                </a:lnTo>
                <a:lnTo>
                  <a:pt x="314071" y="76707"/>
                </a:lnTo>
                <a:lnTo>
                  <a:pt x="316864" y="76200"/>
                </a:lnTo>
                <a:lnTo>
                  <a:pt x="348614" y="76200"/>
                </a:lnTo>
                <a:lnTo>
                  <a:pt x="348614" y="59690"/>
                </a:lnTo>
                <a:close/>
              </a:path>
            </a:pathLst>
          </a:custGeom>
          <a:solidFill>
            <a:srgbClr val="000000"/>
          </a:solidFill>
        </p:spPr>
        <p:txBody>
          <a:bodyPr wrap="square" lIns="0" tIns="0" rIns="0" bIns="0" rtlCol="0"/>
          <a:lstStyle/>
          <a:p>
            <a:endParaRPr/>
          </a:p>
        </p:txBody>
      </p:sp>
      <p:sp>
        <p:nvSpPr>
          <p:cNvPr id="75" name="object 75"/>
          <p:cNvSpPr/>
          <p:nvPr/>
        </p:nvSpPr>
        <p:spPr>
          <a:xfrm>
            <a:off x="6042914" y="4415282"/>
            <a:ext cx="548640" cy="180340"/>
          </a:xfrm>
          <a:custGeom>
            <a:avLst/>
            <a:gdLst/>
            <a:ahLst/>
            <a:cxnLst/>
            <a:rect l="l" t="t" r="r" b="b"/>
            <a:pathLst>
              <a:path w="548640" h="180339">
                <a:moveTo>
                  <a:pt x="113517" y="107442"/>
                </a:moveTo>
                <a:lnTo>
                  <a:pt x="92328" y="107442"/>
                </a:lnTo>
                <a:lnTo>
                  <a:pt x="120650" y="180213"/>
                </a:lnTo>
                <a:lnTo>
                  <a:pt x="125857" y="180213"/>
                </a:lnTo>
                <a:lnTo>
                  <a:pt x="138547" y="147447"/>
                </a:lnTo>
                <a:lnTo>
                  <a:pt x="129286" y="147447"/>
                </a:lnTo>
                <a:lnTo>
                  <a:pt x="113517" y="107442"/>
                </a:lnTo>
                <a:close/>
              </a:path>
              <a:path w="548640" h="180339">
                <a:moveTo>
                  <a:pt x="47751" y="62738"/>
                </a:moveTo>
                <a:lnTo>
                  <a:pt x="0" y="62738"/>
                </a:lnTo>
                <a:lnTo>
                  <a:pt x="0" y="67310"/>
                </a:lnTo>
                <a:lnTo>
                  <a:pt x="4952" y="68453"/>
                </a:lnTo>
                <a:lnTo>
                  <a:pt x="8636" y="70104"/>
                </a:lnTo>
                <a:lnTo>
                  <a:pt x="54483" y="180086"/>
                </a:lnTo>
                <a:lnTo>
                  <a:pt x="59055" y="180086"/>
                </a:lnTo>
                <a:lnTo>
                  <a:pt x="72899" y="149860"/>
                </a:lnTo>
                <a:lnTo>
                  <a:pt x="63500" y="149860"/>
                </a:lnTo>
                <a:lnTo>
                  <a:pt x="39115" y="84455"/>
                </a:lnTo>
                <a:lnTo>
                  <a:pt x="37719" y="80772"/>
                </a:lnTo>
                <a:lnTo>
                  <a:pt x="36957" y="77724"/>
                </a:lnTo>
                <a:lnTo>
                  <a:pt x="36957" y="72771"/>
                </a:lnTo>
                <a:lnTo>
                  <a:pt x="37719" y="70993"/>
                </a:lnTo>
                <a:lnTo>
                  <a:pt x="39115" y="69723"/>
                </a:lnTo>
                <a:lnTo>
                  <a:pt x="40386" y="68453"/>
                </a:lnTo>
                <a:lnTo>
                  <a:pt x="43307" y="67691"/>
                </a:lnTo>
                <a:lnTo>
                  <a:pt x="47751" y="67437"/>
                </a:lnTo>
                <a:lnTo>
                  <a:pt x="47751" y="62738"/>
                </a:lnTo>
                <a:close/>
              </a:path>
              <a:path w="548640" h="180339">
                <a:moveTo>
                  <a:pt x="117728" y="62865"/>
                </a:moveTo>
                <a:lnTo>
                  <a:pt x="63500" y="62865"/>
                </a:lnTo>
                <a:lnTo>
                  <a:pt x="63500" y="67437"/>
                </a:lnTo>
                <a:lnTo>
                  <a:pt x="68452" y="67691"/>
                </a:lnTo>
                <a:lnTo>
                  <a:pt x="71882" y="68326"/>
                </a:lnTo>
                <a:lnTo>
                  <a:pt x="73660" y="69469"/>
                </a:lnTo>
                <a:lnTo>
                  <a:pt x="76962" y="71374"/>
                </a:lnTo>
                <a:lnTo>
                  <a:pt x="79501" y="74930"/>
                </a:lnTo>
                <a:lnTo>
                  <a:pt x="81583" y="80010"/>
                </a:lnTo>
                <a:lnTo>
                  <a:pt x="88011" y="96647"/>
                </a:lnTo>
                <a:lnTo>
                  <a:pt x="63500" y="149860"/>
                </a:lnTo>
                <a:lnTo>
                  <a:pt x="72899" y="149860"/>
                </a:lnTo>
                <a:lnTo>
                  <a:pt x="92328" y="107442"/>
                </a:lnTo>
                <a:lnTo>
                  <a:pt x="113517" y="107442"/>
                </a:lnTo>
                <a:lnTo>
                  <a:pt x="103505" y="82042"/>
                </a:lnTo>
                <a:lnTo>
                  <a:pt x="102870" y="80391"/>
                </a:lnTo>
                <a:lnTo>
                  <a:pt x="102488" y="78613"/>
                </a:lnTo>
                <a:lnTo>
                  <a:pt x="102488" y="74041"/>
                </a:lnTo>
                <a:lnTo>
                  <a:pt x="117728" y="67437"/>
                </a:lnTo>
                <a:lnTo>
                  <a:pt x="117728" y="62865"/>
                </a:lnTo>
                <a:close/>
              </a:path>
              <a:path w="548640" h="180339">
                <a:moveTo>
                  <a:pt x="179832" y="62865"/>
                </a:moveTo>
                <a:lnTo>
                  <a:pt x="143890" y="62865"/>
                </a:lnTo>
                <a:lnTo>
                  <a:pt x="143890" y="67437"/>
                </a:lnTo>
                <a:lnTo>
                  <a:pt x="148589" y="67564"/>
                </a:lnTo>
                <a:lnTo>
                  <a:pt x="151764" y="68326"/>
                </a:lnTo>
                <a:lnTo>
                  <a:pt x="155066" y="70866"/>
                </a:lnTo>
                <a:lnTo>
                  <a:pt x="155759" y="72136"/>
                </a:lnTo>
                <a:lnTo>
                  <a:pt x="155828" y="76454"/>
                </a:lnTo>
                <a:lnTo>
                  <a:pt x="154939" y="80010"/>
                </a:lnTo>
                <a:lnTo>
                  <a:pt x="153288" y="84455"/>
                </a:lnTo>
                <a:lnTo>
                  <a:pt x="129286" y="147447"/>
                </a:lnTo>
                <a:lnTo>
                  <a:pt x="138547" y="147447"/>
                </a:lnTo>
                <a:lnTo>
                  <a:pt x="165320" y="78359"/>
                </a:lnTo>
                <a:lnTo>
                  <a:pt x="167259" y="73406"/>
                </a:lnTo>
                <a:lnTo>
                  <a:pt x="172593" y="68580"/>
                </a:lnTo>
                <a:lnTo>
                  <a:pt x="179832" y="67437"/>
                </a:lnTo>
                <a:lnTo>
                  <a:pt x="179832" y="62865"/>
                </a:lnTo>
                <a:close/>
              </a:path>
              <a:path w="548640" h="180339">
                <a:moveTo>
                  <a:pt x="224155" y="16256"/>
                </a:moveTo>
                <a:lnTo>
                  <a:pt x="196723" y="16256"/>
                </a:lnTo>
                <a:lnTo>
                  <a:pt x="198500" y="16891"/>
                </a:lnTo>
                <a:lnTo>
                  <a:pt x="201040" y="18923"/>
                </a:lnTo>
                <a:lnTo>
                  <a:pt x="202057" y="20955"/>
                </a:lnTo>
                <a:lnTo>
                  <a:pt x="202564" y="24003"/>
                </a:lnTo>
                <a:lnTo>
                  <a:pt x="203200" y="26924"/>
                </a:lnTo>
                <a:lnTo>
                  <a:pt x="203581" y="34925"/>
                </a:lnTo>
                <a:lnTo>
                  <a:pt x="203508" y="110744"/>
                </a:lnTo>
                <a:lnTo>
                  <a:pt x="203385" y="158750"/>
                </a:lnTo>
                <a:lnTo>
                  <a:pt x="202946" y="162814"/>
                </a:lnTo>
                <a:lnTo>
                  <a:pt x="201930" y="165227"/>
                </a:lnTo>
                <a:lnTo>
                  <a:pt x="201040" y="167513"/>
                </a:lnTo>
                <a:lnTo>
                  <a:pt x="199644" y="169037"/>
                </a:lnTo>
                <a:lnTo>
                  <a:pt x="197993" y="169926"/>
                </a:lnTo>
                <a:lnTo>
                  <a:pt x="195072" y="171450"/>
                </a:lnTo>
                <a:lnTo>
                  <a:pt x="191135" y="172212"/>
                </a:lnTo>
                <a:lnTo>
                  <a:pt x="186055" y="172212"/>
                </a:lnTo>
                <a:lnTo>
                  <a:pt x="186055" y="176657"/>
                </a:lnTo>
                <a:lnTo>
                  <a:pt x="242443" y="176784"/>
                </a:lnTo>
                <a:lnTo>
                  <a:pt x="242443" y="172339"/>
                </a:lnTo>
                <a:lnTo>
                  <a:pt x="236727" y="172339"/>
                </a:lnTo>
                <a:lnTo>
                  <a:pt x="232663" y="171577"/>
                </a:lnTo>
                <a:lnTo>
                  <a:pt x="227837" y="169037"/>
                </a:lnTo>
                <a:lnTo>
                  <a:pt x="226313" y="167513"/>
                </a:lnTo>
                <a:lnTo>
                  <a:pt x="224536" y="163703"/>
                </a:lnTo>
                <a:lnTo>
                  <a:pt x="224155" y="158750"/>
                </a:lnTo>
                <a:lnTo>
                  <a:pt x="224155" y="90932"/>
                </a:lnTo>
                <a:lnTo>
                  <a:pt x="230250" y="84328"/>
                </a:lnTo>
                <a:lnTo>
                  <a:pt x="231506" y="83312"/>
                </a:lnTo>
                <a:lnTo>
                  <a:pt x="224155" y="83312"/>
                </a:lnTo>
                <a:lnTo>
                  <a:pt x="224155" y="16256"/>
                </a:lnTo>
                <a:close/>
              </a:path>
              <a:path w="548640" h="180339">
                <a:moveTo>
                  <a:pt x="308356" y="172339"/>
                </a:moveTo>
                <a:lnTo>
                  <a:pt x="252475" y="172339"/>
                </a:lnTo>
                <a:lnTo>
                  <a:pt x="252475" y="176784"/>
                </a:lnTo>
                <a:lnTo>
                  <a:pt x="308356" y="176784"/>
                </a:lnTo>
                <a:lnTo>
                  <a:pt x="308356" y="172339"/>
                </a:lnTo>
                <a:close/>
              </a:path>
              <a:path w="548640" h="180339">
                <a:moveTo>
                  <a:pt x="287045" y="74549"/>
                </a:moveTo>
                <a:lnTo>
                  <a:pt x="252602" y="74549"/>
                </a:lnTo>
                <a:lnTo>
                  <a:pt x="256539" y="74676"/>
                </a:lnTo>
                <a:lnTo>
                  <a:pt x="259969" y="75565"/>
                </a:lnTo>
                <a:lnTo>
                  <a:pt x="262763" y="77597"/>
                </a:lnTo>
                <a:lnTo>
                  <a:pt x="265557" y="79502"/>
                </a:lnTo>
                <a:lnTo>
                  <a:pt x="267715" y="82423"/>
                </a:lnTo>
                <a:lnTo>
                  <a:pt x="269029" y="86490"/>
                </a:lnTo>
                <a:lnTo>
                  <a:pt x="270256" y="90170"/>
                </a:lnTo>
                <a:lnTo>
                  <a:pt x="270890" y="98298"/>
                </a:lnTo>
                <a:lnTo>
                  <a:pt x="270763" y="157480"/>
                </a:lnTo>
                <a:lnTo>
                  <a:pt x="260350" y="172339"/>
                </a:lnTo>
                <a:lnTo>
                  <a:pt x="303022" y="172339"/>
                </a:lnTo>
                <a:lnTo>
                  <a:pt x="299338" y="171704"/>
                </a:lnTo>
                <a:lnTo>
                  <a:pt x="297434" y="170561"/>
                </a:lnTo>
                <a:lnTo>
                  <a:pt x="295401" y="169418"/>
                </a:lnTo>
                <a:lnTo>
                  <a:pt x="294005" y="167894"/>
                </a:lnTo>
                <a:lnTo>
                  <a:pt x="293243" y="165862"/>
                </a:lnTo>
                <a:lnTo>
                  <a:pt x="291973" y="163195"/>
                </a:lnTo>
                <a:lnTo>
                  <a:pt x="291517" y="158750"/>
                </a:lnTo>
                <a:lnTo>
                  <a:pt x="291464" y="110744"/>
                </a:lnTo>
                <a:lnTo>
                  <a:pt x="291322" y="101056"/>
                </a:lnTo>
                <a:lnTo>
                  <a:pt x="290893" y="92964"/>
                </a:lnTo>
                <a:lnTo>
                  <a:pt x="290152" y="86360"/>
                </a:lnTo>
                <a:lnTo>
                  <a:pt x="289178" y="81661"/>
                </a:lnTo>
                <a:lnTo>
                  <a:pt x="287045" y="74549"/>
                </a:lnTo>
                <a:close/>
              </a:path>
              <a:path w="548640" h="180339">
                <a:moveTo>
                  <a:pt x="268605" y="59563"/>
                </a:moveTo>
                <a:lnTo>
                  <a:pt x="256794" y="59563"/>
                </a:lnTo>
                <a:lnTo>
                  <a:pt x="251460" y="60960"/>
                </a:lnTo>
                <a:lnTo>
                  <a:pt x="224155" y="83312"/>
                </a:lnTo>
                <a:lnTo>
                  <a:pt x="231506" y="83312"/>
                </a:lnTo>
                <a:lnTo>
                  <a:pt x="235585" y="80010"/>
                </a:lnTo>
                <a:lnTo>
                  <a:pt x="239902" y="77851"/>
                </a:lnTo>
                <a:lnTo>
                  <a:pt x="244348" y="75692"/>
                </a:lnTo>
                <a:lnTo>
                  <a:pt x="248538" y="74549"/>
                </a:lnTo>
                <a:lnTo>
                  <a:pt x="287045" y="74549"/>
                </a:lnTo>
                <a:lnTo>
                  <a:pt x="286893" y="74041"/>
                </a:lnTo>
                <a:lnTo>
                  <a:pt x="283463" y="68453"/>
                </a:lnTo>
                <a:lnTo>
                  <a:pt x="278891" y="64897"/>
                </a:lnTo>
                <a:lnTo>
                  <a:pt x="274193" y="61341"/>
                </a:lnTo>
                <a:lnTo>
                  <a:pt x="268605" y="59563"/>
                </a:lnTo>
                <a:close/>
              </a:path>
              <a:path w="548640" h="180339">
                <a:moveTo>
                  <a:pt x="224155" y="0"/>
                </a:moveTo>
                <a:lnTo>
                  <a:pt x="218439" y="0"/>
                </a:lnTo>
                <a:lnTo>
                  <a:pt x="184403" y="13970"/>
                </a:lnTo>
                <a:lnTo>
                  <a:pt x="186182" y="18288"/>
                </a:lnTo>
                <a:lnTo>
                  <a:pt x="190119" y="16891"/>
                </a:lnTo>
                <a:lnTo>
                  <a:pt x="192912" y="16256"/>
                </a:lnTo>
                <a:lnTo>
                  <a:pt x="224155" y="16256"/>
                </a:lnTo>
                <a:lnTo>
                  <a:pt x="224155" y="0"/>
                </a:lnTo>
                <a:close/>
              </a:path>
              <a:path w="548640" h="180339">
                <a:moveTo>
                  <a:pt x="372745" y="59563"/>
                </a:moveTo>
                <a:lnTo>
                  <a:pt x="335152" y="75819"/>
                </a:lnTo>
                <a:lnTo>
                  <a:pt x="320166" y="121412"/>
                </a:lnTo>
                <a:lnTo>
                  <a:pt x="321073" y="134173"/>
                </a:lnTo>
                <a:lnTo>
                  <a:pt x="342463" y="171338"/>
                </a:lnTo>
                <a:lnTo>
                  <a:pt x="369824" y="180340"/>
                </a:lnTo>
                <a:lnTo>
                  <a:pt x="378924" y="179460"/>
                </a:lnTo>
                <a:lnTo>
                  <a:pt x="387191" y="176831"/>
                </a:lnTo>
                <a:lnTo>
                  <a:pt x="394648" y="172464"/>
                </a:lnTo>
                <a:lnTo>
                  <a:pt x="401320" y="166370"/>
                </a:lnTo>
                <a:lnTo>
                  <a:pt x="406343" y="160020"/>
                </a:lnTo>
                <a:lnTo>
                  <a:pt x="379349" y="160020"/>
                </a:lnTo>
                <a:lnTo>
                  <a:pt x="371230" y="159117"/>
                </a:lnTo>
                <a:lnTo>
                  <a:pt x="340883" y="128508"/>
                </a:lnTo>
                <a:lnTo>
                  <a:pt x="337820" y="105918"/>
                </a:lnTo>
                <a:lnTo>
                  <a:pt x="416560" y="105918"/>
                </a:lnTo>
                <a:lnTo>
                  <a:pt x="416009" y="98679"/>
                </a:lnTo>
                <a:lnTo>
                  <a:pt x="337820" y="98679"/>
                </a:lnTo>
                <a:lnTo>
                  <a:pt x="338836" y="89154"/>
                </a:lnTo>
                <a:lnTo>
                  <a:pt x="342011" y="81661"/>
                </a:lnTo>
                <a:lnTo>
                  <a:pt x="347345" y="76327"/>
                </a:lnTo>
                <a:lnTo>
                  <a:pt x="352806" y="70993"/>
                </a:lnTo>
                <a:lnTo>
                  <a:pt x="359028" y="68326"/>
                </a:lnTo>
                <a:lnTo>
                  <a:pt x="399669" y="68326"/>
                </a:lnTo>
                <a:lnTo>
                  <a:pt x="397640" y="66635"/>
                </a:lnTo>
                <a:lnTo>
                  <a:pt x="390207" y="62706"/>
                </a:lnTo>
                <a:lnTo>
                  <a:pt x="381916" y="60348"/>
                </a:lnTo>
                <a:lnTo>
                  <a:pt x="372745" y="59563"/>
                </a:lnTo>
                <a:close/>
              </a:path>
              <a:path w="548640" h="180339">
                <a:moveTo>
                  <a:pt x="412623" y="132842"/>
                </a:moveTo>
                <a:lnTo>
                  <a:pt x="408939" y="142748"/>
                </a:lnTo>
                <a:lnTo>
                  <a:pt x="404240" y="149860"/>
                </a:lnTo>
                <a:lnTo>
                  <a:pt x="393319" y="157988"/>
                </a:lnTo>
                <a:lnTo>
                  <a:pt x="386841" y="160020"/>
                </a:lnTo>
                <a:lnTo>
                  <a:pt x="406343" y="160020"/>
                </a:lnTo>
                <a:lnTo>
                  <a:pt x="406987" y="159206"/>
                </a:lnTo>
                <a:lnTo>
                  <a:pt x="411416" y="151638"/>
                </a:lnTo>
                <a:lnTo>
                  <a:pt x="414607" y="143688"/>
                </a:lnTo>
                <a:lnTo>
                  <a:pt x="416560" y="135382"/>
                </a:lnTo>
                <a:lnTo>
                  <a:pt x="412623" y="132842"/>
                </a:lnTo>
                <a:close/>
              </a:path>
              <a:path w="548640" h="180339">
                <a:moveTo>
                  <a:pt x="399669" y="68326"/>
                </a:moveTo>
                <a:lnTo>
                  <a:pt x="370332" y="68326"/>
                </a:lnTo>
                <a:lnTo>
                  <a:pt x="374650" y="69723"/>
                </a:lnTo>
                <a:lnTo>
                  <a:pt x="378713" y="72390"/>
                </a:lnTo>
                <a:lnTo>
                  <a:pt x="390525" y="98679"/>
                </a:lnTo>
                <a:lnTo>
                  <a:pt x="416009" y="98679"/>
                </a:lnTo>
                <a:lnTo>
                  <a:pt x="415796" y="95871"/>
                </a:lnTo>
                <a:lnTo>
                  <a:pt x="413496" y="86883"/>
                </a:lnTo>
                <a:lnTo>
                  <a:pt x="409648" y="78968"/>
                </a:lnTo>
                <a:lnTo>
                  <a:pt x="404240" y="72136"/>
                </a:lnTo>
                <a:lnTo>
                  <a:pt x="399669" y="68326"/>
                </a:lnTo>
                <a:close/>
              </a:path>
              <a:path w="548640" h="180339">
                <a:moveTo>
                  <a:pt x="427863" y="172339"/>
                </a:moveTo>
                <a:lnTo>
                  <a:pt x="425323" y="172339"/>
                </a:lnTo>
                <a:lnTo>
                  <a:pt x="425323" y="176911"/>
                </a:lnTo>
                <a:lnTo>
                  <a:pt x="481584" y="176911"/>
                </a:lnTo>
                <a:lnTo>
                  <a:pt x="481584" y="172466"/>
                </a:lnTo>
                <a:lnTo>
                  <a:pt x="433577" y="172466"/>
                </a:lnTo>
                <a:lnTo>
                  <a:pt x="427863" y="172339"/>
                </a:lnTo>
                <a:close/>
              </a:path>
              <a:path w="548640" h="180339">
                <a:moveTo>
                  <a:pt x="548132" y="172466"/>
                </a:moveTo>
                <a:lnTo>
                  <a:pt x="491870" y="172466"/>
                </a:lnTo>
                <a:lnTo>
                  <a:pt x="491870" y="176911"/>
                </a:lnTo>
                <a:lnTo>
                  <a:pt x="548132" y="176911"/>
                </a:lnTo>
                <a:lnTo>
                  <a:pt x="548132" y="172466"/>
                </a:lnTo>
                <a:close/>
              </a:path>
              <a:path w="548640" h="180339">
                <a:moveTo>
                  <a:pt x="463168" y="76200"/>
                </a:moveTo>
                <a:lnTo>
                  <a:pt x="435863" y="76200"/>
                </a:lnTo>
                <a:lnTo>
                  <a:pt x="437641" y="76708"/>
                </a:lnTo>
                <a:lnTo>
                  <a:pt x="438912" y="77851"/>
                </a:lnTo>
                <a:lnTo>
                  <a:pt x="442595" y="159385"/>
                </a:lnTo>
                <a:lnTo>
                  <a:pt x="441578" y="165100"/>
                </a:lnTo>
                <a:lnTo>
                  <a:pt x="437514" y="170942"/>
                </a:lnTo>
                <a:lnTo>
                  <a:pt x="433577" y="172466"/>
                </a:lnTo>
                <a:lnTo>
                  <a:pt x="475361" y="172466"/>
                </a:lnTo>
                <a:lnTo>
                  <a:pt x="471296" y="171831"/>
                </a:lnTo>
                <a:lnTo>
                  <a:pt x="469264" y="170688"/>
                </a:lnTo>
                <a:lnTo>
                  <a:pt x="467233" y="169672"/>
                </a:lnTo>
                <a:lnTo>
                  <a:pt x="465582" y="167894"/>
                </a:lnTo>
                <a:lnTo>
                  <a:pt x="464438" y="165481"/>
                </a:lnTo>
                <a:lnTo>
                  <a:pt x="463550" y="163703"/>
                </a:lnTo>
                <a:lnTo>
                  <a:pt x="463209" y="159385"/>
                </a:lnTo>
                <a:lnTo>
                  <a:pt x="463168" y="91186"/>
                </a:lnTo>
                <a:lnTo>
                  <a:pt x="470505" y="84111"/>
                </a:lnTo>
                <a:lnTo>
                  <a:pt x="470930" y="83820"/>
                </a:lnTo>
                <a:lnTo>
                  <a:pt x="463168" y="83820"/>
                </a:lnTo>
                <a:lnTo>
                  <a:pt x="463168" y="76200"/>
                </a:lnTo>
                <a:close/>
              </a:path>
              <a:path w="548640" h="180339">
                <a:moveTo>
                  <a:pt x="526303" y="75057"/>
                </a:moveTo>
                <a:lnTo>
                  <a:pt x="498983" y="75057"/>
                </a:lnTo>
                <a:lnTo>
                  <a:pt x="503555" y="77343"/>
                </a:lnTo>
                <a:lnTo>
                  <a:pt x="508888" y="86741"/>
                </a:lnTo>
                <a:lnTo>
                  <a:pt x="510286" y="94234"/>
                </a:lnTo>
                <a:lnTo>
                  <a:pt x="510159" y="157734"/>
                </a:lnTo>
                <a:lnTo>
                  <a:pt x="510032" y="161671"/>
                </a:lnTo>
                <a:lnTo>
                  <a:pt x="499490" y="172466"/>
                </a:lnTo>
                <a:lnTo>
                  <a:pt x="542670" y="172466"/>
                </a:lnTo>
                <a:lnTo>
                  <a:pt x="538861" y="171831"/>
                </a:lnTo>
                <a:lnTo>
                  <a:pt x="534796" y="169545"/>
                </a:lnTo>
                <a:lnTo>
                  <a:pt x="533400" y="167894"/>
                </a:lnTo>
                <a:lnTo>
                  <a:pt x="532511" y="165862"/>
                </a:lnTo>
                <a:lnTo>
                  <a:pt x="531240" y="163322"/>
                </a:lnTo>
                <a:lnTo>
                  <a:pt x="530837" y="159385"/>
                </a:lnTo>
                <a:lnTo>
                  <a:pt x="530733" y="92329"/>
                </a:lnTo>
                <a:lnTo>
                  <a:pt x="529843" y="84709"/>
                </a:lnTo>
                <a:lnTo>
                  <a:pt x="526303" y="75057"/>
                </a:lnTo>
                <a:close/>
              </a:path>
              <a:path w="548640" h="180339">
                <a:moveTo>
                  <a:pt x="507491" y="59690"/>
                </a:moveTo>
                <a:lnTo>
                  <a:pt x="501395" y="59690"/>
                </a:lnTo>
                <a:lnTo>
                  <a:pt x="492154" y="61192"/>
                </a:lnTo>
                <a:lnTo>
                  <a:pt x="482711" y="65706"/>
                </a:lnTo>
                <a:lnTo>
                  <a:pt x="473053" y="73245"/>
                </a:lnTo>
                <a:lnTo>
                  <a:pt x="463168" y="83820"/>
                </a:lnTo>
                <a:lnTo>
                  <a:pt x="470930" y="83820"/>
                </a:lnTo>
                <a:lnTo>
                  <a:pt x="477853" y="79073"/>
                </a:lnTo>
                <a:lnTo>
                  <a:pt x="485225" y="76059"/>
                </a:lnTo>
                <a:lnTo>
                  <a:pt x="492633" y="75057"/>
                </a:lnTo>
                <a:lnTo>
                  <a:pt x="526303" y="75057"/>
                </a:lnTo>
                <a:lnTo>
                  <a:pt x="525399" y="72644"/>
                </a:lnTo>
                <a:lnTo>
                  <a:pt x="521842" y="67564"/>
                </a:lnTo>
                <a:lnTo>
                  <a:pt x="517397" y="64389"/>
                </a:lnTo>
                <a:lnTo>
                  <a:pt x="512953" y="61341"/>
                </a:lnTo>
                <a:lnTo>
                  <a:pt x="507491" y="59690"/>
                </a:lnTo>
                <a:close/>
              </a:path>
              <a:path w="548640" h="180339">
                <a:moveTo>
                  <a:pt x="463168" y="59690"/>
                </a:moveTo>
                <a:lnTo>
                  <a:pt x="457835" y="59690"/>
                </a:lnTo>
                <a:lnTo>
                  <a:pt x="423545" y="73660"/>
                </a:lnTo>
                <a:lnTo>
                  <a:pt x="425450" y="78105"/>
                </a:lnTo>
                <a:lnTo>
                  <a:pt x="428625" y="76835"/>
                </a:lnTo>
                <a:lnTo>
                  <a:pt x="431419" y="76200"/>
                </a:lnTo>
                <a:lnTo>
                  <a:pt x="463168" y="76200"/>
                </a:lnTo>
                <a:lnTo>
                  <a:pt x="463168" y="59690"/>
                </a:lnTo>
                <a:close/>
              </a:path>
            </a:pathLst>
          </a:custGeom>
          <a:solidFill>
            <a:srgbClr val="000000"/>
          </a:solidFill>
        </p:spPr>
        <p:txBody>
          <a:bodyPr wrap="square" lIns="0" tIns="0" rIns="0" bIns="0" rtlCol="0"/>
          <a:lstStyle/>
          <a:p>
            <a:endParaRPr/>
          </a:p>
        </p:txBody>
      </p:sp>
      <p:sp>
        <p:nvSpPr>
          <p:cNvPr id="76" name="object 76"/>
          <p:cNvSpPr/>
          <p:nvPr/>
        </p:nvSpPr>
        <p:spPr>
          <a:xfrm>
            <a:off x="6676263" y="4415663"/>
            <a:ext cx="433070" cy="231775"/>
          </a:xfrm>
          <a:custGeom>
            <a:avLst/>
            <a:gdLst/>
            <a:ahLst/>
            <a:cxnLst/>
            <a:rect l="l" t="t" r="r" b="b"/>
            <a:pathLst>
              <a:path w="433070" h="231775">
                <a:moveTo>
                  <a:pt x="38480" y="71500"/>
                </a:moveTo>
                <a:lnTo>
                  <a:pt x="18033" y="71500"/>
                </a:lnTo>
                <a:lnTo>
                  <a:pt x="17906" y="156210"/>
                </a:lnTo>
                <a:lnTo>
                  <a:pt x="18795" y="162306"/>
                </a:lnTo>
                <a:lnTo>
                  <a:pt x="20573" y="166243"/>
                </a:lnTo>
                <a:lnTo>
                  <a:pt x="22225" y="170180"/>
                </a:lnTo>
                <a:lnTo>
                  <a:pt x="25018" y="173228"/>
                </a:lnTo>
                <a:lnTo>
                  <a:pt x="28575" y="175387"/>
                </a:lnTo>
                <a:lnTo>
                  <a:pt x="32257" y="177419"/>
                </a:lnTo>
                <a:lnTo>
                  <a:pt x="35940" y="178562"/>
                </a:lnTo>
                <a:lnTo>
                  <a:pt x="45465" y="178562"/>
                </a:lnTo>
                <a:lnTo>
                  <a:pt x="50926" y="176530"/>
                </a:lnTo>
                <a:lnTo>
                  <a:pt x="56133" y="172338"/>
                </a:lnTo>
                <a:lnTo>
                  <a:pt x="61467" y="168275"/>
                </a:lnTo>
                <a:lnTo>
                  <a:pt x="64349" y="164084"/>
                </a:lnTo>
                <a:lnTo>
                  <a:pt x="46481" y="164084"/>
                </a:lnTo>
                <a:lnTo>
                  <a:pt x="43687" y="162813"/>
                </a:lnTo>
                <a:lnTo>
                  <a:pt x="41655" y="160274"/>
                </a:lnTo>
                <a:lnTo>
                  <a:pt x="39496" y="157734"/>
                </a:lnTo>
                <a:lnTo>
                  <a:pt x="38480" y="152654"/>
                </a:lnTo>
                <a:lnTo>
                  <a:pt x="38480" y="71500"/>
                </a:lnTo>
                <a:close/>
              </a:path>
              <a:path w="433070" h="231775">
                <a:moveTo>
                  <a:pt x="191642" y="172212"/>
                </a:moveTo>
                <a:lnTo>
                  <a:pt x="135762" y="172212"/>
                </a:lnTo>
                <a:lnTo>
                  <a:pt x="135762" y="176656"/>
                </a:lnTo>
                <a:lnTo>
                  <a:pt x="191642" y="176784"/>
                </a:lnTo>
                <a:lnTo>
                  <a:pt x="191642" y="172212"/>
                </a:lnTo>
                <a:close/>
              </a:path>
              <a:path w="433070" h="231775">
                <a:moveTo>
                  <a:pt x="125729" y="172212"/>
                </a:moveTo>
                <a:lnTo>
                  <a:pt x="69341" y="172212"/>
                </a:lnTo>
                <a:lnTo>
                  <a:pt x="69341" y="176656"/>
                </a:lnTo>
                <a:lnTo>
                  <a:pt x="125729" y="176656"/>
                </a:lnTo>
                <a:lnTo>
                  <a:pt x="125729" y="172212"/>
                </a:lnTo>
                <a:close/>
              </a:path>
              <a:path w="433070" h="231775">
                <a:moveTo>
                  <a:pt x="107441" y="16256"/>
                </a:moveTo>
                <a:lnTo>
                  <a:pt x="80009" y="16256"/>
                </a:lnTo>
                <a:lnTo>
                  <a:pt x="81787" y="16763"/>
                </a:lnTo>
                <a:lnTo>
                  <a:pt x="83057" y="17906"/>
                </a:lnTo>
                <a:lnTo>
                  <a:pt x="84327" y="18923"/>
                </a:lnTo>
                <a:lnTo>
                  <a:pt x="85343" y="20955"/>
                </a:lnTo>
                <a:lnTo>
                  <a:pt x="85851" y="24003"/>
                </a:lnTo>
                <a:lnTo>
                  <a:pt x="86486" y="26924"/>
                </a:lnTo>
                <a:lnTo>
                  <a:pt x="86813" y="33781"/>
                </a:lnTo>
                <a:lnTo>
                  <a:pt x="86795" y="110743"/>
                </a:lnTo>
                <a:lnTo>
                  <a:pt x="86672" y="158750"/>
                </a:lnTo>
                <a:lnTo>
                  <a:pt x="86232" y="162813"/>
                </a:lnTo>
                <a:lnTo>
                  <a:pt x="85216" y="165100"/>
                </a:lnTo>
                <a:lnTo>
                  <a:pt x="84327" y="167386"/>
                </a:lnTo>
                <a:lnTo>
                  <a:pt x="82930" y="169037"/>
                </a:lnTo>
                <a:lnTo>
                  <a:pt x="81279" y="169799"/>
                </a:lnTo>
                <a:lnTo>
                  <a:pt x="78358" y="171450"/>
                </a:lnTo>
                <a:lnTo>
                  <a:pt x="74421" y="172212"/>
                </a:lnTo>
                <a:lnTo>
                  <a:pt x="120014" y="172212"/>
                </a:lnTo>
                <a:lnTo>
                  <a:pt x="115950" y="171576"/>
                </a:lnTo>
                <a:lnTo>
                  <a:pt x="111125" y="169037"/>
                </a:lnTo>
                <a:lnTo>
                  <a:pt x="109600" y="167386"/>
                </a:lnTo>
                <a:lnTo>
                  <a:pt x="107822" y="163575"/>
                </a:lnTo>
                <a:lnTo>
                  <a:pt x="107532" y="159893"/>
                </a:lnTo>
                <a:lnTo>
                  <a:pt x="107441" y="90805"/>
                </a:lnTo>
                <a:lnTo>
                  <a:pt x="113537" y="84328"/>
                </a:lnTo>
                <a:lnTo>
                  <a:pt x="114909" y="83185"/>
                </a:lnTo>
                <a:lnTo>
                  <a:pt x="107441" y="83185"/>
                </a:lnTo>
                <a:lnTo>
                  <a:pt x="107441" y="16256"/>
                </a:lnTo>
                <a:close/>
              </a:path>
              <a:path w="433070" h="231775">
                <a:moveTo>
                  <a:pt x="170332" y="74549"/>
                </a:moveTo>
                <a:lnTo>
                  <a:pt x="139826" y="74549"/>
                </a:lnTo>
                <a:lnTo>
                  <a:pt x="143255" y="75564"/>
                </a:lnTo>
                <a:lnTo>
                  <a:pt x="148843" y="79375"/>
                </a:lnTo>
                <a:lnTo>
                  <a:pt x="151002" y="82295"/>
                </a:lnTo>
                <a:lnTo>
                  <a:pt x="153542" y="90169"/>
                </a:lnTo>
                <a:lnTo>
                  <a:pt x="154177" y="98298"/>
                </a:lnTo>
                <a:lnTo>
                  <a:pt x="154075" y="156210"/>
                </a:lnTo>
                <a:lnTo>
                  <a:pt x="149351" y="169799"/>
                </a:lnTo>
                <a:lnTo>
                  <a:pt x="147319" y="171450"/>
                </a:lnTo>
                <a:lnTo>
                  <a:pt x="143636" y="172212"/>
                </a:lnTo>
                <a:lnTo>
                  <a:pt x="186308" y="172212"/>
                </a:lnTo>
                <a:lnTo>
                  <a:pt x="182625" y="171704"/>
                </a:lnTo>
                <a:lnTo>
                  <a:pt x="180720" y="170561"/>
                </a:lnTo>
                <a:lnTo>
                  <a:pt x="178688" y="169418"/>
                </a:lnTo>
                <a:lnTo>
                  <a:pt x="177291" y="167767"/>
                </a:lnTo>
                <a:lnTo>
                  <a:pt x="176529" y="165862"/>
                </a:lnTo>
                <a:lnTo>
                  <a:pt x="175259" y="163194"/>
                </a:lnTo>
                <a:lnTo>
                  <a:pt x="174804" y="158750"/>
                </a:lnTo>
                <a:lnTo>
                  <a:pt x="174751" y="110743"/>
                </a:lnTo>
                <a:lnTo>
                  <a:pt x="174609" y="101002"/>
                </a:lnTo>
                <a:lnTo>
                  <a:pt x="174180" y="92916"/>
                </a:lnTo>
                <a:lnTo>
                  <a:pt x="173466" y="86473"/>
                </a:lnTo>
                <a:lnTo>
                  <a:pt x="172465" y="81661"/>
                </a:lnTo>
                <a:lnTo>
                  <a:pt x="170332" y="74549"/>
                </a:lnTo>
                <a:close/>
              </a:path>
              <a:path w="433070" h="231775">
                <a:moveTo>
                  <a:pt x="68452" y="154050"/>
                </a:moveTo>
                <a:lnTo>
                  <a:pt x="63626" y="154050"/>
                </a:lnTo>
                <a:lnTo>
                  <a:pt x="62229" y="157353"/>
                </a:lnTo>
                <a:lnTo>
                  <a:pt x="60325" y="159893"/>
                </a:lnTo>
                <a:lnTo>
                  <a:pt x="57657" y="161544"/>
                </a:lnTo>
                <a:lnTo>
                  <a:pt x="55117" y="163194"/>
                </a:lnTo>
                <a:lnTo>
                  <a:pt x="52450" y="164084"/>
                </a:lnTo>
                <a:lnTo>
                  <a:pt x="64349" y="164084"/>
                </a:lnTo>
                <a:lnTo>
                  <a:pt x="65658" y="162179"/>
                </a:lnTo>
                <a:lnTo>
                  <a:pt x="68452" y="154050"/>
                </a:lnTo>
                <a:close/>
              </a:path>
              <a:path w="433070" h="231775">
                <a:moveTo>
                  <a:pt x="151891" y="59562"/>
                </a:moveTo>
                <a:lnTo>
                  <a:pt x="140080" y="59562"/>
                </a:lnTo>
                <a:lnTo>
                  <a:pt x="134746" y="60960"/>
                </a:lnTo>
                <a:lnTo>
                  <a:pt x="107441" y="83185"/>
                </a:lnTo>
                <a:lnTo>
                  <a:pt x="114909" y="83185"/>
                </a:lnTo>
                <a:lnTo>
                  <a:pt x="118871" y="79882"/>
                </a:lnTo>
                <a:lnTo>
                  <a:pt x="123189" y="77724"/>
                </a:lnTo>
                <a:lnTo>
                  <a:pt x="127634" y="75692"/>
                </a:lnTo>
                <a:lnTo>
                  <a:pt x="131825" y="74549"/>
                </a:lnTo>
                <a:lnTo>
                  <a:pt x="170332" y="74549"/>
                </a:lnTo>
                <a:lnTo>
                  <a:pt x="170179" y="74041"/>
                </a:lnTo>
                <a:lnTo>
                  <a:pt x="166750" y="68453"/>
                </a:lnTo>
                <a:lnTo>
                  <a:pt x="162178" y="64897"/>
                </a:lnTo>
                <a:lnTo>
                  <a:pt x="157479" y="61341"/>
                </a:lnTo>
                <a:lnTo>
                  <a:pt x="151891" y="59562"/>
                </a:lnTo>
                <a:close/>
              </a:path>
              <a:path w="433070" h="231775">
                <a:moveTo>
                  <a:pt x="38480" y="25400"/>
                </a:moveTo>
                <a:lnTo>
                  <a:pt x="34670" y="25400"/>
                </a:lnTo>
                <a:lnTo>
                  <a:pt x="31241" y="33781"/>
                </a:lnTo>
                <a:lnTo>
                  <a:pt x="28575" y="39497"/>
                </a:lnTo>
                <a:lnTo>
                  <a:pt x="0" y="67437"/>
                </a:lnTo>
                <a:lnTo>
                  <a:pt x="0" y="71500"/>
                </a:lnTo>
                <a:lnTo>
                  <a:pt x="65023" y="71500"/>
                </a:lnTo>
                <a:lnTo>
                  <a:pt x="65150" y="62864"/>
                </a:lnTo>
                <a:lnTo>
                  <a:pt x="38480" y="62864"/>
                </a:lnTo>
                <a:lnTo>
                  <a:pt x="38480" y="25400"/>
                </a:lnTo>
                <a:close/>
              </a:path>
              <a:path w="433070" h="231775">
                <a:moveTo>
                  <a:pt x="107441" y="0"/>
                </a:moveTo>
                <a:lnTo>
                  <a:pt x="101726" y="0"/>
                </a:lnTo>
                <a:lnTo>
                  <a:pt x="67690" y="13843"/>
                </a:lnTo>
                <a:lnTo>
                  <a:pt x="69468" y="18161"/>
                </a:lnTo>
                <a:lnTo>
                  <a:pt x="73405" y="16891"/>
                </a:lnTo>
                <a:lnTo>
                  <a:pt x="76200" y="16256"/>
                </a:lnTo>
                <a:lnTo>
                  <a:pt x="107441" y="16256"/>
                </a:lnTo>
                <a:lnTo>
                  <a:pt x="107441" y="0"/>
                </a:lnTo>
                <a:close/>
              </a:path>
              <a:path w="433070" h="231775">
                <a:moveTo>
                  <a:pt x="256031" y="59436"/>
                </a:moveTo>
                <a:lnTo>
                  <a:pt x="218439" y="75818"/>
                </a:lnTo>
                <a:lnTo>
                  <a:pt x="203453" y="121285"/>
                </a:lnTo>
                <a:lnTo>
                  <a:pt x="204360" y="134117"/>
                </a:lnTo>
                <a:lnTo>
                  <a:pt x="225750" y="171211"/>
                </a:lnTo>
                <a:lnTo>
                  <a:pt x="253110" y="180212"/>
                </a:lnTo>
                <a:lnTo>
                  <a:pt x="262211" y="179351"/>
                </a:lnTo>
                <a:lnTo>
                  <a:pt x="270478" y="176752"/>
                </a:lnTo>
                <a:lnTo>
                  <a:pt x="277935" y="172390"/>
                </a:lnTo>
                <a:lnTo>
                  <a:pt x="284606" y="166243"/>
                </a:lnTo>
                <a:lnTo>
                  <a:pt x="289542" y="160019"/>
                </a:lnTo>
                <a:lnTo>
                  <a:pt x="262635" y="160019"/>
                </a:lnTo>
                <a:lnTo>
                  <a:pt x="254468" y="159097"/>
                </a:lnTo>
                <a:lnTo>
                  <a:pt x="224170" y="128428"/>
                </a:lnTo>
                <a:lnTo>
                  <a:pt x="221106" y="105791"/>
                </a:lnTo>
                <a:lnTo>
                  <a:pt x="299837" y="105791"/>
                </a:lnTo>
                <a:lnTo>
                  <a:pt x="299296" y="98679"/>
                </a:lnTo>
                <a:lnTo>
                  <a:pt x="273811" y="98679"/>
                </a:lnTo>
                <a:lnTo>
                  <a:pt x="221106" y="98551"/>
                </a:lnTo>
                <a:lnTo>
                  <a:pt x="242315" y="68325"/>
                </a:lnTo>
                <a:lnTo>
                  <a:pt x="282972" y="68325"/>
                </a:lnTo>
                <a:lnTo>
                  <a:pt x="280927" y="66615"/>
                </a:lnTo>
                <a:lnTo>
                  <a:pt x="273494" y="62642"/>
                </a:lnTo>
                <a:lnTo>
                  <a:pt x="265203" y="60241"/>
                </a:lnTo>
                <a:lnTo>
                  <a:pt x="256031" y="59436"/>
                </a:lnTo>
                <a:close/>
              </a:path>
              <a:path w="433070" h="231775">
                <a:moveTo>
                  <a:pt x="295909" y="132842"/>
                </a:moveTo>
                <a:lnTo>
                  <a:pt x="270128" y="160019"/>
                </a:lnTo>
                <a:lnTo>
                  <a:pt x="289542" y="160019"/>
                </a:lnTo>
                <a:lnTo>
                  <a:pt x="290274" y="159097"/>
                </a:lnTo>
                <a:lnTo>
                  <a:pt x="294703" y="151558"/>
                </a:lnTo>
                <a:lnTo>
                  <a:pt x="297894" y="143615"/>
                </a:lnTo>
                <a:lnTo>
                  <a:pt x="299846" y="135255"/>
                </a:lnTo>
                <a:lnTo>
                  <a:pt x="295909" y="132842"/>
                </a:lnTo>
                <a:close/>
              </a:path>
              <a:path w="433070" h="231775">
                <a:moveTo>
                  <a:pt x="299837" y="105791"/>
                </a:moveTo>
                <a:lnTo>
                  <a:pt x="221106" y="105791"/>
                </a:lnTo>
                <a:lnTo>
                  <a:pt x="299846" y="105918"/>
                </a:lnTo>
                <a:close/>
              </a:path>
              <a:path w="433070" h="231775">
                <a:moveTo>
                  <a:pt x="282972" y="68325"/>
                </a:moveTo>
                <a:lnTo>
                  <a:pt x="253618" y="68325"/>
                </a:lnTo>
                <a:lnTo>
                  <a:pt x="257936" y="69595"/>
                </a:lnTo>
                <a:lnTo>
                  <a:pt x="266064" y="74930"/>
                </a:lnTo>
                <a:lnTo>
                  <a:pt x="273811" y="98679"/>
                </a:lnTo>
                <a:lnTo>
                  <a:pt x="299296" y="98679"/>
                </a:lnTo>
                <a:lnTo>
                  <a:pt x="299083" y="95871"/>
                </a:lnTo>
                <a:lnTo>
                  <a:pt x="296783" y="86883"/>
                </a:lnTo>
                <a:lnTo>
                  <a:pt x="292935" y="78968"/>
                </a:lnTo>
                <a:lnTo>
                  <a:pt x="287527" y="72136"/>
                </a:lnTo>
                <a:lnTo>
                  <a:pt x="282972" y="68325"/>
                </a:lnTo>
                <a:close/>
              </a:path>
              <a:path w="433070" h="231775">
                <a:moveTo>
                  <a:pt x="329691" y="206248"/>
                </a:moveTo>
                <a:lnTo>
                  <a:pt x="322960" y="206248"/>
                </a:lnTo>
                <a:lnTo>
                  <a:pt x="319785" y="207391"/>
                </a:lnTo>
                <a:lnTo>
                  <a:pt x="317500" y="209423"/>
                </a:lnTo>
                <a:lnTo>
                  <a:pt x="315213" y="211581"/>
                </a:lnTo>
                <a:lnTo>
                  <a:pt x="314070" y="214375"/>
                </a:lnTo>
                <a:lnTo>
                  <a:pt x="314070" y="221487"/>
                </a:lnTo>
                <a:lnTo>
                  <a:pt x="315721" y="224662"/>
                </a:lnTo>
                <a:lnTo>
                  <a:pt x="318769" y="227584"/>
                </a:lnTo>
                <a:lnTo>
                  <a:pt x="321944" y="230378"/>
                </a:lnTo>
                <a:lnTo>
                  <a:pt x="326008" y="231775"/>
                </a:lnTo>
                <a:lnTo>
                  <a:pt x="337565" y="231775"/>
                </a:lnTo>
                <a:lnTo>
                  <a:pt x="362803" y="210947"/>
                </a:lnTo>
                <a:lnTo>
                  <a:pt x="343407" y="210947"/>
                </a:lnTo>
                <a:lnTo>
                  <a:pt x="341375" y="210312"/>
                </a:lnTo>
                <a:lnTo>
                  <a:pt x="338073" y="209042"/>
                </a:lnTo>
                <a:lnTo>
                  <a:pt x="333375" y="207137"/>
                </a:lnTo>
                <a:lnTo>
                  <a:pt x="329691" y="206248"/>
                </a:lnTo>
                <a:close/>
              </a:path>
              <a:path w="433070" h="231775">
                <a:moveTo>
                  <a:pt x="361441" y="62992"/>
                </a:moveTo>
                <a:lnTo>
                  <a:pt x="308355" y="62992"/>
                </a:lnTo>
                <a:lnTo>
                  <a:pt x="308355" y="67563"/>
                </a:lnTo>
                <a:lnTo>
                  <a:pt x="312546" y="68580"/>
                </a:lnTo>
                <a:lnTo>
                  <a:pt x="315594" y="69723"/>
                </a:lnTo>
                <a:lnTo>
                  <a:pt x="317500" y="71119"/>
                </a:lnTo>
                <a:lnTo>
                  <a:pt x="318896" y="72009"/>
                </a:lnTo>
                <a:lnTo>
                  <a:pt x="320547" y="74041"/>
                </a:lnTo>
                <a:lnTo>
                  <a:pt x="322579" y="76962"/>
                </a:lnTo>
                <a:lnTo>
                  <a:pt x="325373" y="80772"/>
                </a:lnTo>
                <a:lnTo>
                  <a:pt x="327405" y="83947"/>
                </a:lnTo>
                <a:lnTo>
                  <a:pt x="328548" y="86487"/>
                </a:lnTo>
                <a:lnTo>
                  <a:pt x="369442" y="172338"/>
                </a:lnTo>
                <a:lnTo>
                  <a:pt x="361314" y="192150"/>
                </a:lnTo>
                <a:lnTo>
                  <a:pt x="358393" y="199517"/>
                </a:lnTo>
                <a:lnTo>
                  <a:pt x="355345" y="204469"/>
                </a:lnTo>
                <a:lnTo>
                  <a:pt x="352425" y="207010"/>
                </a:lnTo>
                <a:lnTo>
                  <a:pt x="349503" y="209676"/>
                </a:lnTo>
                <a:lnTo>
                  <a:pt x="346836" y="210947"/>
                </a:lnTo>
                <a:lnTo>
                  <a:pt x="362803" y="210947"/>
                </a:lnTo>
                <a:lnTo>
                  <a:pt x="365773" y="206138"/>
                </a:lnTo>
                <a:lnTo>
                  <a:pt x="369442" y="198374"/>
                </a:lnTo>
                <a:lnTo>
                  <a:pt x="390442" y="146938"/>
                </a:lnTo>
                <a:lnTo>
                  <a:pt x="379348" y="146938"/>
                </a:lnTo>
                <a:lnTo>
                  <a:pt x="351662" y="89535"/>
                </a:lnTo>
                <a:lnTo>
                  <a:pt x="348995" y="83819"/>
                </a:lnTo>
                <a:lnTo>
                  <a:pt x="347715" y="79629"/>
                </a:lnTo>
                <a:lnTo>
                  <a:pt x="347598" y="73660"/>
                </a:lnTo>
                <a:lnTo>
                  <a:pt x="348487" y="71628"/>
                </a:lnTo>
                <a:lnTo>
                  <a:pt x="350392" y="69976"/>
                </a:lnTo>
                <a:lnTo>
                  <a:pt x="352297" y="68453"/>
                </a:lnTo>
                <a:lnTo>
                  <a:pt x="355091" y="67563"/>
                </a:lnTo>
                <a:lnTo>
                  <a:pt x="361441" y="67563"/>
                </a:lnTo>
                <a:lnTo>
                  <a:pt x="361441" y="62992"/>
                </a:lnTo>
                <a:close/>
              </a:path>
              <a:path w="433070" h="231775">
                <a:moveTo>
                  <a:pt x="395604" y="62992"/>
                </a:moveTo>
                <a:lnTo>
                  <a:pt x="395604" y="67691"/>
                </a:lnTo>
                <a:lnTo>
                  <a:pt x="399160" y="67691"/>
                </a:lnTo>
                <a:lnTo>
                  <a:pt x="401573" y="67944"/>
                </a:lnTo>
                <a:lnTo>
                  <a:pt x="403097" y="68453"/>
                </a:lnTo>
                <a:lnTo>
                  <a:pt x="404494" y="68961"/>
                </a:lnTo>
                <a:lnTo>
                  <a:pt x="405510" y="69723"/>
                </a:lnTo>
                <a:lnTo>
                  <a:pt x="406145" y="70612"/>
                </a:lnTo>
                <a:lnTo>
                  <a:pt x="406780" y="71374"/>
                </a:lnTo>
                <a:lnTo>
                  <a:pt x="406922" y="72009"/>
                </a:lnTo>
                <a:lnTo>
                  <a:pt x="407034" y="77343"/>
                </a:lnTo>
                <a:lnTo>
                  <a:pt x="406272" y="80644"/>
                </a:lnTo>
                <a:lnTo>
                  <a:pt x="379348" y="146938"/>
                </a:lnTo>
                <a:lnTo>
                  <a:pt x="390442" y="146938"/>
                </a:lnTo>
                <a:lnTo>
                  <a:pt x="416219" y="83819"/>
                </a:lnTo>
                <a:lnTo>
                  <a:pt x="432561" y="67691"/>
                </a:lnTo>
                <a:lnTo>
                  <a:pt x="432561" y="63118"/>
                </a:lnTo>
                <a:lnTo>
                  <a:pt x="395604" y="62992"/>
                </a:lnTo>
                <a:close/>
              </a:path>
            </a:pathLst>
          </a:custGeom>
          <a:solidFill>
            <a:srgbClr val="000000"/>
          </a:solidFill>
        </p:spPr>
        <p:txBody>
          <a:bodyPr wrap="square" lIns="0" tIns="0" rIns="0" bIns="0" rtlCol="0"/>
          <a:lstStyle/>
          <a:p>
            <a:endParaRPr/>
          </a:p>
        </p:txBody>
      </p:sp>
      <p:sp>
        <p:nvSpPr>
          <p:cNvPr id="77" name="object 77"/>
          <p:cNvSpPr/>
          <p:nvPr/>
        </p:nvSpPr>
        <p:spPr>
          <a:xfrm>
            <a:off x="7190485" y="4416171"/>
            <a:ext cx="548005" cy="180340"/>
          </a:xfrm>
          <a:custGeom>
            <a:avLst/>
            <a:gdLst/>
            <a:ahLst/>
            <a:cxnLst/>
            <a:rect l="l" t="t" r="r" b="b"/>
            <a:pathLst>
              <a:path w="548004" h="180339">
                <a:moveTo>
                  <a:pt x="59436" y="171957"/>
                </a:moveTo>
                <a:lnTo>
                  <a:pt x="1143" y="171957"/>
                </a:lnTo>
                <a:lnTo>
                  <a:pt x="1143" y="176402"/>
                </a:lnTo>
                <a:lnTo>
                  <a:pt x="59436" y="176529"/>
                </a:lnTo>
                <a:lnTo>
                  <a:pt x="59436" y="171957"/>
                </a:lnTo>
                <a:close/>
              </a:path>
              <a:path w="548004" h="180339">
                <a:moveTo>
                  <a:pt x="39624" y="75818"/>
                </a:moveTo>
                <a:lnTo>
                  <a:pt x="12065" y="75818"/>
                </a:lnTo>
                <a:lnTo>
                  <a:pt x="13843" y="76326"/>
                </a:lnTo>
                <a:lnTo>
                  <a:pt x="16764" y="78739"/>
                </a:lnTo>
                <a:lnTo>
                  <a:pt x="17780" y="80517"/>
                </a:lnTo>
                <a:lnTo>
                  <a:pt x="18796" y="85597"/>
                </a:lnTo>
                <a:lnTo>
                  <a:pt x="19050" y="93471"/>
                </a:lnTo>
                <a:lnTo>
                  <a:pt x="19050" y="157479"/>
                </a:lnTo>
                <a:lnTo>
                  <a:pt x="6985" y="171957"/>
                </a:lnTo>
                <a:lnTo>
                  <a:pt x="54356" y="171957"/>
                </a:lnTo>
                <a:lnTo>
                  <a:pt x="39624" y="156209"/>
                </a:lnTo>
                <a:lnTo>
                  <a:pt x="39624" y="95376"/>
                </a:lnTo>
                <a:lnTo>
                  <a:pt x="43561" y="87502"/>
                </a:lnTo>
                <a:lnTo>
                  <a:pt x="45440" y="84835"/>
                </a:lnTo>
                <a:lnTo>
                  <a:pt x="39624" y="84835"/>
                </a:lnTo>
                <a:lnTo>
                  <a:pt x="39624" y="75818"/>
                </a:lnTo>
                <a:close/>
              </a:path>
              <a:path w="548004" h="180339">
                <a:moveTo>
                  <a:pt x="73533" y="59308"/>
                </a:moveTo>
                <a:lnTo>
                  <a:pt x="68961" y="59308"/>
                </a:lnTo>
                <a:lnTo>
                  <a:pt x="61483" y="60904"/>
                </a:lnTo>
                <a:lnTo>
                  <a:pt x="54101" y="65690"/>
                </a:lnTo>
                <a:lnTo>
                  <a:pt x="46815" y="73667"/>
                </a:lnTo>
                <a:lnTo>
                  <a:pt x="39624" y="84835"/>
                </a:lnTo>
                <a:lnTo>
                  <a:pt x="45440" y="84835"/>
                </a:lnTo>
                <a:lnTo>
                  <a:pt x="47498" y="81914"/>
                </a:lnTo>
                <a:lnTo>
                  <a:pt x="51181" y="78612"/>
                </a:lnTo>
                <a:lnTo>
                  <a:pt x="52959" y="76834"/>
                </a:lnTo>
                <a:lnTo>
                  <a:pt x="54483" y="76072"/>
                </a:lnTo>
                <a:lnTo>
                  <a:pt x="84709" y="76072"/>
                </a:lnTo>
                <a:lnTo>
                  <a:pt x="84709" y="69468"/>
                </a:lnTo>
                <a:lnTo>
                  <a:pt x="83312" y="66293"/>
                </a:lnTo>
                <a:lnTo>
                  <a:pt x="80264" y="63499"/>
                </a:lnTo>
                <a:lnTo>
                  <a:pt x="77343" y="60705"/>
                </a:lnTo>
                <a:lnTo>
                  <a:pt x="73533" y="59308"/>
                </a:lnTo>
                <a:close/>
              </a:path>
              <a:path w="548004" h="180339">
                <a:moveTo>
                  <a:pt x="84709" y="76072"/>
                </a:moveTo>
                <a:lnTo>
                  <a:pt x="57785" y="76072"/>
                </a:lnTo>
                <a:lnTo>
                  <a:pt x="60452" y="77469"/>
                </a:lnTo>
                <a:lnTo>
                  <a:pt x="64008" y="80390"/>
                </a:lnTo>
                <a:lnTo>
                  <a:pt x="67691" y="83184"/>
                </a:lnTo>
                <a:lnTo>
                  <a:pt x="70866" y="84708"/>
                </a:lnTo>
                <a:lnTo>
                  <a:pt x="76835" y="84708"/>
                </a:lnTo>
                <a:lnTo>
                  <a:pt x="79375" y="83565"/>
                </a:lnTo>
                <a:lnTo>
                  <a:pt x="81534" y="81279"/>
                </a:lnTo>
                <a:lnTo>
                  <a:pt x="83693" y="79120"/>
                </a:lnTo>
                <a:lnTo>
                  <a:pt x="84662" y="76453"/>
                </a:lnTo>
                <a:lnTo>
                  <a:pt x="84709" y="76072"/>
                </a:lnTo>
                <a:close/>
              </a:path>
              <a:path w="548004" h="180339">
                <a:moveTo>
                  <a:pt x="39624" y="59308"/>
                </a:moveTo>
                <a:lnTo>
                  <a:pt x="34417" y="59308"/>
                </a:lnTo>
                <a:lnTo>
                  <a:pt x="0" y="73151"/>
                </a:lnTo>
                <a:lnTo>
                  <a:pt x="1270" y="77596"/>
                </a:lnTo>
                <a:lnTo>
                  <a:pt x="4445" y="76453"/>
                </a:lnTo>
                <a:lnTo>
                  <a:pt x="7366" y="75818"/>
                </a:lnTo>
                <a:lnTo>
                  <a:pt x="39624" y="75818"/>
                </a:lnTo>
                <a:lnTo>
                  <a:pt x="39624" y="59308"/>
                </a:lnTo>
                <a:close/>
              </a:path>
              <a:path w="548004" h="180339">
                <a:moveTo>
                  <a:pt x="145669" y="59181"/>
                </a:moveTo>
                <a:lnTo>
                  <a:pt x="108077" y="75564"/>
                </a:lnTo>
                <a:lnTo>
                  <a:pt x="93091" y="121030"/>
                </a:lnTo>
                <a:lnTo>
                  <a:pt x="93997" y="133865"/>
                </a:lnTo>
                <a:lnTo>
                  <a:pt x="115387" y="171011"/>
                </a:lnTo>
                <a:lnTo>
                  <a:pt x="142748" y="179958"/>
                </a:lnTo>
                <a:lnTo>
                  <a:pt x="151848" y="179153"/>
                </a:lnTo>
                <a:lnTo>
                  <a:pt x="160115" y="176561"/>
                </a:lnTo>
                <a:lnTo>
                  <a:pt x="167572" y="172208"/>
                </a:lnTo>
                <a:lnTo>
                  <a:pt x="174244" y="166115"/>
                </a:lnTo>
                <a:lnTo>
                  <a:pt x="179229" y="159765"/>
                </a:lnTo>
                <a:lnTo>
                  <a:pt x="152273" y="159765"/>
                </a:lnTo>
                <a:lnTo>
                  <a:pt x="144154" y="158861"/>
                </a:lnTo>
                <a:lnTo>
                  <a:pt x="113807" y="128174"/>
                </a:lnTo>
                <a:lnTo>
                  <a:pt x="110744" y="105536"/>
                </a:lnTo>
                <a:lnTo>
                  <a:pt x="189474" y="105536"/>
                </a:lnTo>
                <a:lnTo>
                  <a:pt x="188933" y="98424"/>
                </a:lnTo>
                <a:lnTo>
                  <a:pt x="163449" y="98424"/>
                </a:lnTo>
                <a:lnTo>
                  <a:pt x="110744" y="98297"/>
                </a:lnTo>
                <a:lnTo>
                  <a:pt x="131953" y="68071"/>
                </a:lnTo>
                <a:lnTo>
                  <a:pt x="172609" y="68071"/>
                </a:lnTo>
                <a:lnTo>
                  <a:pt x="170564" y="66361"/>
                </a:lnTo>
                <a:lnTo>
                  <a:pt x="163131" y="62388"/>
                </a:lnTo>
                <a:lnTo>
                  <a:pt x="154840" y="59987"/>
                </a:lnTo>
                <a:lnTo>
                  <a:pt x="145669" y="59181"/>
                </a:lnTo>
                <a:close/>
              </a:path>
              <a:path w="548004" h="180339">
                <a:moveTo>
                  <a:pt x="185547" y="132587"/>
                </a:moveTo>
                <a:lnTo>
                  <a:pt x="159766" y="159765"/>
                </a:lnTo>
                <a:lnTo>
                  <a:pt x="179229" y="159765"/>
                </a:lnTo>
                <a:lnTo>
                  <a:pt x="179932" y="158861"/>
                </a:lnTo>
                <a:lnTo>
                  <a:pt x="184340" y="151320"/>
                </a:lnTo>
                <a:lnTo>
                  <a:pt x="187531" y="143363"/>
                </a:lnTo>
                <a:lnTo>
                  <a:pt x="189484" y="135000"/>
                </a:lnTo>
                <a:lnTo>
                  <a:pt x="185547" y="132587"/>
                </a:lnTo>
                <a:close/>
              </a:path>
              <a:path w="548004" h="180339">
                <a:moveTo>
                  <a:pt x="189474" y="105536"/>
                </a:moveTo>
                <a:lnTo>
                  <a:pt x="110744" y="105536"/>
                </a:lnTo>
                <a:lnTo>
                  <a:pt x="189484" y="105663"/>
                </a:lnTo>
                <a:lnTo>
                  <a:pt x="189474" y="105536"/>
                </a:lnTo>
                <a:close/>
              </a:path>
              <a:path w="548004" h="180339">
                <a:moveTo>
                  <a:pt x="172609" y="68071"/>
                </a:moveTo>
                <a:lnTo>
                  <a:pt x="143256" y="68071"/>
                </a:lnTo>
                <a:lnTo>
                  <a:pt x="147574" y="69341"/>
                </a:lnTo>
                <a:lnTo>
                  <a:pt x="155702" y="74675"/>
                </a:lnTo>
                <a:lnTo>
                  <a:pt x="163449" y="98424"/>
                </a:lnTo>
                <a:lnTo>
                  <a:pt x="188933" y="98424"/>
                </a:lnTo>
                <a:lnTo>
                  <a:pt x="188720" y="95617"/>
                </a:lnTo>
                <a:lnTo>
                  <a:pt x="186420" y="86629"/>
                </a:lnTo>
                <a:lnTo>
                  <a:pt x="182572" y="78714"/>
                </a:lnTo>
                <a:lnTo>
                  <a:pt x="177165" y="71881"/>
                </a:lnTo>
                <a:lnTo>
                  <a:pt x="172609" y="68071"/>
                </a:lnTo>
                <a:close/>
              </a:path>
              <a:path w="548004" h="180339">
                <a:moveTo>
                  <a:pt x="281057" y="66928"/>
                </a:moveTo>
                <a:lnTo>
                  <a:pt x="242570" y="66928"/>
                </a:lnTo>
                <a:lnTo>
                  <a:pt x="247777" y="67055"/>
                </a:lnTo>
                <a:lnTo>
                  <a:pt x="254635" y="67055"/>
                </a:lnTo>
                <a:lnTo>
                  <a:pt x="259969" y="69087"/>
                </a:lnTo>
                <a:lnTo>
                  <a:pt x="263525" y="73405"/>
                </a:lnTo>
                <a:lnTo>
                  <a:pt x="267081" y="77596"/>
                </a:lnTo>
                <a:lnTo>
                  <a:pt x="268986" y="85343"/>
                </a:lnTo>
                <a:lnTo>
                  <a:pt x="268859" y="101218"/>
                </a:lnTo>
                <a:lnTo>
                  <a:pt x="255238" y="106340"/>
                </a:lnTo>
                <a:lnTo>
                  <a:pt x="243712" y="111045"/>
                </a:lnTo>
                <a:lnTo>
                  <a:pt x="209296" y="135254"/>
                </a:lnTo>
                <a:lnTo>
                  <a:pt x="206756" y="139191"/>
                </a:lnTo>
                <a:lnTo>
                  <a:pt x="205486" y="144017"/>
                </a:lnTo>
                <a:lnTo>
                  <a:pt x="205486" y="158368"/>
                </a:lnTo>
                <a:lnTo>
                  <a:pt x="208025" y="165480"/>
                </a:lnTo>
                <a:lnTo>
                  <a:pt x="213224" y="170941"/>
                </a:lnTo>
                <a:lnTo>
                  <a:pt x="218186" y="176275"/>
                </a:lnTo>
                <a:lnTo>
                  <a:pt x="224663" y="178942"/>
                </a:lnTo>
                <a:lnTo>
                  <a:pt x="237617" y="178942"/>
                </a:lnTo>
                <a:lnTo>
                  <a:pt x="263182" y="164591"/>
                </a:lnTo>
                <a:lnTo>
                  <a:pt x="239395" y="164591"/>
                </a:lnTo>
                <a:lnTo>
                  <a:pt x="235331" y="162559"/>
                </a:lnTo>
                <a:lnTo>
                  <a:pt x="228219" y="154685"/>
                </a:lnTo>
                <a:lnTo>
                  <a:pt x="226441" y="149732"/>
                </a:lnTo>
                <a:lnTo>
                  <a:pt x="226441" y="139064"/>
                </a:lnTo>
                <a:lnTo>
                  <a:pt x="260338" y="112162"/>
                </a:lnTo>
                <a:lnTo>
                  <a:pt x="268859" y="108711"/>
                </a:lnTo>
                <a:lnTo>
                  <a:pt x="289433" y="108711"/>
                </a:lnTo>
                <a:lnTo>
                  <a:pt x="289433" y="87502"/>
                </a:lnTo>
                <a:lnTo>
                  <a:pt x="288671" y="80136"/>
                </a:lnTo>
                <a:lnTo>
                  <a:pt x="287147" y="76580"/>
                </a:lnTo>
                <a:lnTo>
                  <a:pt x="284861" y="71119"/>
                </a:lnTo>
                <a:lnTo>
                  <a:pt x="281305" y="67055"/>
                </a:lnTo>
                <a:lnTo>
                  <a:pt x="281057" y="66928"/>
                </a:lnTo>
                <a:close/>
              </a:path>
              <a:path w="548004" h="180339">
                <a:moveTo>
                  <a:pt x="290742" y="160273"/>
                </a:moveTo>
                <a:lnTo>
                  <a:pt x="268859" y="160273"/>
                </a:lnTo>
                <a:lnTo>
                  <a:pt x="268986" y="167004"/>
                </a:lnTo>
                <a:lnTo>
                  <a:pt x="270256" y="171830"/>
                </a:lnTo>
                <a:lnTo>
                  <a:pt x="272542" y="174624"/>
                </a:lnTo>
                <a:lnTo>
                  <a:pt x="274955" y="177418"/>
                </a:lnTo>
                <a:lnTo>
                  <a:pt x="278257" y="178815"/>
                </a:lnTo>
                <a:lnTo>
                  <a:pt x="282321" y="178815"/>
                </a:lnTo>
                <a:lnTo>
                  <a:pt x="288700" y="177669"/>
                </a:lnTo>
                <a:lnTo>
                  <a:pt x="295259" y="174212"/>
                </a:lnTo>
                <a:lnTo>
                  <a:pt x="301984" y="168421"/>
                </a:lnTo>
                <a:lnTo>
                  <a:pt x="306397" y="163194"/>
                </a:lnTo>
                <a:lnTo>
                  <a:pt x="294132" y="163194"/>
                </a:lnTo>
                <a:lnTo>
                  <a:pt x="292989" y="162813"/>
                </a:lnTo>
                <a:lnTo>
                  <a:pt x="292100" y="161924"/>
                </a:lnTo>
                <a:lnTo>
                  <a:pt x="291084" y="161162"/>
                </a:lnTo>
                <a:lnTo>
                  <a:pt x="290742" y="160273"/>
                </a:lnTo>
                <a:close/>
              </a:path>
              <a:path w="548004" h="180339">
                <a:moveTo>
                  <a:pt x="289433" y="108711"/>
                </a:moveTo>
                <a:lnTo>
                  <a:pt x="268859" y="108711"/>
                </a:lnTo>
                <a:lnTo>
                  <a:pt x="268859" y="152145"/>
                </a:lnTo>
                <a:lnTo>
                  <a:pt x="261522" y="157573"/>
                </a:lnTo>
                <a:lnTo>
                  <a:pt x="254936" y="161464"/>
                </a:lnTo>
                <a:lnTo>
                  <a:pt x="249088" y="163808"/>
                </a:lnTo>
                <a:lnTo>
                  <a:pt x="243967" y="164591"/>
                </a:lnTo>
                <a:lnTo>
                  <a:pt x="263182" y="164591"/>
                </a:lnTo>
                <a:lnTo>
                  <a:pt x="268859" y="160273"/>
                </a:lnTo>
                <a:lnTo>
                  <a:pt x="290742" y="160273"/>
                </a:lnTo>
                <a:lnTo>
                  <a:pt x="290449" y="159511"/>
                </a:lnTo>
                <a:lnTo>
                  <a:pt x="290068" y="157098"/>
                </a:lnTo>
                <a:lnTo>
                  <a:pt x="289585" y="154685"/>
                </a:lnTo>
                <a:lnTo>
                  <a:pt x="289467" y="149732"/>
                </a:lnTo>
                <a:lnTo>
                  <a:pt x="289433" y="108711"/>
                </a:lnTo>
                <a:close/>
              </a:path>
              <a:path w="548004" h="180339">
                <a:moveTo>
                  <a:pt x="308864" y="153288"/>
                </a:moveTo>
                <a:lnTo>
                  <a:pt x="303911" y="158241"/>
                </a:lnTo>
                <a:lnTo>
                  <a:pt x="300609" y="161289"/>
                </a:lnTo>
                <a:lnTo>
                  <a:pt x="298831" y="162305"/>
                </a:lnTo>
                <a:lnTo>
                  <a:pt x="297815" y="162940"/>
                </a:lnTo>
                <a:lnTo>
                  <a:pt x="296672" y="163194"/>
                </a:lnTo>
                <a:lnTo>
                  <a:pt x="306397" y="163194"/>
                </a:lnTo>
                <a:lnTo>
                  <a:pt x="308864" y="160273"/>
                </a:lnTo>
                <a:lnTo>
                  <a:pt x="308864" y="153288"/>
                </a:lnTo>
                <a:close/>
              </a:path>
              <a:path w="548004" h="180339">
                <a:moveTo>
                  <a:pt x="261620" y="59435"/>
                </a:moveTo>
                <a:lnTo>
                  <a:pt x="251587" y="59435"/>
                </a:lnTo>
                <a:lnTo>
                  <a:pt x="242230" y="59985"/>
                </a:lnTo>
                <a:lnTo>
                  <a:pt x="209931" y="80898"/>
                </a:lnTo>
                <a:lnTo>
                  <a:pt x="210008" y="91947"/>
                </a:lnTo>
                <a:lnTo>
                  <a:pt x="210820" y="94614"/>
                </a:lnTo>
                <a:lnTo>
                  <a:pt x="212964" y="96900"/>
                </a:lnTo>
                <a:lnTo>
                  <a:pt x="214757" y="98932"/>
                </a:lnTo>
                <a:lnTo>
                  <a:pt x="217297" y="100075"/>
                </a:lnTo>
                <a:lnTo>
                  <a:pt x="223520" y="100075"/>
                </a:lnTo>
                <a:lnTo>
                  <a:pt x="226060" y="99059"/>
                </a:lnTo>
                <a:lnTo>
                  <a:pt x="228203" y="96646"/>
                </a:lnTo>
                <a:lnTo>
                  <a:pt x="229870" y="94868"/>
                </a:lnTo>
                <a:lnTo>
                  <a:pt x="230886" y="91947"/>
                </a:lnTo>
                <a:lnTo>
                  <a:pt x="230787" y="85343"/>
                </a:lnTo>
                <a:lnTo>
                  <a:pt x="230632" y="80898"/>
                </a:lnTo>
                <a:lnTo>
                  <a:pt x="230632" y="77215"/>
                </a:lnTo>
                <a:lnTo>
                  <a:pt x="232283" y="74040"/>
                </a:lnTo>
                <a:lnTo>
                  <a:pt x="235331" y="71246"/>
                </a:lnTo>
                <a:lnTo>
                  <a:pt x="238506" y="68452"/>
                </a:lnTo>
                <a:lnTo>
                  <a:pt x="242570" y="66928"/>
                </a:lnTo>
                <a:lnTo>
                  <a:pt x="281057" y="66928"/>
                </a:lnTo>
                <a:lnTo>
                  <a:pt x="276352" y="64515"/>
                </a:lnTo>
                <a:lnTo>
                  <a:pt x="270002" y="61086"/>
                </a:lnTo>
                <a:lnTo>
                  <a:pt x="261620" y="59435"/>
                </a:lnTo>
                <a:close/>
              </a:path>
              <a:path w="548004" h="180339">
                <a:moveTo>
                  <a:pt x="372237" y="59435"/>
                </a:moveTo>
                <a:lnTo>
                  <a:pt x="333883" y="76199"/>
                </a:lnTo>
                <a:lnTo>
                  <a:pt x="317881" y="119887"/>
                </a:lnTo>
                <a:lnTo>
                  <a:pt x="318785" y="133004"/>
                </a:lnTo>
                <a:lnTo>
                  <a:pt x="339834" y="170997"/>
                </a:lnTo>
                <a:lnTo>
                  <a:pt x="366141" y="180212"/>
                </a:lnTo>
                <a:lnTo>
                  <a:pt x="374070" y="179450"/>
                </a:lnTo>
                <a:lnTo>
                  <a:pt x="402362" y="160781"/>
                </a:lnTo>
                <a:lnTo>
                  <a:pt x="375031" y="160781"/>
                </a:lnTo>
                <a:lnTo>
                  <a:pt x="366984" y="159805"/>
                </a:lnTo>
                <a:lnTo>
                  <a:pt x="340566" y="128381"/>
                </a:lnTo>
                <a:lnTo>
                  <a:pt x="338074" y="109219"/>
                </a:lnTo>
                <a:lnTo>
                  <a:pt x="338712" y="99696"/>
                </a:lnTo>
                <a:lnTo>
                  <a:pt x="359918" y="67817"/>
                </a:lnTo>
                <a:lnTo>
                  <a:pt x="398979" y="67817"/>
                </a:lnTo>
                <a:lnTo>
                  <a:pt x="394114" y="64543"/>
                </a:lnTo>
                <a:lnTo>
                  <a:pt x="387556" y="61753"/>
                </a:lnTo>
                <a:lnTo>
                  <a:pt x="380259" y="60059"/>
                </a:lnTo>
                <a:lnTo>
                  <a:pt x="372237" y="59435"/>
                </a:lnTo>
                <a:close/>
              </a:path>
              <a:path w="548004" h="180339">
                <a:moveTo>
                  <a:pt x="410210" y="131698"/>
                </a:moveTo>
                <a:lnTo>
                  <a:pt x="383159" y="160781"/>
                </a:lnTo>
                <a:lnTo>
                  <a:pt x="402362" y="160781"/>
                </a:lnTo>
                <a:lnTo>
                  <a:pt x="407066" y="153368"/>
                </a:lnTo>
                <a:lnTo>
                  <a:pt x="411039" y="144071"/>
                </a:lnTo>
                <a:lnTo>
                  <a:pt x="413893" y="133476"/>
                </a:lnTo>
                <a:lnTo>
                  <a:pt x="410210" y="131698"/>
                </a:lnTo>
                <a:close/>
              </a:path>
              <a:path w="548004" h="180339">
                <a:moveTo>
                  <a:pt x="398979" y="67817"/>
                </a:moveTo>
                <a:lnTo>
                  <a:pt x="373253" y="67817"/>
                </a:lnTo>
                <a:lnTo>
                  <a:pt x="377317" y="69087"/>
                </a:lnTo>
                <a:lnTo>
                  <a:pt x="380238" y="71500"/>
                </a:lnTo>
                <a:lnTo>
                  <a:pt x="383159" y="74167"/>
                </a:lnTo>
                <a:lnTo>
                  <a:pt x="384810" y="77850"/>
                </a:lnTo>
                <a:lnTo>
                  <a:pt x="385191" y="82803"/>
                </a:lnTo>
                <a:lnTo>
                  <a:pt x="385699" y="87629"/>
                </a:lnTo>
                <a:lnTo>
                  <a:pt x="386588" y="90931"/>
                </a:lnTo>
                <a:lnTo>
                  <a:pt x="387985" y="92709"/>
                </a:lnTo>
                <a:lnTo>
                  <a:pt x="390525" y="95884"/>
                </a:lnTo>
                <a:lnTo>
                  <a:pt x="394208" y="97408"/>
                </a:lnTo>
                <a:lnTo>
                  <a:pt x="402717" y="97408"/>
                </a:lnTo>
                <a:lnTo>
                  <a:pt x="405638" y="96392"/>
                </a:lnTo>
                <a:lnTo>
                  <a:pt x="409702" y="92582"/>
                </a:lnTo>
                <a:lnTo>
                  <a:pt x="410718" y="90042"/>
                </a:lnTo>
                <a:lnTo>
                  <a:pt x="410718" y="80517"/>
                </a:lnTo>
                <a:lnTo>
                  <a:pt x="407035" y="74294"/>
                </a:lnTo>
                <a:lnTo>
                  <a:pt x="399923" y="68452"/>
                </a:lnTo>
                <a:lnTo>
                  <a:pt x="398979" y="67817"/>
                </a:lnTo>
                <a:close/>
              </a:path>
              <a:path w="548004" h="180339">
                <a:moveTo>
                  <a:pt x="463423" y="16255"/>
                </a:moveTo>
                <a:lnTo>
                  <a:pt x="435991" y="16255"/>
                </a:lnTo>
                <a:lnTo>
                  <a:pt x="437769" y="16890"/>
                </a:lnTo>
                <a:lnTo>
                  <a:pt x="440309" y="18922"/>
                </a:lnTo>
                <a:lnTo>
                  <a:pt x="441325" y="20954"/>
                </a:lnTo>
                <a:lnTo>
                  <a:pt x="441833" y="24002"/>
                </a:lnTo>
                <a:lnTo>
                  <a:pt x="442468" y="26923"/>
                </a:lnTo>
                <a:lnTo>
                  <a:pt x="442849" y="34924"/>
                </a:lnTo>
                <a:lnTo>
                  <a:pt x="442776" y="110743"/>
                </a:lnTo>
                <a:lnTo>
                  <a:pt x="442653" y="158749"/>
                </a:lnTo>
                <a:lnTo>
                  <a:pt x="442214" y="162813"/>
                </a:lnTo>
                <a:lnTo>
                  <a:pt x="441198" y="165226"/>
                </a:lnTo>
                <a:lnTo>
                  <a:pt x="440309" y="167512"/>
                </a:lnTo>
                <a:lnTo>
                  <a:pt x="438912" y="169036"/>
                </a:lnTo>
                <a:lnTo>
                  <a:pt x="437261" y="169925"/>
                </a:lnTo>
                <a:lnTo>
                  <a:pt x="434340" y="171449"/>
                </a:lnTo>
                <a:lnTo>
                  <a:pt x="430403" y="172211"/>
                </a:lnTo>
                <a:lnTo>
                  <a:pt x="425323" y="172211"/>
                </a:lnTo>
                <a:lnTo>
                  <a:pt x="425323" y="176656"/>
                </a:lnTo>
                <a:lnTo>
                  <a:pt x="481711" y="176783"/>
                </a:lnTo>
                <a:lnTo>
                  <a:pt x="481711" y="172338"/>
                </a:lnTo>
                <a:lnTo>
                  <a:pt x="475996" y="172211"/>
                </a:lnTo>
                <a:lnTo>
                  <a:pt x="471932" y="171576"/>
                </a:lnTo>
                <a:lnTo>
                  <a:pt x="467106" y="169036"/>
                </a:lnTo>
                <a:lnTo>
                  <a:pt x="465582" y="167512"/>
                </a:lnTo>
                <a:lnTo>
                  <a:pt x="463804" y="163702"/>
                </a:lnTo>
                <a:lnTo>
                  <a:pt x="463423" y="158749"/>
                </a:lnTo>
                <a:lnTo>
                  <a:pt x="463423" y="90931"/>
                </a:lnTo>
                <a:lnTo>
                  <a:pt x="469519" y="84327"/>
                </a:lnTo>
                <a:lnTo>
                  <a:pt x="470774" y="83311"/>
                </a:lnTo>
                <a:lnTo>
                  <a:pt x="463423" y="83311"/>
                </a:lnTo>
                <a:lnTo>
                  <a:pt x="463423" y="16255"/>
                </a:lnTo>
                <a:close/>
              </a:path>
              <a:path w="548004" h="180339">
                <a:moveTo>
                  <a:pt x="547624" y="172338"/>
                </a:moveTo>
                <a:lnTo>
                  <a:pt x="491744" y="172338"/>
                </a:lnTo>
                <a:lnTo>
                  <a:pt x="491744" y="176783"/>
                </a:lnTo>
                <a:lnTo>
                  <a:pt x="547624" y="176783"/>
                </a:lnTo>
                <a:lnTo>
                  <a:pt x="547624" y="172338"/>
                </a:lnTo>
                <a:close/>
              </a:path>
              <a:path w="548004" h="180339">
                <a:moveTo>
                  <a:pt x="526313" y="74548"/>
                </a:moveTo>
                <a:lnTo>
                  <a:pt x="495808" y="74548"/>
                </a:lnTo>
                <a:lnTo>
                  <a:pt x="499237" y="75564"/>
                </a:lnTo>
                <a:lnTo>
                  <a:pt x="502031" y="77596"/>
                </a:lnTo>
                <a:lnTo>
                  <a:pt x="504825" y="79501"/>
                </a:lnTo>
                <a:lnTo>
                  <a:pt x="506984" y="82422"/>
                </a:lnTo>
                <a:lnTo>
                  <a:pt x="508297" y="86490"/>
                </a:lnTo>
                <a:lnTo>
                  <a:pt x="509524" y="90169"/>
                </a:lnTo>
                <a:lnTo>
                  <a:pt x="510159" y="98297"/>
                </a:lnTo>
                <a:lnTo>
                  <a:pt x="510032" y="157479"/>
                </a:lnTo>
                <a:lnTo>
                  <a:pt x="509905" y="161416"/>
                </a:lnTo>
                <a:lnTo>
                  <a:pt x="499618" y="172338"/>
                </a:lnTo>
                <a:lnTo>
                  <a:pt x="542290" y="172338"/>
                </a:lnTo>
                <a:lnTo>
                  <a:pt x="538607" y="171703"/>
                </a:lnTo>
                <a:lnTo>
                  <a:pt x="536702" y="170560"/>
                </a:lnTo>
                <a:lnTo>
                  <a:pt x="534670" y="169417"/>
                </a:lnTo>
                <a:lnTo>
                  <a:pt x="533273" y="167893"/>
                </a:lnTo>
                <a:lnTo>
                  <a:pt x="532511" y="165861"/>
                </a:lnTo>
                <a:lnTo>
                  <a:pt x="531241" y="163194"/>
                </a:lnTo>
                <a:lnTo>
                  <a:pt x="530785" y="158749"/>
                </a:lnTo>
                <a:lnTo>
                  <a:pt x="530733" y="110743"/>
                </a:lnTo>
                <a:lnTo>
                  <a:pt x="530590" y="101056"/>
                </a:lnTo>
                <a:lnTo>
                  <a:pt x="530161" y="92963"/>
                </a:lnTo>
                <a:lnTo>
                  <a:pt x="529420" y="86359"/>
                </a:lnTo>
                <a:lnTo>
                  <a:pt x="528447" y="81660"/>
                </a:lnTo>
                <a:lnTo>
                  <a:pt x="526313" y="74548"/>
                </a:lnTo>
                <a:close/>
              </a:path>
              <a:path w="548004" h="180339">
                <a:moveTo>
                  <a:pt x="507873" y="59562"/>
                </a:moveTo>
                <a:lnTo>
                  <a:pt x="496062" y="59562"/>
                </a:lnTo>
                <a:lnTo>
                  <a:pt x="490728" y="60959"/>
                </a:lnTo>
                <a:lnTo>
                  <a:pt x="463423" y="83311"/>
                </a:lnTo>
                <a:lnTo>
                  <a:pt x="470774" y="83311"/>
                </a:lnTo>
                <a:lnTo>
                  <a:pt x="474853" y="80009"/>
                </a:lnTo>
                <a:lnTo>
                  <a:pt x="479171" y="77850"/>
                </a:lnTo>
                <a:lnTo>
                  <a:pt x="483616" y="75691"/>
                </a:lnTo>
                <a:lnTo>
                  <a:pt x="487807" y="74548"/>
                </a:lnTo>
                <a:lnTo>
                  <a:pt x="526313" y="74548"/>
                </a:lnTo>
                <a:lnTo>
                  <a:pt x="526161" y="74040"/>
                </a:lnTo>
                <a:lnTo>
                  <a:pt x="522732" y="68452"/>
                </a:lnTo>
                <a:lnTo>
                  <a:pt x="518160" y="64896"/>
                </a:lnTo>
                <a:lnTo>
                  <a:pt x="513461" y="61340"/>
                </a:lnTo>
                <a:lnTo>
                  <a:pt x="507873" y="59562"/>
                </a:lnTo>
                <a:close/>
              </a:path>
              <a:path w="548004" h="180339">
                <a:moveTo>
                  <a:pt x="463423" y="0"/>
                </a:moveTo>
                <a:lnTo>
                  <a:pt x="457708" y="0"/>
                </a:lnTo>
                <a:lnTo>
                  <a:pt x="423672" y="13969"/>
                </a:lnTo>
                <a:lnTo>
                  <a:pt x="425450" y="18287"/>
                </a:lnTo>
                <a:lnTo>
                  <a:pt x="429387" y="16890"/>
                </a:lnTo>
                <a:lnTo>
                  <a:pt x="432181" y="16255"/>
                </a:lnTo>
                <a:lnTo>
                  <a:pt x="463423" y="16255"/>
                </a:lnTo>
                <a:lnTo>
                  <a:pt x="463423" y="0"/>
                </a:lnTo>
                <a:close/>
              </a:path>
            </a:pathLst>
          </a:custGeom>
          <a:solidFill>
            <a:srgbClr val="000000"/>
          </a:solidFill>
        </p:spPr>
        <p:txBody>
          <a:bodyPr wrap="square" lIns="0" tIns="0" rIns="0" bIns="0" rtlCol="0"/>
          <a:lstStyle/>
          <a:p>
            <a:endParaRPr/>
          </a:p>
        </p:txBody>
      </p:sp>
      <p:sp>
        <p:nvSpPr>
          <p:cNvPr id="78" name="object 78"/>
          <p:cNvSpPr/>
          <p:nvPr/>
        </p:nvSpPr>
        <p:spPr>
          <a:xfrm>
            <a:off x="7822310" y="4416425"/>
            <a:ext cx="300355" cy="180340"/>
          </a:xfrm>
          <a:custGeom>
            <a:avLst/>
            <a:gdLst/>
            <a:ahLst/>
            <a:cxnLst/>
            <a:rect l="l" t="t" r="r" b="b"/>
            <a:pathLst>
              <a:path w="300354" h="180339">
                <a:moveTo>
                  <a:pt x="38481" y="71500"/>
                </a:moveTo>
                <a:lnTo>
                  <a:pt x="18034" y="71500"/>
                </a:lnTo>
                <a:lnTo>
                  <a:pt x="17907" y="156210"/>
                </a:lnTo>
                <a:lnTo>
                  <a:pt x="18796" y="162306"/>
                </a:lnTo>
                <a:lnTo>
                  <a:pt x="20574" y="166243"/>
                </a:lnTo>
                <a:lnTo>
                  <a:pt x="22225" y="170180"/>
                </a:lnTo>
                <a:lnTo>
                  <a:pt x="25019" y="173227"/>
                </a:lnTo>
                <a:lnTo>
                  <a:pt x="28575" y="175260"/>
                </a:lnTo>
                <a:lnTo>
                  <a:pt x="32258" y="177419"/>
                </a:lnTo>
                <a:lnTo>
                  <a:pt x="35941" y="178435"/>
                </a:lnTo>
                <a:lnTo>
                  <a:pt x="45466" y="178435"/>
                </a:lnTo>
                <a:lnTo>
                  <a:pt x="50927" y="176402"/>
                </a:lnTo>
                <a:lnTo>
                  <a:pt x="56134" y="172338"/>
                </a:lnTo>
                <a:lnTo>
                  <a:pt x="61468" y="168275"/>
                </a:lnTo>
                <a:lnTo>
                  <a:pt x="64349" y="164083"/>
                </a:lnTo>
                <a:lnTo>
                  <a:pt x="46482" y="164083"/>
                </a:lnTo>
                <a:lnTo>
                  <a:pt x="43688" y="162813"/>
                </a:lnTo>
                <a:lnTo>
                  <a:pt x="39497" y="157606"/>
                </a:lnTo>
                <a:lnTo>
                  <a:pt x="38481" y="152654"/>
                </a:lnTo>
                <a:lnTo>
                  <a:pt x="38481" y="71500"/>
                </a:lnTo>
                <a:close/>
              </a:path>
              <a:path w="300354" h="180339">
                <a:moveTo>
                  <a:pt x="68453" y="154050"/>
                </a:moveTo>
                <a:lnTo>
                  <a:pt x="63627" y="154050"/>
                </a:lnTo>
                <a:lnTo>
                  <a:pt x="62230" y="157352"/>
                </a:lnTo>
                <a:lnTo>
                  <a:pt x="60325" y="159893"/>
                </a:lnTo>
                <a:lnTo>
                  <a:pt x="57658" y="161544"/>
                </a:lnTo>
                <a:lnTo>
                  <a:pt x="55118" y="163194"/>
                </a:lnTo>
                <a:lnTo>
                  <a:pt x="52450" y="164083"/>
                </a:lnTo>
                <a:lnTo>
                  <a:pt x="64349" y="164083"/>
                </a:lnTo>
                <a:lnTo>
                  <a:pt x="65659" y="162179"/>
                </a:lnTo>
                <a:lnTo>
                  <a:pt x="68453" y="154050"/>
                </a:lnTo>
                <a:close/>
              </a:path>
              <a:path w="300354" h="180339">
                <a:moveTo>
                  <a:pt x="38481" y="25400"/>
                </a:moveTo>
                <a:lnTo>
                  <a:pt x="34671" y="25400"/>
                </a:lnTo>
                <a:lnTo>
                  <a:pt x="31242" y="33781"/>
                </a:lnTo>
                <a:lnTo>
                  <a:pt x="28575" y="39497"/>
                </a:lnTo>
                <a:lnTo>
                  <a:pt x="0" y="67310"/>
                </a:lnTo>
                <a:lnTo>
                  <a:pt x="0" y="71500"/>
                </a:lnTo>
                <a:lnTo>
                  <a:pt x="65024" y="71500"/>
                </a:lnTo>
                <a:lnTo>
                  <a:pt x="65150" y="62864"/>
                </a:lnTo>
                <a:lnTo>
                  <a:pt x="38481" y="62737"/>
                </a:lnTo>
                <a:lnTo>
                  <a:pt x="38481" y="25400"/>
                </a:lnTo>
                <a:close/>
              </a:path>
              <a:path w="300354" h="180339">
                <a:moveTo>
                  <a:pt x="127254" y="172212"/>
                </a:moveTo>
                <a:lnTo>
                  <a:pt x="70866" y="172212"/>
                </a:lnTo>
                <a:lnTo>
                  <a:pt x="70866" y="176656"/>
                </a:lnTo>
                <a:lnTo>
                  <a:pt x="127254" y="176656"/>
                </a:lnTo>
                <a:lnTo>
                  <a:pt x="127254" y="172212"/>
                </a:lnTo>
                <a:close/>
              </a:path>
              <a:path w="300354" h="180339">
                <a:moveTo>
                  <a:pt x="193167" y="172212"/>
                </a:moveTo>
                <a:lnTo>
                  <a:pt x="137287" y="172212"/>
                </a:lnTo>
                <a:lnTo>
                  <a:pt x="137287" y="176656"/>
                </a:lnTo>
                <a:lnTo>
                  <a:pt x="193167" y="176656"/>
                </a:lnTo>
                <a:lnTo>
                  <a:pt x="193167" y="172212"/>
                </a:lnTo>
                <a:close/>
              </a:path>
              <a:path w="300354" h="180339">
                <a:moveTo>
                  <a:pt x="108966" y="16256"/>
                </a:moveTo>
                <a:lnTo>
                  <a:pt x="81534" y="16256"/>
                </a:lnTo>
                <a:lnTo>
                  <a:pt x="83312" y="16763"/>
                </a:lnTo>
                <a:lnTo>
                  <a:pt x="84582" y="17780"/>
                </a:lnTo>
                <a:lnTo>
                  <a:pt x="85852" y="18923"/>
                </a:lnTo>
                <a:lnTo>
                  <a:pt x="86868" y="20955"/>
                </a:lnTo>
                <a:lnTo>
                  <a:pt x="87375" y="23875"/>
                </a:lnTo>
                <a:lnTo>
                  <a:pt x="88011" y="26924"/>
                </a:lnTo>
                <a:lnTo>
                  <a:pt x="88392" y="34925"/>
                </a:lnTo>
                <a:lnTo>
                  <a:pt x="88319" y="110743"/>
                </a:lnTo>
                <a:lnTo>
                  <a:pt x="88196" y="158750"/>
                </a:lnTo>
                <a:lnTo>
                  <a:pt x="87770" y="162687"/>
                </a:lnTo>
                <a:lnTo>
                  <a:pt x="87644" y="163068"/>
                </a:lnTo>
                <a:lnTo>
                  <a:pt x="86741" y="165100"/>
                </a:lnTo>
                <a:lnTo>
                  <a:pt x="85852" y="167386"/>
                </a:lnTo>
                <a:lnTo>
                  <a:pt x="84455" y="169037"/>
                </a:lnTo>
                <a:lnTo>
                  <a:pt x="82804" y="169799"/>
                </a:lnTo>
                <a:lnTo>
                  <a:pt x="79883" y="171323"/>
                </a:lnTo>
                <a:lnTo>
                  <a:pt x="75946" y="172212"/>
                </a:lnTo>
                <a:lnTo>
                  <a:pt x="121539" y="172212"/>
                </a:lnTo>
                <a:lnTo>
                  <a:pt x="117475" y="171576"/>
                </a:lnTo>
                <a:lnTo>
                  <a:pt x="112649" y="169037"/>
                </a:lnTo>
                <a:lnTo>
                  <a:pt x="111125" y="167386"/>
                </a:lnTo>
                <a:lnTo>
                  <a:pt x="109347" y="163575"/>
                </a:lnTo>
                <a:lnTo>
                  <a:pt x="108966" y="158750"/>
                </a:lnTo>
                <a:lnTo>
                  <a:pt x="108966" y="90805"/>
                </a:lnTo>
                <a:lnTo>
                  <a:pt x="115062" y="84200"/>
                </a:lnTo>
                <a:lnTo>
                  <a:pt x="116317" y="83185"/>
                </a:lnTo>
                <a:lnTo>
                  <a:pt x="108966" y="83185"/>
                </a:lnTo>
                <a:lnTo>
                  <a:pt x="108966" y="16256"/>
                </a:lnTo>
                <a:close/>
              </a:path>
              <a:path w="300354" h="180339">
                <a:moveTo>
                  <a:pt x="171856" y="74549"/>
                </a:moveTo>
                <a:lnTo>
                  <a:pt x="141350" y="74549"/>
                </a:lnTo>
                <a:lnTo>
                  <a:pt x="144780" y="75564"/>
                </a:lnTo>
                <a:lnTo>
                  <a:pt x="150368" y="79375"/>
                </a:lnTo>
                <a:lnTo>
                  <a:pt x="152527" y="82295"/>
                </a:lnTo>
                <a:lnTo>
                  <a:pt x="155067" y="90169"/>
                </a:lnTo>
                <a:lnTo>
                  <a:pt x="155702" y="98298"/>
                </a:lnTo>
                <a:lnTo>
                  <a:pt x="155702" y="151002"/>
                </a:lnTo>
                <a:lnTo>
                  <a:pt x="150875" y="169799"/>
                </a:lnTo>
                <a:lnTo>
                  <a:pt x="148844" y="171450"/>
                </a:lnTo>
                <a:lnTo>
                  <a:pt x="145161" y="172212"/>
                </a:lnTo>
                <a:lnTo>
                  <a:pt x="187833" y="172212"/>
                </a:lnTo>
                <a:lnTo>
                  <a:pt x="184150" y="171704"/>
                </a:lnTo>
                <a:lnTo>
                  <a:pt x="182245" y="170433"/>
                </a:lnTo>
                <a:lnTo>
                  <a:pt x="180213" y="169291"/>
                </a:lnTo>
                <a:lnTo>
                  <a:pt x="178816" y="167767"/>
                </a:lnTo>
                <a:lnTo>
                  <a:pt x="178054" y="165735"/>
                </a:lnTo>
                <a:lnTo>
                  <a:pt x="176784" y="163068"/>
                </a:lnTo>
                <a:lnTo>
                  <a:pt x="176329" y="158750"/>
                </a:lnTo>
                <a:lnTo>
                  <a:pt x="176275" y="110743"/>
                </a:lnTo>
                <a:lnTo>
                  <a:pt x="176133" y="101002"/>
                </a:lnTo>
                <a:lnTo>
                  <a:pt x="175704" y="92916"/>
                </a:lnTo>
                <a:lnTo>
                  <a:pt x="174990" y="86473"/>
                </a:lnTo>
                <a:lnTo>
                  <a:pt x="173990" y="81661"/>
                </a:lnTo>
                <a:lnTo>
                  <a:pt x="171856" y="74549"/>
                </a:lnTo>
                <a:close/>
              </a:path>
              <a:path w="300354" h="180339">
                <a:moveTo>
                  <a:pt x="141605" y="59436"/>
                </a:moveTo>
                <a:lnTo>
                  <a:pt x="108966" y="83185"/>
                </a:lnTo>
                <a:lnTo>
                  <a:pt x="116317" y="83185"/>
                </a:lnTo>
                <a:lnTo>
                  <a:pt x="120396" y="79882"/>
                </a:lnTo>
                <a:lnTo>
                  <a:pt x="124714" y="77724"/>
                </a:lnTo>
                <a:lnTo>
                  <a:pt x="129159" y="75564"/>
                </a:lnTo>
                <a:lnTo>
                  <a:pt x="133350" y="74549"/>
                </a:lnTo>
                <a:lnTo>
                  <a:pt x="171856" y="74549"/>
                </a:lnTo>
                <a:lnTo>
                  <a:pt x="171704" y="74041"/>
                </a:lnTo>
                <a:lnTo>
                  <a:pt x="168275" y="68452"/>
                </a:lnTo>
                <a:lnTo>
                  <a:pt x="163703" y="64897"/>
                </a:lnTo>
                <a:lnTo>
                  <a:pt x="159004" y="61341"/>
                </a:lnTo>
                <a:lnTo>
                  <a:pt x="153416" y="59562"/>
                </a:lnTo>
                <a:lnTo>
                  <a:pt x="146939" y="59562"/>
                </a:lnTo>
                <a:lnTo>
                  <a:pt x="141605" y="59436"/>
                </a:lnTo>
                <a:close/>
              </a:path>
              <a:path w="300354" h="180339">
                <a:moveTo>
                  <a:pt x="108966" y="0"/>
                </a:moveTo>
                <a:lnTo>
                  <a:pt x="103250" y="0"/>
                </a:lnTo>
                <a:lnTo>
                  <a:pt x="69215" y="13843"/>
                </a:lnTo>
                <a:lnTo>
                  <a:pt x="70993" y="18161"/>
                </a:lnTo>
                <a:lnTo>
                  <a:pt x="74930" y="16891"/>
                </a:lnTo>
                <a:lnTo>
                  <a:pt x="77724" y="16256"/>
                </a:lnTo>
                <a:lnTo>
                  <a:pt x="108966" y="16256"/>
                </a:lnTo>
                <a:lnTo>
                  <a:pt x="108966" y="0"/>
                </a:lnTo>
                <a:close/>
              </a:path>
              <a:path w="300354" h="180339">
                <a:moveTo>
                  <a:pt x="256032" y="59436"/>
                </a:moveTo>
                <a:lnTo>
                  <a:pt x="218440" y="75818"/>
                </a:lnTo>
                <a:lnTo>
                  <a:pt x="203454" y="121285"/>
                </a:lnTo>
                <a:lnTo>
                  <a:pt x="204360" y="134100"/>
                </a:lnTo>
                <a:lnTo>
                  <a:pt x="225750" y="171211"/>
                </a:lnTo>
                <a:lnTo>
                  <a:pt x="253111" y="180212"/>
                </a:lnTo>
                <a:lnTo>
                  <a:pt x="262211" y="179351"/>
                </a:lnTo>
                <a:lnTo>
                  <a:pt x="270478" y="176752"/>
                </a:lnTo>
                <a:lnTo>
                  <a:pt x="277935" y="172390"/>
                </a:lnTo>
                <a:lnTo>
                  <a:pt x="284607" y="166243"/>
                </a:lnTo>
                <a:lnTo>
                  <a:pt x="289542" y="160019"/>
                </a:lnTo>
                <a:lnTo>
                  <a:pt x="262636" y="160019"/>
                </a:lnTo>
                <a:lnTo>
                  <a:pt x="254468" y="159097"/>
                </a:lnTo>
                <a:lnTo>
                  <a:pt x="224170" y="128381"/>
                </a:lnTo>
                <a:lnTo>
                  <a:pt x="221107" y="105791"/>
                </a:lnTo>
                <a:lnTo>
                  <a:pt x="299847" y="105791"/>
                </a:lnTo>
                <a:lnTo>
                  <a:pt x="299295" y="98551"/>
                </a:lnTo>
                <a:lnTo>
                  <a:pt x="221107" y="98551"/>
                </a:lnTo>
                <a:lnTo>
                  <a:pt x="222123" y="89026"/>
                </a:lnTo>
                <a:lnTo>
                  <a:pt x="225298" y="81661"/>
                </a:lnTo>
                <a:lnTo>
                  <a:pt x="236093" y="70866"/>
                </a:lnTo>
                <a:lnTo>
                  <a:pt x="242316" y="68199"/>
                </a:lnTo>
                <a:lnTo>
                  <a:pt x="282866" y="68199"/>
                </a:lnTo>
                <a:lnTo>
                  <a:pt x="280927" y="66561"/>
                </a:lnTo>
                <a:lnTo>
                  <a:pt x="273494" y="62595"/>
                </a:lnTo>
                <a:lnTo>
                  <a:pt x="265203" y="60223"/>
                </a:lnTo>
                <a:lnTo>
                  <a:pt x="256032" y="59436"/>
                </a:lnTo>
                <a:close/>
              </a:path>
              <a:path w="300354" h="180339">
                <a:moveTo>
                  <a:pt x="295910" y="132842"/>
                </a:moveTo>
                <a:lnTo>
                  <a:pt x="292227" y="142748"/>
                </a:lnTo>
                <a:lnTo>
                  <a:pt x="287528" y="149732"/>
                </a:lnTo>
                <a:lnTo>
                  <a:pt x="282067" y="153797"/>
                </a:lnTo>
                <a:lnTo>
                  <a:pt x="276606" y="157987"/>
                </a:lnTo>
                <a:lnTo>
                  <a:pt x="270129" y="160019"/>
                </a:lnTo>
                <a:lnTo>
                  <a:pt x="289542" y="160019"/>
                </a:lnTo>
                <a:lnTo>
                  <a:pt x="290274" y="159097"/>
                </a:lnTo>
                <a:lnTo>
                  <a:pt x="294703" y="151558"/>
                </a:lnTo>
                <a:lnTo>
                  <a:pt x="297894" y="143615"/>
                </a:lnTo>
                <a:lnTo>
                  <a:pt x="299847" y="135255"/>
                </a:lnTo>
                <a:lnTo>
                  <a:pt x="295910" y="132842"/>
                </a:lnTo>
                <a:close/>
              </a:path>
              <a:path w="300354" h="180339">
                <a:moveTo>
                  <a:pt x="282866" y="68199"/>
                </a:moveTo>
                <a:lnTo>
                  <a:pt x="242316" y="68199"/>
                </a:lnTo>
                <a:lnTo>
                  <a:pt x="249174" y="68325"/>
                </a:lnTo>
                <a:lnTo>
                  <a:pt x="253619" y="68325"/>
                </a:lnTo>
                <a:lnTo>
                  <a:pt x="257937" y="69595"/>
                </a:lnTo>
                <a:lnTo>
                  <a:pt x="273812" y="98551"/>
                </a:lnTo>
                <a:lnTo>
                  <a:pt x="299295" y="98551"/>
                </a:lnTo>
                <a:lnTo>
                  <a:pt x="299083" y="95763"/>
                </a:lnTo>
                <a:lnTo>
                  <a:pt x="296783" y="86820"/>
                </a:lnTo>
                <a:lnTo>
                  <a:pt x="292935" y="78948"/>
                </a:lnTo>
                <a:lnTo>
                  <a:pt x="287528" y="72136"/>
                </a:lnTo>
                <a:lnTo>
                  <a:pt x="282866" y="68199"/>
                </a:lnTo>
                <a:close/>
              </a:path>
            </a:pathLst>
          </a:custGeom>
          <a:solidFill>
            <a:srgbClr val="000000"/>
          </a:solidFill>
        </p:spPr>
        <p:txBody>
          <a:bodyPr wrap="square" lIns="0" tIns="0" rIns="0" bIns="0" rtlCol="0"/>
          <a:lstStyle/>
          <a:p>
            <a:endParaRPr/>
          </a:p>
        </p:txBody>
      </p:sp>
      <p:sp>
        <p:nvSpPr>
          <p:cNvPr id="79" name="object 79"/>
          <p:cNvSpPr/>
          <p:nvPr/>
        </p:nvSpPr>
        <p:spPr>
          <a:xfrm>
            <a:off x="8219313" y="4416805"/>
            <a:ext cx="358140" cy="180340"/>
          </a:xfrm>
          <a:custGeom>
            <a:avLst/>
            <a:gdLst/>
            <a:ahLst/>
            <a:cxnLst/>
            <a:rect l="l" t="t" r="r" b="b"/>
            <a:pathLst>
              <a:path w="358140" h="180339">
                <a:moveTo>
                  <a:pt x="52577" y="59182"/>
                </a:moveTo>
                <a:lnTo>
                  <a:pt x="14985" y="75565"/>
                </a:lnTo>
                <a:lnTo>
                  <a:pt x="0" y="121031"/>
                </a:lnTo>
                <a:lnTo>
                  <a:pt x="906" y="133846"/>
                </a:lnTo>
                <a:lnTo>
                  <a:pt x="22296" y="170957"/>
                </a:lnTo>
                <a:lnTo>
                  <a:pt x="49656" y="179959"/>
                </a:lnTo>
                <a:lnTo>
                  <a:pt x="58757" y="179097"/>
                </a:lnTo>
                <a:lnTo>
                  <a:pt x="67024" y="176498"/>
                </a:lnTo>
                <a:lnTo>
                  <a:pt x="74481" y="172136"/>
                </a:lnTo>
                <a:lnTo>
                  <a:pt x="81152" y="165989"/>
                </a:lnTo>
                <a:lnTo>
                  <a:pt x="86088" y="159766"/>
                </a:lnTo>
                <a:lnTo>
                  <a:pt x="59181" y="159766"/>
                </a:lnTo>
                <a:lnTo>
                  <a:pt x="51014" y="158843"/>
                </a:lnTo>
                <a:lnTo>
                  <a:pt x="20716" y="128127"/>
                </a:lnTo>
                <a:lnTo>
                  <a:pt x="17652" y="105537"/>
                </a:lnTo>
                <a:lnTo>
                  <a:pt x="96392" y="105537"/>
                </a:lnTo>
                <a:lnTo>
                  <a:pt x="95841" y="98298"/>
                </a:lnTo>
                <a:lnTo>
                  <a:pt x="17652" y="98298"/>
                </a:lnTo>
                <a:lnTo>
                  <a:pt x="18668" y="88773"/>
                </a:lnTo>
                <a:lnTo>
                  <a:pt x="21843" y="81407"/>
                </a:lnTo>
                <a:lnTo>
                  <a:pt x="32638" y="70612"/>
                </a:lnTo>
                <a:lnTo>
                  <a:pt x="38861" y="67945"/>
                </a:lnTo>
                <a:lnTo>
                  <a:pt x="79412" y="67945"/>
                </a:lnTo>
                <a:lnTo>
                  <a:pt x="77473" y="66307"/>
                </a:lnTo>
                <a:lnTo>
                  <a:pt x="70040" y="62341"/>
                </a:lnTo>
                <a:lnTo>
                  <a:pt x="61749" y="59969"/>
                </a:lnTo>
                <a:lnTo>
                  <a:pt x="52577" y="59182"/>
                </a:lnTo>
                <a:close/>
              </a:path>
              <a:path w="358140" h="180339">
                <a:moveTo>
                  <a:pt x="92455" y="132588"/>
                </a:moveTo>
                <a:lnTo>
                  <a:pt x="88772" y="142494"/>
                </a:lnTo>
                <a:lnTo>
                  <a:pt x="84073" y="149479"/>
                </a:lnTo>
                <a:lnTo>
                  <a:pt x="78612" y="153543"/>
                </a:lnTo>
                <a:lnTo>
                  <a:pt x="73151" y="157734"/>
                </a:lnTo>
                <a:lnTo>
                  <a:pt x="66675" y="159766"/>
                </a:lnTo>
                <a:lnTo>
                  <a:pt x="86088" y="159766"/>
                </a:lnTo>
                <a:lnTo>
                  <a:pt x="86820" y="158843"/>
                </a:lnTo>
                <a:lnTo>
                  <a:pt x="91249" y="151304"/>
                </a:lnTo>
                <a:lnTo>
                  <a:pt x="94440" y="143361"/>
                </a:lnTo>
                <a:lnTo>
                  <a:pt x="96392" y="135001"/>
                </a:lnTo>
                <a:lnTo>
                  <a:pt x="92455" y="132588"/>
                </a:lnTo>
                <a:close/>
              </a:path>
              <a:path w="358140" h="180339">
                <a:moveTo>
                  <a:pt x="79412" y="67945"/>
                </a:moveTo>
                <a:lnTo>
                  <a:pt x="45719" y="67945"/>
                </a:lnTo>
                <a:lnTo>
                  <a:pt x="50164" y="68072"/>
                </a:lnTo>
                <a:lnTo>
                  <a:pt x="54482" y="69342"/>
                </a:lnTo>
                <a:lnTo>
                  <a:pt x="70357" y="98298"/>
                </a:lnTo>
                <a:lnTo>
                  <a:pt x="95841" y="98298"/>
                </a:lnTo>
                <a:lnTo>
                  <a:pt x="95629" y="95509"/>
                </a:lnTo>
                <a:lnTo>
                  <a:pt x="93329" y="86566"/>
                </a:lnTo>
                <a:lnTo>
                  <a:pt x="89481" y="78694"/>
                </a:lnTo>
                <a:lnTo>
                  <a:pt x="84073" y="71882"/>
                </a:lnTo>
                <a:lnTo>
                  <a:pt x="79412" y="67945"/>
                </a:lnTo>
                <a:close/>
              </a:path>
              <a:path w="358140" h="180339">
                <a:moveTo>
                  <a:pt x="229488" y="172085"/>
                </a:moveTo>
                <a:lnTo>
                  <a:pt x="173227" y="172085"/>
                </a:lnTo>
                <a:lnTo>
                  <a:pt x="173227" y="176530"/>
                </a:lnTo>
                <a:lnTo>
                  <a:pt x="229488" y="176657"/>
                </a:lnTo>
                <a:lnTo>
                  <a:pt x="229488" y="172085"/>
                </a:lnTo>
                <a:close/>
              </a:path>
              <a:path w="358140" h="180339">
                <a:moveTo>
                  <a:pt x="162940" y="172085"/>
                </a:moveTo>
                <a:lnTo>
                  <a:pt x="106679" y="172085"/>
                </a:lnTo>
                <a:lnTo>
                  <a:pt x="106679" y="176530"/>
                </a:lnTo>
                <a:lnTo>
                  <a:pt x="162940" y="176530"/>
                </a:lnTo>
                <a:lnTo>
                  <a:pt x="162940" y="172085"/>
                </a:lnTo>
                <a:close/>
              </a:path>
              <a:path w="358140" h="180339">
                <a:moveTo>
                  <a:pt x="144525" y="75819"/>
                </a:moveTo>
                <a:lnTo>
                  <a:pt x="117220" y="75819"/>
                </a:lnTo>
                <a:lnTo>
                  <a:pt x="118998" y="76454"/>
                </a:lnTo>
                <a:lnTo>
                  <a:pt x="120268" y="77470"/>
                </a:lnTo>
                <a:lnTo>
                  <a:pt x="123951" y="159131"/>
                </a:lnTo>
                <a:lnTo>
                  <a:pt x="122935" y="164719"/>
                </a:lnTo>
                <a:lnTo>
                  <a:pt x="118871" y="170561"/>
                </a:lnTo>
                <a:lnTo>
                  <a:pt x="114934" y="172085"/>
                </a:lnTo>
                <a:lnTo>
                  <a:pt x="156717" y="172085"/>
                </a:lnTo>
                <a:lnTo>
                  <a:pt x="152653" y="171577"/>
                </a:lnTo>
                <a:lnTo>
                  <a:pt x="148589" y="169291"/>
                </a:lnTo>
                <a:lnTo>
                  <a:pt x="146938" y="167513"/>
                </a:lnTo>
                <a:lnTo>
                  <a:pt x="145795" y="165100"/>
                </a:lnTo>
                <a:lnTo>
                  <a:pt x="144906" y="163322"/>
                </a:lnTo>
                <a:lnTo>
                  <a:pt x="144576" y="159131"/>
                </a:lnTo>
                <a:lnTo>
                  <a:pt x="144525" y="90805"/>
                </a:lnTo>
                <a:lnTo>
                  <a:pt x="151862" y="83730"/>
                </a:lnTo>
                <a:lnTo>
                  <a:pt x="152287" y="83439"/>
                </a:lnTo>
                <a:lnTo>
                  <a:pt x="144525" y="83439"/>
                </a:lnTo>
                <a:lnTo>
                  <a:pt x="144525" y="75819"/>
                </a:lnTo>
                <a:close/>
              </a:path>
              <a:path w="358140" h="180339">
                <a:moveTo>
                  <a:pt x="207660" y="74676"/>
                </a:moveTo>
                <a:lnTo>
                  <a:pt x="180339" y="74676"/>
                </a:lnTo>
                <a:lnTo>
                  <a:pt x="184911" y="76962"/>
                </a:lnTo>
                <a:lnTo>
                  <a:pt x="190245" y="86360"/>
                </a:lnTo>
                <a:lnTo>
                  <a:pt x="191642" y="93853"/>
                </a:lnTo>
                <a:lnTo>
                  <a:pt x="191515" y="150876"/>
                </a:lnTo>
                <a:lnTo>
                  <a:pt x="191388" y="161290"/>
                </a:lnTo>
                <a:lnTo>
                  <a:pt x="180847" y="172085"/>
                </a:lnTo>
                <a:lnTo>
                  <a:pt x="224027" y="172085"/>
                </a:lnTo>
                <a:lnTo>
                  <a:pt x="220217" y="171577"/>
                </a:lnTo>
                <a:lnTo>
                  <a:pt x="216153" y="169291"/>
                </a:lnTo>
                <a:lnTo>
                  <a:pt x="214756" y="167640"/>
                </a:lnTo>
                <a:lnTo>
                  <a:pt x="213867" y="165481"/>
                </a:lnTo>
                <a:lnTo>
                  <a:pt x="212597" y="162941"/>
                </a:lnTo>
                <a:lnTo>
                  <a:pt x="212196" y="159131"/>
                </a:lnTo>
                <a:lnTo>
                  <a:pt x="212089" y="92075"/>
                </a:lnTo>
                <a:lnTo>
                  <a:pt x="211200" y="84455"/>
                </a:lnTo>
                <a:lnTo>
                  <a:pt x="209422" y="79375"/>
                </a:lnTo>
                <a:lnTo>
                  <a:pt x="207660" y="74676"/>
                </a:lnTo>
                <a:close/>
              </a:path>
              <a:path w="358140" h="180339">
                <a:moveTo>
                  <a:pt x="188848" y="59436"/>
                </a:moveTo>
                <a:lnTo>
                  <a:pt x="182752" y="59436"/>
                </a:lnTo>
                <a:lnTo>
                  <a:pt x="173511" y="60936"/>
                </a:lnTo>
                <a:lnTo>
                  <a:pt x="164068" y="65436"/>
                </a:lnTo>
                <a:lnTo>
                  <a:pt x="154410" y="72937"/>
                </a:lnTo>
                <a:lnTo>
                  <a:pt x="144525" y="83439"/>
                </a:lnTo>
                <a:lnTo>
                  <a:pt x="152287" y="83439"/>
                </a:lnTo>
                <a:lnTo>
                  <a:pt x="159210" y="78692"/>
                </a:lnTo>
                <a:lnTo>
                  <a:pt x="166582" y="75678"/>
                </a:lnTo>
                <a:lnTo>
                  <a:pt x="173989" y="74676"/>
                </a:lnTo>
                <a:lnTo>
                  <a:pt x="207660" y="74676"/>
                </a:lnTo>
                <a:lnTo>
                  <a:pt x="206755" y="72263"/>
                </a:lnTo>
                <a:lnTo>
                  <a:pt x="203200" y="67183"/>
                </a:lnTo>
                <a:lnTo>
                  <a:pt x="198754" y="64008"/>
                </a:lnTo>
                <a:lnTo>
                  <a:pt x="194182" y="60960"/>
                </a:lnTo>
                <a:lnTo>
                  <a:pt x="188848" y="59436"/>
                </a:lnTo>
                <a:close/>
              </a:path>
              <a:path w="358140" h="180339">
                <a:moveTo>
                  <a:pt x="144525" y="59309"/>
                </a:moveTo>
                <a:lnTo>
                  <a:pt x="139191" y="59309"/>
                </a:lnTo>
                <a:lnTo>
                  <a:pt x="104901" y="73279"/>
                </a:lnTo>
                <a:lnTo>
                  <a:pt x="106806" y="77724"/>
                </a:lnTo>
                <a:lnTo>
                  <a:pt x="109981" y="76454"/>
                </a:lnTo>
                <a:lnTo>
                  <a:pt x="112775" y="75819"/>
                </a:lnTo>
                <a:lnTo>
                  <a:pt x="144525" y="75819"/>
                </a:lnTo>
                <a:lnTo>
                  <a:pt x="144525" y="59309"/>
                </a:lnTo>
                <a:close/>
              </a:path>
              <a:path w="358140" h="180339">
                <a:moveTo>
                  <a:pt x="356361" y="161798"/>
                </a:moveTo>
                <a:lnTo>
                  <a:pt x="352551" y="163195"/>
                </a:lnTo>
                <a:lnTo>
                  <a:pt x="349630" y="163830"/>
                </a:lnTo>
                <a:lnTo>
                  <a:pt x="318134" y="163830"/>
                </a:lnTo>
                <a:lnTo>
                  <a:pt x="318134" y="180213"/>
                </a:lnTo>
                <a:lnTo>
                  <a:pt x="323850" y="180213"/>
                </a:lnTo>
                <a:lnTo>
                  <a:pt x="357758" y="166116"/>
                </a:lnTo>
                <a:lnTo>
                  <a:pt x="356361" y="161798"/>
                </a:lnTo>
                <a:close/>
              </a:path>
              <a:path w="358140" h="180339">
                <a:moveTo>
                  <a:pt x="293369" y="59309"/>
                </a:moveTo>
                <a:lnTo>
                  <a:pt x="253745" y="79629"/>
                </a:lnTo>
                <a:lnTo>
                  <a:pt x="238251" y="124460"/>
                </a:lnTo>
                <a:lnTo>
                  <a:pt x="239131" y="136104"/>
                </a:lnTo>
                <a:lnTo>
                  <a:pt x="259462" y="171299"/>
                </a:lnTo>
                <a:lnTo>
                  <a:pt x="284733" y="180086"/>
                </a:lnTo>
                <a:lnTo>
                  <a:pt x="290829" y="180086"/>
                </a:lnTo>
                <a:lnTo>
                  <a:pt x="315641" y="166497"/>
                </a:lnTo>
                <a:lnTo>
                  <a:pt x="296290" y="166497"/>
                </a:lnTo>
                <a:lnTo>
                  <a:pt x="289766" y="165661"/>
                </a:lnTo>
                <a:lnTo>
                  <a:pt x="263747" y="136763"/>
                </a:lnTo>
                <a:lnTo>
                  <a:pt x="261111" y="114681"/>
                </a:lnTo>
                <a:lnTo>
                  <a:pt x="261806" y="102963"/>
                </a:lnTo>
                <a:lnTo>
                  <a:pt x="284606" y="67056"/>
                </a:lnTo>
                <a:lnTo>
                  <a:pt x="315897" y="67056"/>
                </a:lnTo>
                <a:lnTo>
                  <a:pt x="312997" y="64720"/>
                </a:lnTo>
                <a:lnTo>
                  <a:pt x="307101" y="61706"/>
                </a:lnTo>
                <a:lnTo>
                  <a:pt x="300563" y="59906"/>
                </a:lnTo>
                <a:lnTo>
                  <a:pt x="293369" y="59309"/>
                </a:lnTo>
                <a:close/>
              </a:path>
              <a:path w="358140" h="180339">
                <a:moveTo>
                  <a:pt x="315897" y="67056"/>
                </a:moveTo>
                <a:lnTo>
                  <a:pt x="295782" y="67056"/>
                </a:lnTo>
                <a:lnTo>
                  <a:pt x="299846" y="68199"/>
                </a:lnTo>
                <a:lnTo>
                  <a:pt x="303910" y="70612"/>
                </a:lnTo>
                <a:lnTo>
                  <a:pt x="318261" y="96520"/>
                </a:lnTo>
                <a:lnTo>
                  <a:pt x="318134" y="155194"/>
                </a:lnTo>
                <a:lnTo>
                  <a:pt x="311150" y="162687"/>
                </a:lnTo>
                <a:lnTo>
                  <a:pt x="303910" y="166497"/>
                </a:lnTo>
                <a:lnTo>
                  <a:pt x="315641" y="166497"/>
                </a:lnTo>
                <a:lnTo>
                  <a:pt x="318134" y="163830"/>
                </a:lnTo>
                <a:lnTo>
                  <a:pt x="345566" y="163830"/>
                </a:lnTo>
                <a:lnTo>
                  <a:pt x="343915" y="163322"/>
                </a:lnTo>
                <a:lnTo>
                  <a:pt x="342645" y="162179"/>
                </a:lnTo>
                <a:lnTo>
                  <a:pt x="341248" y="161036"/>
                </a:lnTo>
                <a:lnTo>
                  <a:pt x="340232" y="158877"/>
                </a:lnTo>
                <a:lnTo>
                  <a:pt x="338962" y="153035"/>
                </a:lnTo>
                <a:lnTo>
                  <a:pt x="338763" y="146653"/>
                </a:lnTo>
                <a:lnTo>
                  <a:pt x="338769" y="68961"/>
                </a:lnTo>
                <a:lnTo>
                  <a:pt x="318261" y="68961"/>
                </a:lnTo>
                <a:lnTo>
                  <a:pt x="315897" y="67056"/>
                </a:lnTo>
                <a:close/>
              </a:path>
              <a:path w="358140" h="180339">
                <a:moveTo>
                  <a:pt x="338820" y="16256"/>
                </a:moveTo>
                <a:lnTo>
                  <a:pt x="311403" y="16256"/>
                </a:lnTo>
                <a:lnTo>
                  <a:pt x="313054" y="16764"/>
                </a:lnTo>
                <a:lnTo>
                  <a:pt x="315721" y="18923"/>
                </a:lnTo>
                <a:lnTo>
                  <a:pt x="316737" y="20955"/>
                </a:lnTo>
                <a:lnTo>
                  <a:pt x="317372" y="24003"/>
                </a:lnTo>
                <a:lnTo>
                  <a:pt x="318007" y="26924"/>
                </a:lnTo>
                <a:lnTo>
                  <a:pt x="318261" y="34925"/>
                </a:lnTo>
                <a:lnTo>
                  <a:pt x="318261" y="68961"/>
                </a:lnTo>
                <a:lnTo>
                  <a:pt x="338769" y="68961"/>
                </a:lnTo>
                <a:lnTo>
                  <a:pt x="338820" y="16256"/>
                </a:lnTo>
                <a:close/>
              </a:path>
              <a:path w="358140" h="180339">
                <a:moveTo>
                  <a:pt x="338835" y="0"/>
                </a:moveTo>
                <a:lnTo>
                  <a:pt x="333247" y="0"/>
                </a:lnTo>
                <a:lnTo>
                  <a:pt x="299211" y="13843"/>
                </a:lnTo>
                <a:lnTo>
                  <a:pt x="300862" y="18161"/>
                </a:lnTo>
                <a:lnTo>
                  <a:pt x="304418" y="16891"/>
                </a:lnTo>
                <a:lnTo>
                  <a:pt x="307339" y="16256"/>
                </a:lnTo>
                <a:lnTo>
                  <a:pt x="338820" y="16256"/>
                </a:lnTo>
                <a:lnTo>
                  <a:pt x="338835" y="0"/>
                </a:lnTo>
                <a:close/>
              </a:path>
            </a:pathLst>
          </a:custGeom>
          <a:solidFill>
            <a:srgbClr val="000000"/>
          </a:solidFill>
        </p:spPr>
        <p:txBody>
          <a:bodyPr wrap="square" lIns="0" tIns="0" rIns="0" bIns="0" rtlCol="0"/>
          <a:lstStyle/>
          <a:p>
            <a:endParaRPr/>
          </a:p>
        </p:txBody>
      </p:sp>
      <p:grpSp>
        <p:nvGrpSpPr>
          <p:cNvPr id="80" name="object 80"/>
          <p:cNvGrpSpPr/>
          <p:nvPr/>
        </p:nvGrpSpPr>
        <p:grpSpPr>
          <a:xfrm>
            <a:off x="519158" y="4716653"/>
            <a:ext cx="733425" cy="180340"/>
            <a:chOff x="519158" y="4716653"/>
            <a:chExt cx="733425" cy="180340"/>
          </a:xfrm>
        </p:grpSpPr>
        <p:pic>
          <p:nvPicPr>
            <p:cNvPr id="81" name="object 81"/>
            <p:cNvPicPr/>
            <p:nvPr/>
          </p:nvPicPr>
          <p:blipFill>
            <a:blip r:embed="rId40" cstate="print"/>
            <a:stretch>
              <a:fillRect/>
            </a:stretch>
          </p:blipFill>
          <p:spPr>
            <a:xfrm>
              <a:off x="519158" y="4716780"/>
              <a:ext cx="229989" cy="179831"/>
            </a:xfrm>
            <a:prstGeom prst="rect">
              <a:avLst/>
            </a:prstGeom>
          </p:spPr>
        </p:pic>
        <p:sp>
          <p:nvSpPr>
            <p:cNvPr id="82" name="object 82"/>
            <p:cNvSpPr/>
            <p:nvPr/>
          </p:nvSpPr>
          <p:spPr>
            <a:xfrm>
              <a:off x="787298" y="4716653"/>
              <a:ext cx="465455" cy="180340"/>
            </a:xfrm>
            <a:custGeom>
              <a:avLst/>
              <a:gdLst/>
              <a:ahLst/>
              <a:cxnLst/>
              <a:rect l="l" t="t" r="r" b="b"/>
              <a:pathLst>
                <a:path w="465455" h="180339">
                  <a:moveTo>
                    <a:pt x="38519" y="71501"/>
                  </a:moveTo>
                  <a:lnTo>
                    <a:pt x="18021" y="71501"/>
                  </a:lnTo>
                  <a:lnTo>
                    <a:pt x="17970" y="156337"/>
                  </a:lnTo>
                  <a:lnTo>
                    <a:pt x="36017" y="178562"/>
                  </a:lnTo>
                  <a:lnTo>
                    <a:pt x="45453" y="178562"/>
                  </a:lnTo>
                  <a:lnTo>
                    <a:pt x="50926" y="176530"/>
                  </a:lnTo>
                  <a:lnTo>
                    <a:pt x="56235" y="172466"/>
                  </a:lnTo>
                  <a:lnTo>
                    <a:pt x="61531" y="168275"/>
                  </a:lnTo>
                  <a:lnTo>
                    <a:pt x="64274" y="164211"/>
                  </a:lnTo>
                  <a:lnTo>
                    <a:pt x="46456" y="164211"/>
                  </a:lnTo>
                  <a:lnTo>
                    <a:pt x="43751" y="162814"/>
                  </a:lnTo>
                  <a:lnTo>
                    <a:pt x="39522" y="157734"/>
                  </a:lnTo>
                  <a:lnTo>
                    <a:pt x="38468" y="152781"/>
                  </a:lnTo>
                  <a:lnTo>
                    <a:pt x="38519" y="71501"/>
                  </a:lnTo>
                  <a:close/>
                </a:path>
                <a:path w="465455" h="180339">
                  <a:moveTo>
                    <a:pt x="68541" y="154051"/>
                  </a:moveTo>
                  <a:lnTo>
                    <a:pt x="63703" y="154051"/>
                  </a:lnTo>
                  <a:lnTo>
                    <a:pt x="62293" y="157353"/>
                  </a:lnTo>
                  <a:lnTo>
                    <a:pt x="60299" y="159893"/>
                  </a:lnTo>
                  <a:lnTo>
                    <a:pt x="57734" y="161671"/>
                  </a:lnTo>
                  <a:lnTo>
                    <a:pt x="55156" y="163322"/>
                  </a:lnTo>
                  <a:lnTo>
                    <a:pt x="52514" y="164211"/>
                  </a:lnTo>
                  <a:lnTo>
                    <a:pt x="64274" y="164211"/>
                  </a:lnTo>
                  <a:lnTo>
                    <a:pt x="65646" y="162179"/>
                  </a:lnTo>
                  <a:lnTo>
                    <a:pt x="68541" y="154051"/>
                  </a:lnTo>
                  <a:close/>
                </a:path>
                <a:path w="465455" h="180339">
                  <a:moveTo>
                    <a:pt x="38557" y="25400"/>
                  </a:moveTo>
                  <a:lnTo>
                    <a:pt x="34696" y="25400"/>
                  </a:lnTo>
                  <a:lnTo>
                    <a:pt x="31305" y="33782"/>
                  </a:lnTo>
                  <a:lnTo>
                    <a:pt x="28651" y="39624"/>
                  </a:lnTo>
                  <a:lnTo>
                    <a:pt x="0" y="67437"/>
                  </a:lnTo>
                  <a:lnTo>
                    <a:pt x="0" y="71501"/>
                  </a:lnTo>
                  <a:lnTo>
                    <a:pt x="65112" y="71628"/>
                  </a:lnTo>
                  <a:lnTo>
                    <a:pt x="65125" y="62865"/>
                  </a:lnTo>
                  <a:lnTo>
                    <a:pt x="38531" y="62865"/>
                  </a:lnTo>
                  <a:lnTo>
                    <a:pt x="38557" y="25400"/>
                  </a:lnTo>
                  <a:close/>
                </a:path>
                <a:path w="465455" h="180339">
                  <a:moveTo>
                    <a:pt x="109032" y="16256"/>
                  </a:moveTo>
                  <a:lnTo>
                    <a:pt x="81610" y="16256"/>
                  </a:lnTo>
                  <a:lnTo>
                    <a:pt x="83337" y="16891"/>
                  </a:lnTo>
                  <a:lnTo>
                    <a:pt x="85902" y="18923"/>
                  </a:lnTo>
                  <a:lnTo>
                    <a:pt x="86855" y="20955"/>
                  </a:lnTo>
                  <a:lnTo>
                    <a:pt x="87464" y="24003"/>
                  </a:lnTo>
                  <a:lnTo>
                    <a:pt x="88087" y="26924"/>
                  </a:lnTo>
                  <a:lnTo>
                    <a:pt x="88392" y="34925"/>
                  </a:lnTo>
                  <a:lnTo>
                    <a:pt x="88373" y="74041"/>
                  </a:lnTo>
                  <a:lnTo>
                    <a:pt x="88248" y="158750"/>
                  </a:lnTo>
                  <a:lnTo>
                    <a:pt x="75958" y="172212"/>
                  </a:lnTo>
                  <a:lnTo>
                    <a:pt x="70904" y="172212"/>
                  </a:lnTo>
                  <a:lnTo>
                    <a:pt x="70904" y="176657"/>
                  </a:lnTo>
                  <a:lnTo>
                    <a:pt x="127330" y="176784"/>
                  </a:lnTo>
                  <a:lnTo>
                    <a:pt x="127330" y="172339"/>
                  </a:lnTo>
                  <a:lnTo>
                    <a:pt x="121526" y="172212"/>
                  </a:lnTo>
                  <a:lnTo>
                    <a:pt x="117449" y="171577"/>
                  </a:lnTo>
                  <a:lnTo>
                    <a:pt x="112725" y="169037"/>
                  </a:lnTo>
                  <a:lnTo>
                    <a:pt x="111112" y="167513"/>
                  </a:lnTo>
                  <a:lnTo>
                    <a:pt x="109372" y="163703"/>
                  </a:lnTo>
                  <a:lnTo>
                    <a:pt x="108940" y="158750"/>
                  </a:lnTo>
                  <a:lnTo>
                    <a:pt x="108991" y="90932"/>
                  </a:lnTo>
                  <a:lnTo>
                    <a:pt x="115125" y="84328"/>
                  </a:lnTo>
                  <a:lnTo>
                    <a:pt x="116362" y="83312"/>
                  </a:lnTo>
                  <a:lnTo>
                    <a:pt x="108991" y="83312"/>
                  </a:lnTo>
                  <a:lnTo>
                    <a:pt x="109032" y="16256"/>
                  </a:lnTo>
                  <a:close/>
                </a:path>
                <a:path w="465455" h="180339">
                  <a:moveTo>
                    <a:pt x="193192" y="172339"/>
                  </a:moveTo>
                  <a:lnTo>
                    <a:pt x="137274" y="172339"/>
                  </a:lnTo>
                  <a:lnTo>
                    <a:pt x="137274" y="176784"/>
                  </a:lnTo>
                  <a:lnTo>
                    <a:pt x="193192" y="176784"/>
                  </a:lnTo>
                  <a:lnTo>
                    <a:pt x="193192" y="172339"/>
                  </a:lnTo>
                  <a:close/>
                </a:path>
                <a:path w="465455" h="180339">
                  <a:moveTo>
                    <a:pt x="171903" y="74549"/>
                  </a:moveTo>
                  <a:lnTo>
                    <a:pt x="141439" y="74549"/>
                  </a:lnTo>
                  <a:lnTo>
                    <a:pt x="144830" y="75565"/>
                  </a:lnTo>
                  <a:lnTo>
                    <a:pt x="147650" y="77597"/>
                  </a:lnTo>
                  <a:lnTo>
                    <a:pt x="150456" y="79502"/>
                  </a:lnTo>
                  <a:lnTo>
                    <a:pt x="152514" y="82423"/>
                  </a:lnTo>
                  <a:lnTo>
                    <a:pt x="153841" y="86490"/>
                  </a:lnTo>
                  <a:lnTo>
                    <a:pt x="155079" y="90170"/>
                  </a:lnTo>
                  <a:lnTo>
                    <a:pt x="155714" y="98298"/>
                  </a:lnTo>
                  <a:lnTo>
                    <a:pt x="155656" y="158115"/>
                  </a:lnTo>
                  <a:lnTo>
                    <a:pt x="155549" y="161417"/>
                  </a:lnTo>
                  <a:lnTo>
                    <a:pt x="145186" y="172339"/>
                  </a:lnTo>
                  <a:lnTo>
                    <a:pt x="187896" y="172339"/>
                  </a:lnTo>
                  <a:lnTo>
                    <a:pt x="184251" y="171704"/>
                  </a:lnTo>
                  <a:lnTo>
                    <a:pt x="180276" y="169418"/>
                  </a:lnTo>
                  <a:lnTo>
                    <a:pt x="178866" y="167894"/>
                  </a:lnTo>
                  <a:lnTo>
                    <a:pt x="178041" y="165862"/>
                  </a:lnTo>
                  <a:lnTo>
                    <a:pt x="176872" y="163195"/>
                  </a:lnTo>
                  <a:lnTo>
                    <a:pt x="176360" y="158750"/>
                  </a:lnTo>
                  <a:lnTo>
                    <a:pt x="176326" y="110744"/>
                  </a:lnTo>
                  <a:lnTo>
                    <a:pt x="176188" y="101056"/>
                  </a:lnTo>
                  <a:lnTo>
                    <a:pt x="175753" y="92964"/>
                  </a:lnTo>
                  <a:lnTo>
                    <a:pt x="175021" y="86490"/>
                  </a:lnTo>
                  <a:lnTo>
                    <a:pt x="173989" y="81661"/>
                  </a:lnTo>
                  <a:lnTo>
                    <a:pt x="171903" y="74549"/>
                  </a:lnTo>
                  <a:close/>
                </a:path>
                <a:path w="465455" h="180339">
                  <a:moveTo>
                    <a:pt x="153492" y="59563"/>
                  </a:moveTo>
                  <a:lnTo>
                    <a:pt x="141655" y="59563"/>
                  </a:lnTo>
                  <a:lnTo>
                    <a:pt x="136270" y="60960"/>
                  </a:lnTo>
                  <a:lnTo>
                    <a:pt x="108991" y="83312"/>
                  </a:lnTo>
                  <a:lnTo>
                    <a:pt x="116362" y="83312"/>
                  </a:lnTo>
                  <a:lnTo>
                    <a:pt x="120383" y="80010"/>
                  </a:lnTo>
                  <a:lnTo>
                    <a:pt x="129171" y="75692"/>
                  </a:lnTo>
                  <a:lnTo>
                    <a:pt x="133400" y="74549"/>
                  </a:lnTo>
                  <a:lnTo>
                    <a:pt x="171903" y="74549"/>
                  </a:lnTo>
                  <a:lnTo>
                    <a:pt x="171754" y="74041"/>
                  </a:lnTo>
                  <a:lnTo>
                    <a:pt x="168325" y="68453"/>
                  </a:lnTo>
                  <a:lnTo>
                    <a:pt x="159042" y="61341"/>
                  </a:lnTo>
                  <a:lnTo>
                    <a:pt x="153492" y="59563"/>
                  </a:lnTo>
                  <a:close/>
                </a:path>
                <a:path w="465455" h="180339">
                  <a:moveTo>
                    <a:pt x="109042" y="0"/>
                  </a:moveTo>
                  <a:lnTo>
                    <a:pt x="103327" y="0"/>
                  </a:lnTo>
                  <a:lnTo>
                    <a:pt x="69265" y="13970"/>
                  </a:lnTo>
                  <a:lnTo>
                    <a:pt x="71005" y="18288"/>
                  </a:lnTo>
                  <a:lnTo>
                    <a:pt x="74904" y="16891"/>
                  </a:lnTo>
                  <a:lnTo>
                    <a:pt x="77723" y="16256"/>
                  </a:lnTo>
                  <a:lnTo>
                    <a:pt x="109032" y="16256"/>
                  </a:lnTo>
                  <a:lnTo>
                    <a:pt x="109042" y="0"/>
                  </a:lnTo>
                  <a:close/>
                </a:path>
                <a:path w="465455" h="180339">
                  <a:moveTo>
                    <a:pt x="257657" y="59563"/>
                  </a:moveTo>
                  <a:lnTo>
                    <a:pt x="220052" y="75819"/>
                  </a:lnTo>
                  <a:lnTo>
                    <a:pt x="205054" y="121412"/>
                  </a:lnTo>
                  <a:lnTo>
                    <a:pt x="205956" y="134173"/>
                  </a:lnTo>
                  <a:lnTo>
                    <a:pt x="227286" y="171338"/>
                  </a:lnTo>
                  <a:lnTo>
                    <a:pt x="254723" y="180340"/>
                  </a:lnTo>
                  <a:lnTo>
                    <a:pt x="263769" y="179460"/>
                  </a:lnTo>
                  <a:lnTo>
                    <a:pt x="272027" y="176831"/>
                  </a:lnTo>
                  <a:lnTo>
                    <a:pt x="279494" y="172464"/>
                  </a:lnTo>
                  <a:lnTo>
                    <a:pt x="286169" y="166370"/>
                  </a:lnTo>
                  <a:lnTo>
                    <a:pt x="291184" y="160020"/>
                  </a:lnTo>
                  <a:lnTo>
                    <a:pt x="264172" y="160020"/>
                  </a:lnTo>
                  <a:lnTo>
                    <a:pt x="256060" y="159117"/>
                  </a:lnTo>
                  <a:lnTo>
                    <a:pt x="225704" y="128492"/>
                  </a:lnTo>
                  <a:lnTo>
                    <a:pt x="222707" y="105791"/>
                  </a:lnTo>
                  <a:lnTo>
                    <a:pt x="301361" y="105791"/>
                  </a:lnTo>
                  <a:lnTo>
                    <a:pt x="300818" y="98679"/>
                  </a:lnTo>
                  <a:lnTo>
                    <a:pt x="222707" y="98679"/>
                  </a:lnTo>
                  <a:lnTo>
                    <a:pt x="223621" y="89154"/>
                  </a:lnTo>
                  <a:lnTo>
                    <a:pt x="226796" y="81661"/>
                  </a:lnTo>
                  <a:lnTo>
                    <a:pt x="237655" y="70993"/>
                  </a:lnTo>
                  <a:lnTo>
                    <a:pt x="243814" y="68326"/>
                  </a:lnTo>
                  <a:lnTo>
                    <a:pt x="284532" y="68326"/>
                  </a:lnTo>
                  <a:lnTo>
                    <a:pt x="282510" y="66635"/>
                  </a:lnTo>
                  <a:lnTo>
                    <a:pt x="275078" y="62706"/>
                  </a:lnTo>
                  <a:lnTo>
                    <a:pt x="266794" y="60348"/>
                  </a:lnTo>
                  <a:lnTo>
                    <a:pt x="257657" y="59563"/>
                  </a:lnTo>
                  <a:close/>
                </a:path>
                <a:path w="465455" h="180339">
                  <a:moveTo>
                    <a:pt x="297497" y="132842"/>
                  </a:moveTo>
                  <a:lnTo>
                    <a:pt x="293763" y="142748"/>
                  </a:lnTo>
                  <a:lnTo>
                    <a:pt x="289140" y="149860"/>
                  </a:lnTo>
                  <a:lnTo>
                    <a:pt x="278117" y="157988"/>
                  </a:lnTo>
                  <a:lnTo>
                    <a:pt x="271627" y="160020"/>
                  </a:lnTo>
                  <a:lnTo>
                    <a:pt x="291184" y="160020"/>
                  </a:lnTo>
                  <a:lnTo>
                    <a:pt x="291826" y="159206"/>
                  </a:lnTo>
                  <a:lnTo>
                    <a:pt x="296243" y="151637"/>
                  </a:lnTo>
                  <a:lnTo>
                    <a:pt x="299417" y="143688"/>
                  </a:lnTo>
                  <a:lnTo>
                    <a:pt x="301345" y="135382"/>
                  </a:lnTo>
                  <a:lnTo>
                    <a:pt x="297497" y="132842"/>
                  </a:lnTo>
                  <a:close/>
                </a:path>
                <a:path w="465455" h="180339">
                  <a:moveTo>
                    <a:pt x="301361" y="105791"/>
                  </a:moveTo>
                  <a:lnTo>
                    <a:pt x="222707" y="105791"/>
                  </a:lnTo>
                  <a:lnTo>
                    <a:pt x="301370" y="105918"/>
                  </a:lnTo>
                  <a:close/>
                </a:path>
                <a:path w="465455" h="180339">
                  <a:moveTo>
                    <a:pt x="284532" y="68326"/>
                  </a:moveTo>
                  <a:lnTo>
                    <a:pt x="255168" y="68326"/>
                  </a:lnTo>
                  <a:lnTo>
                    <a:pt x="259448" y="69723"/>
                  </a:lnTo>
                  <a:lnTo>
                    <a:pt x="263550" y="72390"/>
                  </a:lnTo>
                  <a:lnTo>
                    <a:pt x="267652" y="74930"/>
                  </a:lnTo>
                  <a:lnTo>
                    <a:pt x="270725" y="78613"/>
                  </a:lnTo>
                  <a:lnTo>
                    <a:pt x="272795" y="83312"/>
                  </a:lnTo>
                  <a:lnTo>
                    <a:pt x="274129" y="86233"/>
                  </a:lnTo>
                  <a:lnTo>
                    <a:pt x="274993" y="91440"/>
                  </a:lnTo>
                  <a:lnTo>
                    <a:pt x="275399" y="98679"/>
                  </a:lnTo>
                  <a:lnTo>
                    <a:pt x="300818" y="98679"/>
                  </a:lnTo>
                  <a:lnTo>
                    <a:pt x="300604" y="95871"/>
                  </a:lnTo>
                  <a:lnTo>
                    <a:pt x="298302" y="86883"/>
                  </a:lnTo>
                  <a:lnTo>
                    <a:pt x="294464" y="78968"/>
                  </a:lnTo>
                  <a:lnTo>
                    <a:pt x="289090" y="72136"/>
                  </a:lnTo>
                  <a:lnTo>
                    <a:pt x="284532" y="68326"/>
                  </a:lnTo>
                  <a:close/>
                </a:path>
                <a:path w="465455" h="180339">
                  <a:moveTo>
                    <a:pt x="348843" y="127"/>
                  </a:moveTo>
                  <a:lnTo>
                    <a:pt x="341807" y="127"/>
                  </a:lnTo>
                  <a:lnTo>
                    <a:pt x="338797" y="1397"/>
                  </a:lnTo>
                  <a:lnTo>
                    <a:pt x="333908" y="6223"/>
                  </a:lnTo>
                  <a:lnTo>
                    <a:pt x="332689" y="9271"/>
                  </a:lnTo>
                  <a:lnTo>
                    <a:pt x="332676" y="16256"/>
                  </a:lnTo>
                  <a:lnTo>
                    <a:pt x="333921" y="19177"/>
                  </a:lnTo>
                  <a:lnTo>
                    <a:pt x="336410" y="21717"/>
                  </a:lnTo>
                  <a:lnTo>
                    <a:pt x="338886" y="24130"/>
                  </a:lnTo>
                  <a:lnTo>
                    <a:pt x="341871" y="25400"/>
                  </a:lnTo>
                  <a:lnTo>
                    <a:pt x="348830" y="25400"/>
                  </a:lnTo>
                  <a:lnTo>
                    <a:pt x="351789" y="24130"/>
                  </a:lnTo>
                  <a:lnTo>
                    <a:pt x="354241" y="21717"/>
                  </a:lnTo>
                  <a:lnTo>
                    <a:pt x="356679" y="19177"/>
                  </a:lnTo>
                  <a:lnTo>
                    <a:pt x="357911" y="16256"/>
                  </a:lnTo>
                  <a:lnTo>
                    <a:pt x="357911" y="9271"/>
                  </a:lnTo>
                  <a:lnTo>
                    <a:pt x="356692" y="6350"/>
                  </a:lnTo>
                  <a:lnTo>
                    <a:pt x="354253" y="3810"/>
                  </a:lnTo>
                  <a:lnTo>
                    <a:pt x="351802" y="1397"/>
                  </a:lnTo>
                  <a:lnTo>
                    <a:pt x="348843" y="127"/>
                  </a:lnTo>
                  <a:close/>
                </a:path>
                <a:path w="465455" h="180339">
                  <a:moveTo>
                    <a:pt x="317538" y="172339"/>
                  </a:moveTo>
                  <a:lnTo>
                    <a:pt x="317538" y="176911"/>
                  </a:lnTo>
                  <a:lnTo>
                    <a:pt x="372846" y="176911"/>
                  </a:lnTo>
                  <a:lnTo>
                    <a:pt x="372846" y="172466"/>
                  </a:lnTo>
                  <a:lnTo>
                    <a:pt x="323088" y="172466"/>
                  </a:lnTo>
                  <a:lnTo>
                    <a:pt x="317538" y="172339"/>
                  </a:lnTo>
                  <a:close/>
                </a:path>
                <a:path w="465455" h="180339">
                  <a:moveTo>
                    <a:pt x="355627" y="76200"/>
                  </a:moveTo>
                  <a:lnTo>
                    <a:pt x="328206" y="76200"/>
                  </a:lnTo>
                  <a:lnTo>
                    <a:pt x="329907" y="76708"/>
                  </a:lnTo>
                  <a:lnTo>
                    <a:pt x="331152" y="77724"/>
                  </a:lnTo>
                  <a:lnTo>
                    <a:pt x="334987" y="94996"/>
                  </a:lnTo>
                  <a:lnTo>
                    <a:pt x="334949" y="158242"/>
                  </a:lnTo>
                  <a:lnTo>
                    <a:pt x="323088" y="172466"/>
                  </a:lnTo>
                  <a:lnTo>
                    <a:pt x="367461" y="172466"/>
                  </a:lnTo>
                  <a:lnTo>
                    <a:pt x="363753" y="171831"/>
                  </a:lnTo>
                  <a:lnTo>
                    <a:pt x="359689" y="169545"/>
                  </a:lnTo>
                  <a:lnTo>
                    <a:pt x="358165" y="167767"/>
                  </a:lnTo>
                  <a:lnTo>
                    <a:pt x="357123" y="165354"/>
                  </a:lnTo>
                  <a:lnTo>
                    <a:pt x="356095" y="163068"/>
                  </a:lnTo>
                  <a:lnTo>
                    <a:pt x="355574" y="158242"/>
                  </a:lnTo>
                  <a:lnTo>
                    <a:pt x="355627" y="76200"/>
                  </a:lnTo>
                  <a:close/>
                </a:path>
                <a:path w="465455" h="180339">
                  <a:moveTo>
                    <a:pt x="355638" y="59690"/>
                  </a:moveTo>
                  <a:lnTo>
                    <a:pt x="350177" y="59690"/>
                  </a:lnTo>
                  <a:lnTo>
                    <a:pt x="315861" y="73660"/>
                  </a:lnTo>
                  <a:lnTo>
                    <a:pt x="317601" y="78105"/>
                  </a:lnTo>
                  <a:lnTo>
                    <a:pt x="320916" y="76835"/>
                  </a:lnTo>
                  <a:lnTo>
                    <a:pt x="323735" y="76200"/>
                  </a:lnTo>
                  <a:lnTo>
                    <a:pt x="355627" y="76200"/>
                  </a:lnTo>
                  <a:lnTo>
                    <a:pt x="355638" y="59690"/>
                  </a:lnTo>
                  <a:close/>
                </a:path>
                <a:path w="465455" h="180339">
                  <a:moveTo>
                    <a:pt x="439597" y="172466"/>
                  </a:moveTo>
                  <a:lnTo>
                    <a:pt x="381304" y="172466"/>
                  </a:lnTo>
                  <a:lnTo>
                    <a:pt x="381304" y="176911"/>
                  </a:lnTo>
                  <a:lnTo>
                    <a:pt x="439585" y="176911"/>
                  </a:lnTo>
                  <a:lnTo>
                    <a:pt x="439597" y="172466"/>
                  </a:lnTo>
                  <a:close/>
                </a:path>
                <a:path w="465455" h="180339">
                  <a:moveTo>
                    <a:pt x="419769" y="76200"/>
                  </a:moveTo>
                  <a:lnTo>
                    <a:pt x="392226" y="76200"/>
                  </a:lnTo>
                  <a:lnTo>
                    <a:pt x="394030" y="76835"/>
                  </a:lnTo>
                  <a:lnTo>
                    <a:pt x="396925" y="79121"/>
                  </a:lnTo>
                  <a:lnTo>
                    <a:pt x="397916" y="81026"/>
                  </a:lnTo>
                  <a:lnTo>
                    <a:pt x="398995" y="86106"/>
                  </a:lnTo>
                  <a:lnTo>
                    <a:pt x="399249" y="93980"/>
                  </a:lnTo>
                  <a:lnTo>
                    <a:pt x="399211" y="157988"/>
                  </a:lnTo>
                  <a:lnTo>
                    <a:pt x="399008" y="161925"/>
                  </a:lnTo>
                  <a:lnTo>
                    <a:pt x="398589" y="163322"/>
                  </a:lnTo>
                  <a:lnTo>
                    <a:pt x="397764" y="166243"/>
                  </a:lnTo>
                  <a:lnTo>
                    <a:pt x="396303" y="168402"/>
                  </a:lnTo>
                  <a:lnTo>
                    <a:pt x="394233" y="169672"/>
                  </a:lnTo>
                  <a:lnTo>
                    <a:pt x="391414" y="171577"/>
                  </a:lnTo>
                  <a:lnTo>
                    <a:pt x="387108" y="172466"/>
                  </a:lnTo>
                  <a:lnTo>
                    <a:pt x="434454" y="172466"/>
                  </a:lnTo>
                  <a:lnTo>
                    <a:pt x="430517" y="171704"/>
                  </a:lnTo>
                  <a:lnTo>
                    <a:pt x="427786" y="170180"/>
                  </a:lnTo>
                  <a:lnTo>
                    <a:pt x="425056" y="168783"/>
                  </a:lnTo>
                  <a:lnTo>
                    <a:pt x="423151" y="166878"/>
                  </a:lnTo>
                  <a:lnTo>
                    <a:pt x="422071" y="164592"/>
                  </a:lnTo>
                  <a:lnTo>
                    <a:pt x="420497" y="161417"/>
                  </a:lnTo>
                  <a:lnTo>
                    <a:pt x="419722" y="156591"/>
                  </a:lnTo>
                  <a:lnTo>
                    <a:pt x="419760" y="95758"/>
                  </a:lnTo>
                  <a:lnTo>
                    <a:pt x="423735" y="88011"/>
                  </a:lnTo>
                  <a:lnTo>
                    <a:pt x="425578" y="85344"/>
                  </a:lnTo>
                  <a:lnTo>
                    <a:pt x="419760" y="85344"/>
                  </a:lnTo>
                  <a:lnTo>
                    <a:pt x="419769" y="76200"/>
                  </a:lnTo>
                  <a:close/>
                </a:path>
                <a:path w="465455" h="180339">
                  <a:moveTo>
                    <a:pt x="453669" y="59817"/>
                  </a:moveTo>
                  <a:lnTo>
                    <a:pt x="449110" y="59817"/>
                  </a:lnTo>
                  <a:lnTo>
                    <a:pt x="441638" y="61412"/>
                  </a:lnTo>
                  <a:lnTo>
                    <a:pt x="434254" y="66198"/>
                  </a:lnTo>
                  <a:lnTo>
                    <a:pt x="426960" y="74175"/>
                  </a:lnTo>
                  <a:lnTo>
                    <a:pt x="419760" y="85344"/>
                  </a:lnTo>
                  <a:lnTo>
                    <a:pt x="425578" y="85344"/>
                  </a:lnTo>
                  <a:lnTo>
                    <a:pt x="427596" y="82423"/>
                  </a:lnTo>
                  <a:lnTo>
                    <a:pt x="431330" y="78994"/>
                  </a:lnTo>
                  <a:lnTo>
                    <a:pt x="433070" y="77343"/>
                  </a:lnTo>
                  <a:lnTo>
                    <a:pt x="434682" y="76581"/>
                  </a:lnTo>
                  <a:lnTo>
                    <a:pt x="464883" y="76581"/>
                  </a:lnTo>
                  <a:lnTo>
                    <a:pt x="464883" y="69977"/>
                  </a:lnTo>
                  <a:lnTo>
                    <a:pt x="463397" y="66675"/>
                  </a:lnTo>
                  <a:lnTo>
                    <a:pt x="460413" y="63881"/>
                  </a:lnTo>
                  <a:lnTo>
                    <a:pt x="457428" y="61214"/>
                  </a:lnTo>
                  <a:lnTo>
                    <a:pt x="453669" y="59817"/>
                  </a:lnTo>
                  <a:close/>
                </a:path>
                <a:path w="465455" h="180339">
                  <a:moveTo>
                    <a:pt x="464883" y="76581"/>
                  </a:moveTo>
                  <a:lnTo>
                    <a:pt x="437908" y="76581"/>
                  </a:lnTo>
                  <a:lnTo>
                    <a:pt x="440588" y="77978"/>
                  </a:lnTo>
                  <a:lnTo>
                    <a:pt x="444182" y="80772"/>
                  </a:lnTo>
                  <a:lnTo>
                    <a:pt x="447789" y="83693"/>
                  </a:lnTo>
                  <a:lnTo>
                    <a:pt x="451040" y="85090"/>
                  </a:lnTo>
                  <a:lnTo>
                    <a:pt x="456920" y="85090"/>
                  </a:lnTo>
                  <a:lnTo>
                    <a:pt x="459486" y="83947"/>
                  </a:lnTo>
                  <a:lnTo>
                    <a:pt x="461645" y="81788"/>
                  </a:lnTo>
                  <a:lnTo>
                    <a:pt x="463804" y="79502"/>
                  </a:lnTo>
                  <a:lnTo>
                    <a:pt x="464883" y="76835"/>
                  </a:lnTo>
                  <a:lnTo>
                    <a:pt x="464883" y="76581"/>
                  </a:lnTo>
                  <a:close/>
                </a:path>
                <a:path w="465455" h="180339">
                  <a:moveTo>
                    <a:pt x="419785" y="59690"/>
                  </a:moveTo>
                  <a:lnTo>
                    <a:pt x="414566" y="59690"/>
                  </a:lnTo>
                  <a:lnTo>
                    <a:pt x="380123" y="73660"/>
                  </a:lnTo>
                  <a:lnTo>
                    <a:pt x="381368" y="78105"/>
                  </a:lnTo>
                  <a:lnTo>
                    <a:pt x="384606" y="76835"/>
                  </a:lnTo>
                  <a:lnTo>
                    <a:pt x="387502" y="76200"/>
                  </a:lnTo>
                  <a:lnTo>
                    <a:pt x="419769" y="76200"/>
                  </a:lnTo>
                  <a:lnTo>
                    <a:pt x="419785" y="59690"/>
                  </a:lnTo>
                  <a:close/>
                </a:path>
              </a:pathLst>
            </a:custGeom>
            <a:solidFill>
              <a:srgbClr val="000000"/>
            </a:solidFill>
          </p:spPr>
          <p:txBody>
            <a:bodyPr wrap="square" lIns="0" tIns="0" rIns="0" bIns="0" rtlCol="0"/>
            <a:lstStyle/>
            <a:p>
              <a:endParaRPr/>
            </a:p>
          </p:txBody>
        </p:sp>
      </p:grpSp>
      <p:pic>
        <p:nvPicPr>
          <p:cNvPr id="83" name="object 83"/>
          <p:cNvPicPr/>
          <p:nvPr/>
        </p:nvPicPr>
        <p:blipFill>
          <a:blip r:embed="rId41" cstate="print"/>
          <a:stretch>
            <a:fillRect/>
          </a:stretch>
        </p:blipFill>
        <p:spPr>
          <a:xfrm>
            <a:off x="1319783" y="4717034"/>
            <a:ext cx="844041" cy="231394"/>
          </a:xfrm>
          <a:prstGeom prst="rect">
            <a:avLst/>
          </a:prstGeom>
        </p:spPr>
      </p:pic>
      <p:grpSp>
        <p:nvGrpSpPr>
          <p:cNvPr id="84" name="object 84"/>
          <p:cNvGrpSpPr/>
          <p:nvPr/>
        </p:nvGrpSpPr>
        <p:grpSpPr>
          <a:xfrm>
            <a:off x="8587740" y="324611"/>
            <a:ext cx="3526790" cy="5621020"/>
            <a:chOff x="8587740" y="324611"/>
            <a:chExt cx="3526790" cy="5621020"/>
          </a:xfrm>
        </p:grpSpPr>
        <p:pic>
          <p:nvPicPr>
            <p:cNvPr id="85" name="object 85"/>
            <p:cNvPicPr/>
            <p:nvPr/>
          </p:nvPicPr>
          <p:blipFill>
            <a:blip r:embed="rId42" cstate="print"/>
            <a:stretch>
              <a:fillRect/>
            </a:stretch>
          </p:blipFill>
          <p:spPr>
            <a:xfrm>
              <a:off x="8814816" y="2977895"/>
              <a:ext cx="3299460" cy="2967228"/>
            </a:xfrm>
            <a:prstGeom prst="rect">
              <a:avLst/>
            </a:prstGeom>
          </p:spPr>
        </p:pic>
        <p:pic>
          <p:nvPicPr>
            <p:cNvPr id="86" name="object 86"/>
            <p:cNvPicPr/>
            <p:nvPr/>
          </p:nvPicPr>
          <p:blipFill>
            <a:blip r:embed="rId43" cstate="print"/>
            <a:stretch>
              <a:fillRect/>
            </a:stretch>
          </p:blipFill>
          <p:spPr>
            <a:xfrm>
              <a:off x="8587740" y="324611"/>
              <a:ext cx="3299459" cy="2805683"/>
            </a:xfrm>
            <a:prstGeom prst="rect">
              <a:avLst/>
            </a:prstGeom>
          </p:spPr>
        </p:pic>
      </p:grpSp>
      <p:sp>
        <p:nvSpPr>
          <p:cNvPr id="87" name="object 87"/>
          <p:cNvSpPr txBox="1">
            <a:spLocks noGrp="1"/>
          </p:cNvSpPr>
          <p:nvPr>
            <p:ph type="title"/>
          </p:nvPr>
        </p:nvSpPr>
        <p:spPr>
          <a:xfrm>
            <a:off x="497840" y="630682"/>
            <a:ext cx="3599179" cy="574040"/>
          </a:xfrm>
          <a:prstGeom prst="rect">
            <a:avLst/>
          </a:prstGeom>
        </p:spPr>
        <p:txBody>
          <a:bodyPr vert="horz" wrap="square" lIns="0" tIns="12700" rIns="0" bIns="0" rtlCol="0">
            <a:spAutoFit/>
          </a:bodyPr>
          <a:lstStyle/>
          <a:p>
            <a:pPr marL="12700">
              <a:lnSpc>
                <a:spcPct val="100000"/>
              </a:lnSpc>
              <a:spcBef>
                <a:spcPts val="100"/>
              </a:spcBef>
            </a:pPr>
            <a:r>
              <a:rPr sz="3600" dirty="0"/>
              <a:t>DC</a:t>
            </a:r>
            <a:r>
              <a:rPr sz="3600" spc="-40" dirty="0"/>
              <a:t> </a:t>
            </a:r>
            <a:r>
              <a:rPr sz="3600" dirty="0"/>
              <a:t>BO</a:t>
            </a:r>
            <a:r>
              <a:rPr sz="3600" spc="-25" dirty="0"/>
              <a:t> </a:t>
            </a:r>
            <a:r>
              <a:rPr sz="3600" spc="-10" dirty="0"/>
              <a:t>M</a:t>
            </a:r>
            <a:r>
              <a:rPr lang="en-US" sz="3600" spc="-10" dirty="0"/>
              <a:t>otors</a:t>
            </a:r>
            <a:endParaRPr sz="3600" dirty="0"/>
          </a:p>
        </p:txBody>
      </p:sp>
      <p:sp>
        <p:nvSpPr>
          <p:cNvPr id="88" name="object 88"/>
          <p:cNvSpPr txBox="1">
            <a:spLocks noGrp="1"/>
          </p:cNvSpPr>
          <p:nvPr>
            <p:ph type="dt" sz="half" idx="6"/>
          </p:nvPr>
        </p:nvSpPr>
        <p:spPr>
          <a:prstGeom prst="rect">
            <a:avLst/>
          </a:prstGeom>
        </p:spPr>
        <p:txBody>
          <a:bodyPr vert="horz" wrap="square" lIns="0" tIns="0" rIns="0" bIns="0" rtlCol="0">
            <a:spAutoFit/>
          </a:bodyPr>
          <a:lstStyle/>
          <a:p>
            <a:pPr marL="293370">
              <a:lnSpc>
                <a:spcPts val="1410"/>
              </a:lnSpc>
            </a:pPr>
            <a:fld id="{1A44A82A-2A81-4579-B89C-79E3A06A6341}" type="datetime1">
              <a:rPr lang="en-US" spc="-10" smtClean="0">
                <a:latin typeface="Times New Roman"/>
                <a:cs typeface="Times New Roman"/>
              </a:rPr>
              <a:t>9/23/2024</a:t>
            </a:fld>
            <a:endParaRPr spc="-10" dirty="0">
              <a:latin typeface="Times New Roman"/>
              <a:cs typeface="Times New Roman"/>
            </a:endParaRPr>
          </a:p>
        </p:txBody>
      </p:sp>
      <p:sp>
        <p:nvSpPr>
          <p:cNvPr id="90" name="TextBox 89">
            <a:extLst>
              <a:ext uri="{FF2B5EF4-FFF2-40B4-BE49-F238E27FC236}">
                <a16:creationId xmlns:a16="http://schemas.microsoft.com/office/drawing/2014/main" id="{3ADBC67A-E4A8-2026-9BDC-50CD4F5206BB}"/>
              </a:ext>
            </a:extLst>
          </p:cNvPr>
          <p:cNvSpPr txBox="1"/>
          <p:nvPr/>
        </p:nvSpPr>
        <p:spPr>
          <a:xfrm>
            <a:off x="278505" y="2815638"/>
            <a:ext cx="7777346" cy="646331"/>
          </a:xfrm>
          <a:prstGeom prst="rect">
            <a:avLst/>
          </a:prstGeom>
          <a:noFill/>
        </p:spPr>
        <p:txBody>
          <a:bodyPr wrap="square" rtlCol="0">
            <a:spAutoFit/>
          </a:bodyPr>
          <a:lstStyle/>
          <a:p>
            <a:r>
              <a:rPr lang="en-US" sz="3600" b="1" dirty="0">
                <a:latin typeface="Times New Roman" panose="02020603050405020304" pitchFamily="18" charset="0"/>
                <a:cs typeface="Times New Roman" panose="02020603050405020304" pitchFamily="18" charset="0"/>
              </a:rPr>
              <a:t>Rechargeable Batteries</a:t>
            </a:r>
            <a:endParaRPr lang="en-IN" sz="3600" b="1" dirty="0">
              <a:latin typeface="Times New Roman" panose="02020603050405020304" pitchFamily="18" charset="0"/>
              <a:cs typeface="Times New Roman" panose="02020603050405020304" pitchFamily="18" charset="0"/>
            </a:endParaRPr>
          </a:p>
        </p:txBody>
      </p:sp>
      <p:sp>
        <p:nvSpPr>
          <p:cNvPr id="39" name="Slide Number Placeholder 38">
            <a:extLst>
              <a:ext uri="{FF2B5EF4-FFF2-40B4-BE49-F238E27FC236}">
                <a16:creationId xmlns:a16="http://schemas.microsoft.com/office/drawing/2014/main" id="{157A651E-B0CB-C77D-C10E-C8E5379FD7D5}"/>
              </a:ext>
            </a:extLst>
          </p:cNvPr>
          <p:cNvSpPr>
            <a:spLocks noGrp="1"/>
          </p:cNvSpPr>
          <p:nvPr>
            <p:ph type="sldNum" sz="quarter" idx="7"/>
          </p:nvPr>
        </p:nvSpPr>
        <p:spPr/>
        <p:txBody>
          <a:bodyPr/>
          <a:lstStyle/>
          <a:p>
            <a:pPr marL="38100">
              <a:lnSpc>
                <a:spcPts val="1240"/>
              </a:lnSpc>
            </a:pPr>
            <a:fld id="{81D60167-4931-47E6-BA6A-407CBD079E47}" type="slidenum">
              <a:rPr lang="en-IN" spc="-25" smtClean="0"/>
              <a:t>11</a:t>
            </a:fld>
            <a:endParaRPr lang="en-IN" spc="-25"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16939" y="428701"/>
            <a:ext cx="3953510" cy="566181"/>
          </a:xfrm>
          <a:prstGeom prst="rect">
            <a:avLst/>
          </a:prstGeom>
        </p:spPr>
        <p:txBody>
          <a:bodyPr vert="horz" wrap="square" lIns="0" tIns="12065" rIns="0" bIns="0" rtlCol="0">
            <a:spAutoFit/>
          </a:bodyPr>
          <a:lstStyle/>
          <a:p>
            <a:pPr marL="12700">
              <a:lnSpc>
                <a:spcPct val="100000"/>
              </a:lnSpc>
              <a:spcBef>
                <a:spcPts val="95"/>
              </a:spcBef>
            </a:pPr>
            <a:r>
              <a:rPr sz="3600" dirty="0"/>
              <a:t>J</a:t>
            </a:r>
            <a:r>
              <a:rPr lang="en-US" sz="3600" dirty="0"/>
              <a:t>umper Wires</a:t>
            </a:r>
            <a:endParaRPr sz="3600" dirty="0"/>
          </a:p>
        </p:txBody>
      </p:sp>
      <p:sp>
        <p:nvSpPr>
          <p:cNvPr id="3" name="object 3"/>
          <p:cNvSpPr txBox="1"/>
          <p:nvPr/>
        </p:nvSpPr>
        <p:spPr>
          <a:xfrm>
            <a:off x="6995593" y="1497102"/>
            <a:ext cx="2539365" cy="892175"/>
          </a:xfrm>
          <a:prstGeom prst="rect">
            <a:avLst/>
          </a:prstGeom>
        </p:spPr>
        <p:txBody>
          <a:bodyPr vert="horz" wrap="square" lIns="0" tIns="0" rIns="0" bIns="0" rtlCol="0">
            <a:spAutoFit/>
          </a:bodyPr>
          <a:lstStyle/>
          <a:p>
            <a:pPr>
              <a:lnSpc>
                <a:spcPts val="2185"/>
              </a:lnSpc>
            </a:pPr>
            <a:r>
              <a:rPr sz="2000" dirty="0">
                <a:latin typeface="Times New Roman"/>
                <a:cs typeface="Times New Roman"/>
              </a:rPr>
              <a:t>ch</a:t>
            </a:r>
            <a:r>
              <a:rPr sz="2000" spc="-10" dirty="0">
                <a:latin typeface="Times New Roman"/>
                <a:cs typeface="Times New Roman"/>
              </a:rPr>
              <a:t> </a:t>
            </a:r>
            <a:r>
              <a:rPr sz="2000" dirty="0">
                <a:latin typeface="Times New Roman"/>
                <a:cs typeface="Times New Roman"/>
              </a:rPr>
              <a:t>end used</a:t>
            </a:r>
            <a:r>
              <a:rPr sz="2000" spc="-30" dirty="0">
                <a:latin typeface="Times New Roman"/>
                <a:cs typeface="Times New Roman"/>
              </a:rPr>
              <a:t> </a:t>
            </a:r>
            <a:r>
              <a:rPr sz="2000" dirty="0">
                <a:latin typeface="Times New Roman"/>
                <a:cs typeface="Times New Roman"/>
              </a:rPr>
              <a:t>to</a:t>
            </a:r>
            <a:r>
              <a:rPr sz="2000" spc="-10" dirty="0">
                <a:latin typeface="Times New Roman"/>
                <a:cs typeface="Times New Roman"/>
              </a:rPr>
              <a:t> create</a:t>
            </a:r>
            <a:endParaRPr sz="2000">
              <a:latin typeface="Times New Roman"/>
              <a:cs typeface="Times New Roman"/>
            </a:endParaRPr>
          </a:p>
          <a:p>
            <a:pPr marL="184150">
              <a:lnSpc>
                <a:spcPct val="100000"/>
              </a:lnSpc>
            </a:pPr>
            <a:r>
              <a:rPr sz="2000" dirty="0">
                <a:latin typeface="Times New Roman"/>
                <a:cs typeface="Times New Roman"/>
              </a:rPr>
              <a:t>electronic</a:t>
            </a:r>
            <a:r>
              <a:rPr sz="2000" spc="-60" dirty="0">
                <a:latin typeface="Times New Roman"/>
                <a:cs typeface="Times New Roman"/>
              </a:rPr>
              <a:t> </a:t>
            </a:r>
            <a:r>
              <a:rPr sz="2000" spc="-10" dirty="0">
                <a:latin typeface="Times New Roman"/>
                <a:cs typeface="Times New Roman"/>
              </a:rPr>
              <a:t>components.</a:t>
            </a:r>
            <a:endParaRPr sz="2000">
              <a:latin typeface="Times New Roman"/>
              <a:cs typeface="Times New Roman"/>
            </a:endParaRPr>
          </a:p>
          <a:p>
            <a:pPr marL="83820">
              <a:lnSpc>
                <a:spcPct val="100000"/>
              </a:lnSpc>
            </a:pPr>
            <a:r>
              <a:rPr sz="2000" dirty="0">
                <a:latin typeface="Times New Roman"/>
                <a:cs typeface="Times New Roman"/>
              </a:rPr>
              <a:t>ith</a:t>
            </a:r>
            <a:r>
              <a:rPr sz="2000" spc="-25" dirty="0">
                <a:latin typeface="Times New Roman"/>
                <a:cs typeface="Times New Roman"/>
              </a:rPr>
              <a:t> </a:t>
            </a:r>
            <a:r>
              <a:rPr sz="2000" dirty="0">
                <a:latin typeface="Times New Roman"/>
                <a:cs typeface="Times New Roman"/>
              </a:rPr>
              <a:t>circuits,</a:t>
            </a:r>
            <a:r>
              <a:rPr sz="2000" spc="-30" dirty="0">
                <a:latin typeface="Times New Roman"/>
                <a:cs typeface="Times New Roman"/>
              </a:rPr>
              <a:t> </a:t>
            </a:r>
            <a:r>
              <a:rPr sz="2000" spc="-10" dirty="0">
                <a:latin typeface="Times New Roman"/>
                <a:cs typeface="Times New Roman"/>
              </a:rPr>
              <a:t>allowing</a:t>
            </a:r>
            <a:endParaRPr sz="2000">
              <a:latin typeface="Times New Roman"/>
              <a:cs typeface="Times New Roman"/>
            </a:endParaRPr>
          </a:p>
        </p:txBody>
      </p:sp>
      <p:sp>
        <p:nvSpPr>
          <p:cNvPr id="4" name="object 4"/>
          <p:cNvSpPr txBox="1"/>
          <p:nvPr/>
        </p:nvSpPr>
        <p:spPr>
          <a:xfrm>
            <a:off x="7919570" y="4330191"/>
            <a:ext cx="702945" cy="254635"/>
          </a:xfrm>
          <a:prstGeom prst="rect">
            <a:avLst/>
          </a:prstGeom>
        </p:spPr>
        <p:txBody>
          <a:bodyPr vert="horz" wrap="square" lIns="0" tIns="0" rIns="0" bIns="0" rtlCol="0">
            <a:spAutoFit/>
          </a:bodyPr>
          <a:lstStyle/>
          <a:p>
            <a:pPr>
              <a:lnSpc>
                <a:spcPts val="1905"/>
              </a:lnSpc>
            </a:pPr>
            <a:r>
              <a:rPr sz="2000" spc="-10" dirty="0">
                <a:latin typeface="Carlito"/>
                <a:cs typeface="Carlito"/>
              </a:rPr>
              <a:t>nother</a:t>
            </a:r>
            <a:endParaRPr sz="2000">
              <a:latin typeface="Carlito"/>
              <a:cs typeface="Carlito"/>
            </a:endParaRPr>
          </a:p>
        </p:txBody>
      </p:sp>
      <p:sp>
        <p:nvSpPr>
          <p:cNvPr id="5" name="object 5"/>
          <p:cNvSpPr txBox="1"/>
          <p:nvPr/>
        </p:nvSpPr>
        <p:spPr>
          <a:xfrm>
            <a:off x="916939" y="1456689"/>
            <a:ext cx="8543925" cy="3432810"/>
          </a:xfrm>
          <a:prstGeom prst="rect">
            <a:avLst/>
          </a:prstGeom>
        </p:spPr>
        <p:txBody>
          <a:bodyPr vert="horz" wrap="square" lIns="0" tIns="13335" rIns="0" bIns="0" rtlCol="0">
            <a:spAutoFit/>
          </a:bodyPr>
          <a:lstStyle/>
          <a:p>
            <a:pPr marL="12700" marR="2334260">
              <a:lnSpc>
                <a:spcPct val="100000"/>
              </a:lnSpc>
              <a:spcBef>
                <a:spcPts val="105"/>
              </a:spcBef>
            </a:pPr>
            <a:r>
              <a:rPr sz="2000" dirty="0">
                <a:latin typeface="Times New Roman"/>
                <a:cs typeface="Times New Roman"/>
              </a:rPr>
              <a:t>Jumper</a:t>
            </a:r>
            <a:r>
              <a:rPr sz="2000" spc="-25" dirty="0">
                <a:latin typeface="Times New Roman"/>
                <a:cs typeface="Times New Roman"/>
              </a:rPr>
              <a:t> </a:t>
            </a:r>
            <a:r>
              <a:rPr sz="2000" dirty="0">
                <a:latin typeface="Times New Roman"/>
                <a:cs typeface="Times New Roman"/>
              </a:rPr>
              <a:t>wires</a:t>
            </a:r>
            <a:r>
              <a:rPr sz="2000" spc="-25" dirty="0">
                <a:latin typeface="Times New Roman"/>
                <a:cs typeface="Times New Roman"/>
              </a:rPr>
              <a:t> </a:t>
            </a:r>
            <a:r>
              <a:rPr sz="2000" dirty="0">
                <a:latin typeface="Times New Roman"/>
                <a:cs typeface="Times New Roman"/>
              </a:rPr>
              <a:t>are</a:t>
            </a:r>
            <a:r>
              <a:rPr sz="2000" spc="-15" dirty="0">
                <a:latin typeface="Times New Roman"/>
                <a:cs typeface="Times New Roman"/>
              </a:rPr>
              <a:t> </a:t>
            </a:r>
            <a:r>
              <a:rPr sz="2000" dirty="0">
                <a:latin typeface="Times New Roman"/>
                <a:cs typeface="Times New Roman"/>
              </a:rPr>
              <a:t>small,</a:t>
            </a:r>
            <a:r>
              <a:rPr sz="2000" spc="-5" dirty="0">
                <a:latin typeface="Times New Roman"/>
                <a:cs typeface="Times New Roman"/>
              </a:rPr>
              <a:t> </a:t>
            </a:r>
            <a:r>
              <a:rPr sz="2000" dirty="0">
                <a:latin typeface="Times New Roman"/>
                <a:cs typeface="Times New Roman"/>
              </a:rPr>
              <a:t>flexible</a:t>
            </a:r>
            <a:r>
              <a:rPr sz="2000" spc="-40" dirty="0">
                <a:latin typeface="Times New Roman"/>
                <a:cs typeface="Times New Roman"/>
              </a:rPr>
              <a:t> </a:t>
            </a:r>
            <a:r>
              <a:rPr sz="2000" dirty="0">
                <a:latin typeface="Times New Roman"/>
                <a:cs typeface="Times New Roman"/>
              </a:rPr>
              <a:t>wires</a:t>
            </a:r>
            <a:r>
              <a:rPr sz="2000" spc="-25" dirty="0">
                <a:latin typeface="Times New Roman"/>
                <a:cs typeface="Times New Roman"/>
              </a:rPr>
              <a:t> </a:t>
            </a:r>
            <a:r>
              <a:rPr sz="2000" dirty="0">
                <a:latin typeface="Times New Roman"/>
                <a:cs typeface="Times New Roman"/>
              </a:rPr>
              <a:t>with</a:t>
            </a:r>
            <a:r>
              <a:rPr sz="2000" spc="-25" dirty="0">
                <a:latin typeface="Times New Roman"/>
                <a:cs typeface="Times New Roman"/>
              </a:rPr>
              <a:t> </a:t>
            </a:r>
            <a:r>
              <a:rPr sz="2000" dirty="0">
                <a:latin typeface="Times New Roman"/>
                <a:cs typeface="Times New Roman"/>
              </a:rPr>
              <a:t>connectors</a:t>
            </a:r>
            <a:r>
              <a:rPr sz="2000" spc="-50" dirty="0">
                <a:latin typeface="Times New Roman"/>
                <a:cs typeface="Times New Roman"/>
              </a:rPr>
              <a:t> </a:t>
            </a:r>
            <a:r>
              <a:rPr sz="2000" dirty="0">
                <a:latin typeface="Times New Roman"/>
                <a:cs typeface="Times New Roman"/>
              </a:rPr>
              <a:t>at</a:t>
            </a:r>
            <a:r>
              <a:rPr sz="2000" spc="-20" dirty="0">
                <a:latin typeface="Times New Roman"/>
                <a:cs typeface="Times New Roman"/>
              </a:rPr>
              <a:t> </a:t>
            </a:r>
            <a:r>
              <a:rPr sz="2000" spc="-25" dirty="0">
                <a:latin typeface="Times New Roman"/>
                <a:cs typeface="Times New Roman"/>
              </a:rPr>
              <a:t>ea </a:t>
            </a:r>
            <a:r>
              <a:rPr sz="2000" dirty="0">
                <a:latin typeface="Times New Roman"/>
                <a:cs typeface="Times New Roman"/>
              </a:rPr>
              <a:t>temporary</a:t>
            </a:r>
            <a:r>
              <a:rPr sz="2000" spc="-40" dirty="0">
                <a:latin typeface="Times New Roman"/>
                <a:cs typeface="Times New Roman"/>
              </a:rPr>
              <a:t> </a:t>
            </a:r>
            <a:r>
              <a:rPr sz="2000" dirty="0">
                <a:latin typeface="Times New Roman"/>
                <a:cs typeface="Times New Roman"/>
              </a:rPr>
              <a:t>electrical</a:t>
            </a:r>
            <a:r>
              <a:rPr sz="2000" spc="-40" dirty="0">
                <a:latin typeface="Times New Roman"/>
                <a:cs typeface="Times New Roman"/>
              </a:rPr>
              <a:t> </a:t>
            </a:r>
            <a:r>
              <a:rPr sz="2000" dirty="0">
                <a:latin typeface="Times New Roman"/>
                <a:cs typeface="Times New Roman"/>
              </a:rPr>
              <a:t>connections</a:t>
            </a:r>
            <a:r>
              <a:rPr sz="2000" spc="-55" dirty="0">
                <a:latin typeface="Times New Roman"/>
                <a:cs typeface="Times New Roman"/>
              </a:rPr>
              <a:t> </a:t>
            </a:r>
            <a:r>
              <a:rPr sz="2000" dirty="0">
                <a:latin typeface="Times New Roman"/>
                <a:cs typeface="Times New Roman"/>
              </a:rPr>
              <a:t>on</a:t>
            </a:r>
            <a:r>
              <a:rPr sz="2000" spc="-20" dirty="0">
                <a:latin typeface="Times New Roman"/>
                <a:cs typeface="Times New Roman"/>
              </a:rPr>
              <a:t> </a:t>
            </a:r>
            <a:r>
              <a:rPr sz="2000" dirty="0">
                <a:latin typeface="Times New Roman"/>
                <a:cs typeface="Times New Roman"/>
              </a:rPr>
              <a:t>a</a:t>
            </a:r>
            <a:r>
              <a:rPr sz="2000" spc="-25" dirty="0">
                <a:latin typeface="Times New Roman"/>
                <a:cs typeface="Times New Roman"/>
              </a:rPr>
              <a:t> </a:t>
            </a:r>
            <a:r>
              <a:rPr sz="2000" dirty="0">
                <a:latin typeface="Times New Roman"/>
                <a:cs typeface="Times New Roman"/>
              </a:rPr>
              <a:t>breadboard</a:t>
            </a:r>
            <a:r>
              <a:rPr sz="2000" spc="-55" dirty="0">
                <a:latin typeface="Times New Roman"/>
                <a:cs typeface="Times New Roman"/>
              </a:rPr>
              <a:t> </a:t>
            </a:r>
            <a:r>
              <a:rPr sz="2000" dirty="0">
                <a:latin typeface="Times New Roman"/>
                <a:cs typeface="Times New Roman"/>
              </a:rPr>
              <a:t>or</a:t>
            </a:r>
            <a:r>
              <a:rPr sz="2000" spc="-25" dirty="0">
                <a:latin typeface="Times New Roman"/>
                <a:cs typeface="Times New Roman"/>
              </a:rPr>
              <a:t> </a:t>
            </a:r>
            <a:r>
              <a:rPr sz="2000" spc="-10" dirty="0">
                <a:latin typeface="Times New Roman"/>
                <a:cs typeface="Times New Roman"/>
              </a:rPr>
              <a:t>between </a:t>
            </a:r>
            <a:r>
              <a:rPr sz="2000" dirty="0">
                <a:latin typeface="Times New Roman"/>
                <a:cs typeface="Times New Roman"/>
              </a:rPr>
              <a:t>They're</a:t>
            </a:r>
            <a:r>
              <a:rPr sz="2000" spc="-15" dirty="0">
                <a:latin typeface="Times New Roman"/>
                <a:cs typeface="Times New Roman"/>
              </a:rPr>
              <a:t> </a:t>
            </a:r>
            <a:r>
              <a:rPr sz="2000" dirty="0">
                <a:latin typeface="Times New Roman"/>
                <a:cs typeface="Times New Roman"/>
              </a:rPr>
              <a:t>commonly</a:t>
            </a:r>
            <a:r>
              <a:rPr sz="2000" spc="-30" dirty="0">
                <a:latin typeface="Times New Roman"/>
                <a:cs typeface="Times New Roman"/>
              </a:rPr>
              <a:t> </a:t>
            </a:r>
            <a:r>
              <a:rPr sz="2000" dirty="0">
                <a:latin typeface="Times New Roman"/>
                <a:cs typeface="Times New Roman"/>
              </a:rPr>
              <a:t>used</a:t>
            </a:r>
            <a:r>
              <a:rPr sz="2000" spc="-30" dirty="0">
                <a:latin typeface="Times New Roman"/>
                <a:cs typeface="Times New Roman"/>
              </a:rPr>
              <a:t> </a:t>
            </a:r>
            <a:r>
              <a:rPr sz="2000" dirty="0">
                <a:latin typeface="Times New Roman"/>
                <a:cs typeface="Times New Roman"/>
              </a:rPr>
              <a:t>in</a:t>
            </a:r>
            <a:r>
              <a:rPr sz="2000" spc="-20" dirty="0">
                <a:latin typeface="Times New Roman"/>
                <a:cs typeface="Times New Roman"/>
              </a:rPr>
              <a:t> </a:t>
            </a:r>
            <a:r>
              <a:rPr sz="2000" dirty="0">
                <a:latin typeface="Times New Roman"/>
                <a:cs typeface="Times New Roman"/>
              </a:rPr>
              <a:t>prototyping</a:t>
            </a:r>
            <a:r>
              <a:rPr sz="2000" spc="-55" dirty="0">
                <a:latin typeface="Times New Roman"/>
                <a:cs typeface="Times New Roman"/>
              </a:rPr>
              <a:t> </a:t>
            </a:r>
            <a:r>
              <a:rPr sz="2000" dirty="0">
                <a:latin typeface="Times New Roman"/>
                <a:cs typeface="Times New Roman"/>
              </a:rPr>
              <a:t>and</a:t>
            </a:r>
            <a:r>
              <a:rPr sz="2000" spc="-15" dirty="0">
                <a:latin typeface="Times New Roman"/>
                <a:cs typeface="Times New Roman"/>
              </a:rPr>
              <a:t> </a:t>
            </a:r>
            <a:r>
              <a:rPr sz="2000" dirty="0">
                <a:latin typeface="Times New Roman"/>
                <a:cs typeface="Times New Roman"/>
              </a:rPr>
              <a:t>experimenting</a:t>
            </a:r>
            <a:r>
              <a:rPr sz="2000" spc="-50" dirty="0">
                <a:latin typeface="Times New Roman"/>
                <a:cs typeface="Times New Roman"/>
              </a:rPr>
              <a:t> w </a:t>
            </a:r>
            <a:r>
              <a:rPr sz="2000" dirty="0">
                <a:latin typeface="Times New Roman"/>
                <a:cs typeface="Times New Roman"/>
              </a:rPr>
              <a:t>you</a:t>
            </a:r>
            <a:r>
              <a:rPr sz="2000" spc="-5" dirty="0">
                <a:latin typeface="Times New Roman"/>
                <a:cs typeface="Times New Roman"/>
              </a:rPr>
              <a:t> </a:t>
            </a:r>
            <a:r>
              <a:rPr sz="2000" dirty="0">
                <a:latin typeface="Times New Roman"/>
                <a:cs typeface="Times New Roman"/>
              </a:rPr>
              <a:t>to</a:t>
            </a:r>
            <a:r>
              <a:rPr sz="2000" spc="-20" dirty="0">
                <a:latin typeface="Times New Roman"/>
                <a:cs typeface="Times New Roman"/>
              </a:rPr>
              <a:t> </a:t>
            </a:r>
            <a:r>
              <a:rPr sz="2000" dirty="0">
                <a:latin typeface="Times New Roman"/>
                <a:cs typeface="Times New Roman"/>
              </a:rPr>
              <a:t>easily</a:t>
            </a:r>
            <a:r>
              <a:rPr sz="2000" spc="-20" dirty="0">
                <a:latin typeface="Times New Roman"/>
                <a:cs typeface="Times New Roman"/>
              </a:rPr>
              <a:t> </a:t>
            </a:r>
            <a:r>
              <a:rPr sz="2000" dirty="0">
                <a:latin typeface="Times New Roman"/>
                <a:cs typeface="Times New Roman"/>
              </a:rPr>
              <a:t>connect</a:t>
            </a:r>
            <a:r>
              <a:rPr sz="2000" spc="-45" dirty="0">
                <a:latin typeface="Times New Roman"/>
                <a:cs typeface="Times New Roman"/>
              </a:rPr>
              <a:t> </a:t>
            </a:r>
            <a:r>
              <a:rPr sz="2000" dirty="0">
                <a:latin typeface="Times New Roman"/>
                <a:cs typeface="Times New Roman"/>
              </a:rPr>
              <a:t>different</a:t>
            </a:r>
            <a:r>
              <a:rPr sz="2000" spc="-45" dirty="0">
                <a:latin typeface="Times New Roman"/>
                <a:cs typeface="Times New Roman"/>
              </a:rPr>
              <a:t> </a:t>
            </a:r>
            <a:r>
              <a:rPr sz="2000" dirty="0">
                <a:latin typeface="Times New Roman"/>
                <a:cs typeface="Times New Roman"/>
              </a:rPr>
              <a:t>parts</a:t>
            </a:r>
            <a:r>
              <a:rPr sz="2000" spc="-40" dirty="0">
                <a:latin typeface="Times New Roman"/>
                <a:cs typeface="Times New Roman"/>
              </a:rPr>
              <a:t> </a:t>
            </a:r>
            <a:r>
              <a:rPr sz="2000" dirty="0">
                <a:latin typeface="Times New Roman"/>
                <a:cs typeface="Times New Roman"/>
              </a:rPr>
              <a:t>without</a:t>
            </a:r>
            <a:r>
              <a:rPr sz="2000" spc="-20" dirty="0">
                <a:latin typeface="Times New Roman"/>
                <a:cs typeface="Times New Roman"/>
              </a:rPr>
              <a:t> </a:t>
            </a:r>
            <a:r>
              <a:rPr sz="2000" spc="-10" dirty="0">
                <a:latin typeface="Times New Roman"/>
                <a:cs typeface="Times New Roman"/>
              </a:rPr>
              <a:t>soldering.</a:t>
            </a:r>
            <a:endParaRPr sz="2000" dirty="0">
              <a:latin typeface="Times New Roman"/>
              <a:cs typeface="Times New Roman"/>
            </a:endParaRPr>
          </a:p>
          <a:p>
            <a:pPr>
              <a:lnSpc>
                <a:spcPct val="100000"/>
              </a:lnSpc>
              <a:spcBef>
                <a:spcPts val="509"/>
              </a:spcBef>
            </a:pPr>
            <a:endParaRPr sz="2000" dirty="0">
              <a:latin typeface="Times New Roman" panose="02020603050405020304" pitchFamily="18" charset="0"/>
              <a:cs typeface="Times New Roman" panose="02020603050405020304" pitchFamily="18" charset="0"/>
            </a:endParaRPr>
          </a:p>
          <a:p>
            <a:pPr marL="12700">
              <a:lnSpc>
                <a:spcPct val="100000"/>
              </a:lnSpc>
              <a:spcBef>
                <a:spcPts val="5"/>
              </a:spcBef>
            </a:pPr>
            <a:r>
              <a:rPr lang="en-IN" sz="3600" b="1" dirty="0">
                <a:latin typeface="Times New Roman"/>
                <a:cs typeface="Times New Roman"/>
              </a:rPr>
              <a:t>Robot</a:t>
            </a:r>
            <a:r>
              <a:rPr sz="3600" b="1" spc="-85" dirty="0">
                <a:latin typeface="Times New Roman"/>
                <a:cs typeface="Times New Roman"/>
              </a:rPr>
              <a:t> </a:t>
            </a:r>
            <a:r>
              <a:rPr sz="3600" b="1" spc="-10" dirty="0">
                <a:latin typeface="Times New Roman"/>
                <a:cs typeface="Times New Roman"/>
              </a:rPr>
              <a:t>C</a:t>
            </a:r>
            <a:r>
              <a:rPr lang="en-US" sz="3600" b="1" spc="-10" dirty="0">
                <a:latin typeface="Times New Roman"/>
                <a:cs typeface="Times New Roman"/>
              </a:rPr>
              <a:t>hassis</a:t>
            </a:r>
            <a:endParaRPr sz="3600" dirty="0">
              <a:latin typeface="Times New Roman"/>
              <a:cs typeface="Times New Roman"/>
            </a:endParaRPr>
          </a:p>
          <a:p>
            <a:pPr marL="12700" marR="5080">
              <a:lnSpc>
                <a:spcPct val="100000"/>
              </a:lnSpc>
              <a:spcBef>
                <a:spcPts val="2410"/>
              </a:spcBef>
            </a:pPr>
            <a:r>
              <a:rPr sz="2000" dirty="0">
                <a:latin typeface="Times New Roman" panose="02020603050405020304" pitchFamily="18" charset="0"/>
                <a:cs typeface="Times New Roman" panose="02020603050405020304" pitchFamily="18" charset="0"/>
              </a:rPr>
              <a:t>The</a:t>
            </a:r>
            <a:r>
              <a:rPr sz="2000" spc="-50"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chassis</a:t>
            </a:r>
            <a:r>
              <a:rPr sz="2000" spc="-30"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is</a:t>
            </a:r>
            <a:r>
              <a:rPr sz="2000" spc="-35"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the</a:t>
            </a:r>
            <a:r>
              <a:rPr sz="2000" spc="-40" dirty="0">
                <a:latin typeface="Times New Roman" panose="02020603050405020304" pitchFamily="18" charset="0"/>
                <a:cs typeface="Times New Roman" panose="02020603050405020304" pitchFamily="18" charset="0"/>
              </a:rPr>
              <a:t> </a:t>
            </a:r>
            <a:r>
              <a:rPr sz="2000" spc="-10" dirty="0">
                <a:latin typeface="Times New Roman" panose="02020603050405020304" pitchFamily="18" charset="0"/>
                <a:cs typeface="Times New Roman" panose="02020603050405020304" pitchFamily="18" charset="0"/>
              </a:rPr>
              <a:t>structural</a:t>
            </a:r>
            <a:r>
              <a:rPr sz="2000" spc="-35"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component</a:t>
            </a:r>
            <a:r>
              <a:rPr sz="2000" spc="-55"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for</a:t>
            </a:r>
            <a:r>
              <a:rPr sz="2000" spc="-50"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the</a:t>
            </a:r>
            <a:r>
              <a:rPr sz="2000" spc="-40"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robot</a:t>
            </a:r>
            <a:r>
              <a:rPr sz="2000" spc="-40"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which</a:t>
            </a:r>
            <a:r>
              <a:rPr sz="2000" spc="-40" dirty="0">
                <a:latin typeface="Times New Roman" panose="02020603050405020304" pitchFamily="18" charset="0"/>
                <a:cs typeface="Times New Roman" panose="02020603050405020304" pitchFamily="18" charset="0"/>
              </a:rPr>
              <a:t> </a:t>
            </a:r>
            <a:r>
              <a:rPr sz="2000" spc="-10" dirty="0">
                <a:latin typeface="Times New Roman" panose="02020603050405020304" pitchFamily="18" charset="0"/>
                <a:cs typeface="Times New Roman" panose="02020603050405020304" pitchFamily="18" charset="0"/>
              </a:rPr>
              <a:t>contains</a:t>
            </a:r>
            <a:r>
              <a:rPr sz="2000" spc="-50"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the</a:t>
            </a:r>
            <a:r>
              <a:rPr sz="2000" spc="-35" dirty="0">
                <a:latin typeface="Times New Roman" panose="02020603050405020304" pitchFamily="18" charset="0"/>
                <a:cs typeface="Times New Roman" panose="02020603050405020304" pitchFamily="18" charset="0"/>
              </a:rPr>
              <a:t> </a:t>
            </a:r>
            <a:r>
              <a:rPr sz="2000" spc="-10" dirty="0">
                <a:latin typeface="Times New Roman" panose="02020603050405020304" pitchFamily="18" charset="0"/>
                <a:cs typeface="Times New Roman" panose="02020603050405020304" pitchFamily="18" charset="0"/>
              </a:rPr>
              <a:t>drivetrain </a:t>
            </a:r>
            <a:r>
              <a:rPr sz="2000" dirty="0">
                <a:latin typeface="Times New Roman" panose="02020603050405020304" pitchFamily="18" charset="0"/>
                <a:cs typeface="Times New Roman" panose="02020603050405020304" pitchFamily="18" charset="0"/>
              </a:rPr>
              <a:t>and</a:t>
            </a:r>
            <a:r>
              <a:rPr sz="2000" spc="-40"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allows</a:t>
            </a:r>
            <a:r>
              <a:rPr sz="2000" spc="-35"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the</a:t>
            </a:r>
            <a:r>
              <a:rPr sz="2000" spc="-35"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robot</a:t>
            </a:r>
            <a:r>
              <a:rPr sz="2000" spc="-35"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to</a:t>
            </a:r>
            <a:r>
              <a:rPr sz="2000" spc="-45"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be</a:t>
            </a:r>
            <a:r>
              <a:rPr sz="2000" spc="-30"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mobile</a:t>
            </a:r>
            <a:r>
              <a:rPr sz="2000" spc="-35"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by</a:t>
            </a:r>
            <a:r>
              <a:rPr sz="2000" spc="-50"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using</a:t>
            </a:r>
            <a:r>
              <a:rPr sz="2000" spc="-35"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wheels,</a:t>
            </a:r>
            <a:r>
              <a:rPr sz="2000" spc="-30"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tank</a:t>
            </a:r>
            <a:r>
              <a:rPr sz="2000" spc="-30"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treads,</a:t>
            </a:r>
            <a:r>
              <a:rPr sz="2000" spc="-30"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or</a:t>
            </a:r>
            <a:r>
              <a:rPr sz="2000" spc="-45" dirty="0">
                <a:latin typeface="Times New Roman" panose="02020603050405020304" pitchFamily="18" charset="0"/>
                <a:cs typeface="Times New Roman" panose="02020603050405020304" pitchFamily="18" charset="0"/>
              </a:rPr>
              <a:t> </a:t>
            </a:r>
            <a:r>
              <a:rPr sz="2000" spc="-50" dirty="0">
                <a:latin typeface="Times New Roman" panose="02020603050405020304" pitchFamily="18" charset="0"/>
                <a:cs typeface="Times New Roman" panose="02020603050405020304" pitchFamily="18" charset="0"/>
              </a:rPr>
              <a:t>a</a:t>
            </a:r>
            <a:endParaRPr sz="2000" dirty="0">
              <a:latin typeface="Times New Roman" panose="02020603050405020304" pitchFamily="18" charset="0"/>
              <a:cs typeface="Times New Roman" panose="02020603050405020304" pitchFamily="18" charset="0"/>
            </a:endParaRPr>
          </a:p>
          <a:p>
            <a:pPr marL="12700">
              <a:lnSpc>
                <a:spcPct val="100000"/>
              </a:lnSpc>
            </a:pPr>
            <a:r>
              <a:rPr sz="2000" dirty="0">
                <a:latin typeface="Times New Roman" panose="02020603050405020304" pitchFamily="18" charset="0"/>
                <a:cs typeface="Times New Roman" panose="02020603050405020304" pitchFamily="18" charset="0"/>
              </a:rPr>
              <a:t>method.</a:t>
            </a:r>
            <a:r>
              <a:rPr sz="2000" spc="-65"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A</a:t>
            </a:r>
            <a:r>
              <a:rPr sz="2000" spc="-45"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chassis</a:t>
            </a:r>
            <a:r>
              <a:rPr sz="2000" spc="-30"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is</a:t>
            </a:r>
            <a:r>
              <a:rPr sz="2000" spc="-55"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sometimes</a:t>
            </a:r>
            <a:r>
              <a:rPr sz="2000" spc="-25" dirty="0">
                <a:latin typeface="Times New Roman" panose="02020603050405020304" pitchFamily="18" charset="0"/>
                <a:cs typeface="Times New Roman" panose="02020603050405020304" pitchFamily="18" charset="0"/>
              </a:rPr>
              <a:t> </a:t>
            </a:r>
            <a:r>
              <a:rPr sz="2000" spc="-10" dirty="0">
                <a:latin typeface="Times New Roman" panose="02020603050405020304" pitchFamily="18" charset="0"/>
                <a:cs typeface="Times New Roman" panose="02020603050405020304" pitchFamily="18" charset="0"/>
              </a:rPr>
              <a:t>referred</a:t>
            </a:r>
            <a:r>
              <a:rPr sz="2000" spc="-45"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to</a:t>
            </a:r>
            <a:r>
              <a:rPr sz="2000" spc="-55"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as</a:t>
            </a:r>
            <a:r>
              <a:rPr sz="2000" spc="-40"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the</a:t>
            </a:r>
            <a:r>
              <a:rPr sz="2000" spc="-50"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robot's</a:t>
            </a:r>
            <a:r>
              <a:rPr sz="2000" spc="-55" dirty="0">
                <a:latin typeface="Times New Roman" panose="02020603050405020304" pitchFamily="18" charset="0"/>
                <a:cs typeface="Times New Roman" panose="02020603050405020304" pitchFamily="18" charset="0"/>
              </a:rPr>
              <a:t> </a:t>
            </a:r>
            <a:r>
              <a:rPr sz="2000" spc="-10" dirty="0">
                <a:latin typeface="Times New Roman" panose="02020603050405020304" pitchFamily="18" charset="0"/>
                <a:cs typeface="Times New Roman" panose="02020603050405020304" pitchFamily="18" charset="0"/>
              </a:rPr>
              <a:t>frame</a:t>
            </a:r>
            <a:r>
              <a:rPr sz="2000" spc="-10" dirty="0">
                <a:latin typeface="Carlito"/>
                <a:cs typeface="Carlito"/>
              </a:rPr>
              <a:t>.</a:t>
            </a:r>
            <a:endParaRPr sz="2000" dirty="0">
              <a:latin typeface="Carlito"/>
              <a:cs typeface="Carlito"/>
            </a:endParaRPr>
          </a:p>
        </p:txBody>
      </p:sp>
      <p:pic>
        <p:nvPicPr>
          <p:cNvPr id="6" name="object 6"/>
          <p:cNvPicPr/>
          <p:nvPr/>
        </p:nvPicPr>
        <p:blipFill>
          <a:blip r:embed="rId2" cstate="print"/>
          <a:stretch>
            <a:fillRect/>
          </a:stretch>
        </p:blipFill>
        <p:spPr>
          <a:xfrm>
            <a:off x="7089647" y="239268"/>
            <a:ext cx="4062984" cy="2683764"/>
          </a:xfrm>
          <a:prstGeom prst="rect">
            <a:avLst/>
          </a:prstGeom>
        </p:spPr>
      </p:pic>
      <p:pic>
        <p:nvPicPr>
          <p:cNvPr id="7" name="object 7"/>
          <p:cNvPicPr/>
          <p:nvPr/>
        </p:nvPicPr>
        <p:blipFill>
          <a:blip r:embed="rId3" cstate="print"/>
          <a:stretch>
            <a:fillRect/>
          </a:stretch>
        </p:blipFill>
        <p:spPr>
          <a:xfrm>
            <a:off x="8045195" y="4296155"/>
            <a:ext cx="3329940" cy="1685544"/>
          </a:xfrm>
          <a:prstGeom prst="rect">
            <a:avLst/>
          </a:prstGeom>
        </p:spPr>
      </p:pic>
      <p:sp>
        <p:nvSpPr>
          <p:cNvPr id="10" name="Date Placeholder 9">
            <a:extLst>
              <a:ext uri="{FF2B5EF4-FFF2-40B4-BE49-F238E27FC236}">
                <a16:creationId xmlns:a16="http://schemas.microsoft.com/office/drawing/2014/main" id="{386DA557-65C2-DCA1-683E-1736CCEDA57A}"/>
              </a:ext>
            </a:extLst>
          </p:cNvPr>
          <p:cNvSpPr>
            <a:spLocks noGrp="1"/>
          </p:cNvSpPr>
          <p:nvPr>
            <p:ph type="dt" sz="half" idx="6"/>
          </p:nvPr>
        </p:nvSpPr>
        <p:spPr/>
        <p:txBody>
          <a:bodyPr/>
          <a:lstStyle/>
          <a:p>
            <a:pPr marL="234315">
              <a:lnSpc>
                <a:spcPts val="1240"/>
              </a:lnSpc>
            </a:pPr>
            <a:fld id="{003A1DE7-98A1-4AB9-9D07-3609D5435699}" type="datetime1">
              <a:rPr lang="en-US" spc="-10" smtClean="0"/>
              <a:t>9/23/2024</a:t>
            </a:fld>
            <a:endParaRPr lang="en-US" spc="-10" dirty="0"/>
          </a:p>
        </p:txBody>
      </p:sp>
      <p:sp>
        <p:nvSpPr>
          <p:cNvPr id="11" name="Slide Number Placeholder 10">
            <a:extLst>
              <a:ext uri="{FF2B5EF4-FFF2-40B4-BE49-F238E27FC236}">
                <a16:creationId xmlns:a16="http://schemas.microsoft.com/office/drawing/2014/main" id="{214E7F89-8C1F-4F0B-48AD-491DD087AF27}"/>
              </a:ext>
            </a:extLst>
          </p:cNvPr>
          <p:cNvSpPr>
            <a:spLocks noGrp="1"/>
          </p:cNvSpPr>
          <p:nvPr>
            <p:ph type="sldNum" sz="quarter" idx="7"/>
          </p:nvPr>
        </p:nvSpPr>
        <p:spPr/>
        <p:txBody>
          <a:bodyPr/>
          <a:lstStyle/>
          <a:p>
            <a:pPr marL="38100">
              <a:lnSpc>
                <a:spcPts val="1240"/>
              </a:lnSpc>
            </a:pPr>
            <a:fld id="{81D60167-4931-47E6-BA6A-407CBD079E47}" type="slidenum">
              <a:rPr lang="en-IN" spc="-25" smtClean="0"/>
              <a:t>12</a:t>
            </a:fld>
            <a:endParaRPr lang="en-IN" spc="-25"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26FFFF-5177-40E9-1404-96CEC415B955}"/>
              </a:ext>
            </a:extLst>
          </p:cNvPr>
          <p:cNvSpPr>
            <a:spLocks noGrp="1"/>
          </p:cNvSpPr>
          <p:nvPr>
            <p:ph type="title"/>
          </p:nvPr>
        </p:nvSpPr>
        <p:spPr>
          <a:xfrm>
            <a:off x="533400" y="76200"/>
            <a:ext cx="10358120" cy="492443"/>
          </a:xfrm>
        </p:spPr>
        <p:txBody>
          <a:bodyPr/>
          <a:lstStyle/>
          <a:p>
            <a:r>
              <a:rPr lang="en-US" sz="3200" dirty="0"/>
              <a:t>Ultra Sonic Sensor</a:t>
            </a:r>
            <a:endParaRPr lang="en-IN" sz="3200" dirty="0"/>
          </a:p>
        </p:txBody>
      </p:sp>
      <p:sp>
        <p:nvSpPr>
          <p:cNvPr id="3" name="Date Placeholder 2">
            <a:extLst>
              <a:ext uri="{FF2B5EF4-FFF2-40B4-BE49-F238E27FC236}">
                <a16:creationId xmlns:a16="http://schemas.microsoft.com/office/drawing/2014/main" id="{25043036-9E44-1E7F-C6F2-AD2155AD30F1}"/>
              </a:ext>
            </a:extLst>
          </p:cNvPr>
          <p:cNvSpPr>
            <a:spLocks noGrp="1"/>
          </p:cNvSpPr>
          <p:nvPr>
            <p:ph type="dt" sz="half" idx="6"/>
          </p:nvPr>
        </p:nvSpPr>
        <p:spPr/>
        <p:txBody>
          <a:bodyPr/>
          <a:lstStyle/>
          <a:p>
            <a:pPr marL="234315">
              <a:lnSpc>
                <a:spcPts val="1240"/>
              </a:lnSpc>
            </a:pPr>
            <a:fld id="{3DB5D84B-7EA8-434D-933A-FFFB3B868335}" type="datetime1">
              <a:rPr lang="en-US" spc="-10" smtClean="0"/>
              <a:t>9/23/2024</a:t>
            </a:fld>
            <a:endParaRPr lang="en-US" spc="-10" dirty="0"/>
          </a:p>
        </p:txBody>
      </p:sp>
      <p:sp>
        <p:nvSpPr>
          <p:cNvPr id="4" name="Slide Number Placeholder 3">
            <a:extLst>
              <a:ext uri="{FF2B5EF4-FFF2-40B4-BE49-F238E27FC236}">
                <a16:creationId xmlns:a16="http://schemas.microsoft.com/office/drawing/2014/main" id="{1C60A42F-FB2C-66DE-0E7D-73861598E616}"/>
              </a:ext>
            </a:extLst>
          </p:cNvPr>
          <p:cNvSpPr>
            <a:spLocks noGrp="1"/>
          </p:cNvSpPr>
          <p:nvPr>
            <p:ph type="sldNum" sz="quarter" idx="7"/>
          </p:nvPr>
        </p:nvSpPr>
        <p:spPr/>
        <p:txBody>
          <a:bodyPr/>
          <a:lstStyle/>
          <a:p>
            <a:pPr marL="38100">
              <a:lnSpc>
                <a:spcPts val="1240"/>
              </a:lnSpc>
            </a:pPr>
            <a:fld id="{81D60167-4931-47E6-BA6A-407CBD079E47}" type="slidenum">
              <a:rPr lang="en-IN" spc="-25" smtClean="0"/>
              <a:t>13</a:t>
            </a:fld>
            <a:endParaRPr lang="en-IN" spc="-25" dirty="0"/>
          </a:p>
        </p:txBody>
      </p:sp>
      <p:sp>
        <p:nvSpPr>
          <p:cNvPr id="6" name="TextBox 5">
            <a:extLst>
              <a:ext uri="{FF2B5EF4-FFF2-40B4-BE49-F238E27FC236}">
                <a16:creationId xmlns:a16="http://schemas.microsoft.com/office/drawing/2014/main" id="{5AEC56B6-DE21-1620-B748-BD557E9FD016}"/>
              </a:ext>
            </a:extLst>
          </p:cNvPr>
          <p:cNvSpPr txBox="1"/>
          <p:nvPr/>
        </p:nvSpPr>
        <p:spPr>
          <a:xfrm>
            <a:off x="533400" y="519321"/>
            <a:ext cx="6459868" cy="1631216"/>
          </a:xfrm>
          <a:prstGeom prst="rect">
            <a:avLst/>
          </a:prstGeom>
          <a:noFill/>
        </p:spPr>
        <p:txBody>
          <a:bodyPr wrap="square" rtlCol="0">
            <a:spAutoFit/>
          </a:bodyPr>
          <a:lstStyle/>
          <a:p>
            <a:r>
              <a:rPr lang="en-US" sz="2000" dirty="0">
                <a:latin typeface="Times New Roman" panose="02020603050405020304" pitchFamily="18" charset="0"/>
                <a:cs typeface="Times New Roman" panose="02020603050405020304" pitchFamily="18" charset="0"/>
              </a:rPr>
              <a:t>An ultrasonic sensor is an instrument that measures the</a:t>
            </a:r>
          </a:p>
          <a:p>
            <a:r>
              <a:rPr lang="en-US" sz="2000" dirty="0">
                <a:latin typeface="Times New Roman" panose="02020603050405020304" pitchFamily="18" charset="0"/>
                <a:cs typeface="Times New Roman" panose="02020603050405020304" pitchFamily="18" charset="0"/>
              </a:rPr>
              <a:t>separate to a question utilizing ultrasonic sound waves. An</a:t>
            </a:r>
          </a:p>
          <a:p>
            <a:r>
              <a:rPr lang="en-US" sz="2000" dirty="0">
                <a:latin typeface="Times New Roman" panose="02020603050405020304" pitchFamily="18" charset="0"/>
                <a:cs typeface="Times New Roman" panose="02020603050405020304" pitchFamily="18" charset="0"/>
              </a:rPr>
              <a:t>ultrasonic sensor employment a transducer to send and get</a:t>
            </a:r>
          </a:p>
          <a:p>
            <a:r>
              <a:rPr lang="en-US" sz="2000" dirty="0">
                <a:latin typeface="Times New Roman" panose="02020603050405020304" pitchFamily="18" charset="0"/>
                <a:cs typeface="Times New Roman" panose="02020603050405020304" pitchFamily="18" charset="0"/>
              </a:rPr>
              <a:t>ultrasonic beats that hand-off back data approximately an</a:t>
            </a:r>
          </a:p>
          <a:p>
            <a:r>
              <a:rPr lang="en-US" sz="2000" dirty="0">
                <a:latin typeface="Times New Roman" panose="02020603050405020304" pitchFamily="18" charset="0"/>
                <a:cs typeface="Times New Roman" panose="02020603050405020304" pitchFamily="18" charset="0"/>
              </a:rPr>
              <a:t>object's vicinity</a:t>
            </a:r>
            <a:endParaRPr lang="en-IN" sz="2000" dirty="0">
              <a:latin typeface="Times New Roman" panose="02020603050405020304" pitchFamily="18" charset="0"/>
              <a:cs typeface="Times New Roman" panose="02020603050405020304" pitchFamily="18" charset="0"/>
            </a:endParaRPr>
          </a:p>
        </p:txBody>
      </p:sp>
      <p:pic>
        <p:nvPicPr>
          <p:cNvPr id="1026" name="Picture 2" descr="R&amp;D HC-SR04 Ultrasonic Sensor Distance ...">
            <a:extLst>
              <a:ext uri="{FF2B5EF4-FFF2-40B4-BE49-F238E27FC236}">
                <a16:creationId xmlns:a16="http://schemas.microsoft.com/office/drawing/2014/main" id="{DEEDFA19-6E5B-A6E4-BE43-2E6EC379DC1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167370" y="235380"/>
            <a:ext cx="2724150" cy="1676400"/>
          </a:xfrm>
          <a:prstGeom prst="rect">
            <a:avLst/>
          </a:prstGeom>
          <a:noFill/>
          <a:extLst>
            <a:ext uri="{909E8E84-426E-40DD-AFC4-6F175D3DCCD1}">
              <a14:hiddenFill xmlns:a14="http://schemas.microsoft.com/office/drawing/2010/main">
                <a:solidFill>
                  <a:srgbClr val="FFFFFF"/>
                </a:solidFill>
              </a14:hiddenFill>
            </a:ext>
          </a:extLst>
        </p:spPr>
      </p:pic>
      <p:sp>
        <p:nvSpPr>
          <p:cNvPr id="8" name="TextBox 7">
            <a:extLst>
              <a:ext uri="{FF2B5EF4-FFF2-40B4-BE49-F238E27FC236}">
                <a16:creationId xmlns:a16="http://schemas.microsoft.com/office/drawing/2014/main" id="{60884342-558A-F7B2-DA4E-AC99BBD36D77}"/>
              </a:ext>
            </a:extLst>
          </p:cNvPr>
          <p:cNvSpPr txBox="1"/>
          <p:nvPr/>
        </p:nvSpPr>
        <p:spPr>
          <a:xfrm>
            <a:off x="443577" y="2101215"/>
            <a:ext cx="6247833" cy="584775"/>
          </a:xfrm>
          <a:prstGeom prst="rect">
            <a:avLst/>
          </a:prstGeom>
          <a:noFill/>
        </p:spPr>
        <p:txBody>
          <a:bodyPr wrap="square" rtlCol="0">
            <a:spAutoFit/>
          </a:bodyPr>
          <a:lstStyle/>
          <a:p>
            <a:r>
              <a:rPr lang="en-US" sz="3200" b="1" dirty="0">
                <a:latin typeface="Times New Roman" panose="02020603050405020304" pitchFamily="18" charset="0"/>
                <a:cs typeface="Times New Roman" panose="02020603050405020304" pitchFamily="18" charset="0"/>
              </a:rPr>
              <a:t>GPS Module</a:t>
            </a:r>
            <a:endParaRPr lang="en-IN" sz="3200" b="1" dirty="0">
              <a:latin typeface="Times New Roman" panose="02020603050405020304" pitchFamily="18" charset="0"/>
              <a:cs typeface="Times New Roman" panose="02020603050405020304" pitchFamily="18" charset="0"/>
            </a:endParaRPr>
          </a:p>
        </p:txBody>
      </p:sp>
      <p:sp>
        <p:nvSpPr>
          <p:cNvPr id="9" name="TextBox 8">
            <a:extLst>
              <a:ext uri="{FF2B5EF4-FFF2-40B4-BE49-F238E27FC236}">
                <a16:creationId xmlns:a16="http://schemas.microsoft.com/office/drawing/2014/main" id="{23BC27AE-94DC-F158-DC86-4858E1189C8A}"/>
              </a:ext>
            </a:extLst>
          </p:cNvPr>
          <p:cNvSpPr txBox="1"/>
          <p:nvPr/>
        </p:nvSpPr>
        <p:spPr>
          <a:xfrm>
            <a:off x="440634" y="2623325"/>
            <a:ext cx="8550965" cy="1323439"/>
          </a:xfrm>
          <a:prstGeom prst="rect">
            <a:avLst/>
          </a:prstGeom>
          <a:noFill/>
        </p:spPr>
        <p:txBody>
          <a:bodyPr wrap="square" rtlCol="0">
            <a:spAutoFit/>
          </a:bodyPr>
          <a:lstStyle/>
          <a:p>
            <a:r>
              <a:rPr lang="en-US" sz="2000" dirty="0">
                <a:latin typeface="Times New Roman" panose="02020603050405020304" pitchFamily="18" charset="0"/>
                <a:cs typeface="Times New Roman" panose="02020603050405020304" pitchFamily="18" charset="0"/>
              </a:rPr>
              <a:t>The Global Positioning System (GPS) is a satellite-based navigation system made up of at least 24 satellites. GPS works in any weather conditions, anywhere in the world,24 hours a day, with no subscription fees or setup charges.</a:t>
            </a:r>
          </a:p>
          <a:p>
            <a:endParaRPr lang="en-IN" sz="2000" dirty="0">
              <a:latin typeface="Times New Roman" panose="02020603050405020304" pitchFamily="18" charset="0"/>
              <a:cs typeface="Times New Roman" panose="02020603050405020304" pitchFamily="18" charset="0"/>
            </a:endParaRPr>
          </a:p>
        </p:txBody>
      </p:sp>
      <p:pic>
        <p:nvPicPr>
          <p:cNvPr id="1028" name="Picture 4" descr="Yellow NEO-6M GPS Module with antena ...">
            <a:extLst>
              <a:ext uri="{FF2B5EF4-FFF2-40B4-BE49-F238E27FC236}">
                <a16:creationId xmlns:a16="http://schemas.microsoft.com/office/drawing/2014/main" id="{75D3D555-3078-7825-AA46-AC968BD3F83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062720" y="2267552"/>
            <a:ext cx="2519680" cy="2180993"/>
          </a:xfrm>
          <a:prstGeom prst="rect">
            <a:avLst/>
          </a:prstGeom>
          <a:noFill/>
          <a:extLst>
            <a:ext uri="{909E8E84-426E-40DD-AFC4-6F175D3DCCD1}">
              <a14:hiddenFill xmlns:a14="http://schemas.microsoft.com/office/drawing/2010/main">
                <a:solidFill>
                  <a:srgbClr val="FFFFFF"/>
                </a:solidFill>
              </a14:hiddenFill>
            </a:ext>
          </a:extLst>
        </p:spPr>
      </p:pic>
      <p:sp>
        <p:nvSpPr>
          <p:cNvPr id="12" name="TextBox 11">
            <a:extLst>
              <a:ext uri="{FF2B5EF4-FFF2-40B4-BE49-F238E27FC236}">
                <a16:creationId xmlns:a16="http://schemas.microsoft.com/office/drawing/2014/main" id="{88A26F3A-BF95-07FD-8824-308378CE64CE}"/>
              </a:ext>
            </a:extLst>
          </p:cNvPr>
          <p:cNvSpPr txBox="1"/>
          <p:nvPr/>
        </p:nvSpPr>
        <p:spPr>
          <a:xfrm>
            <a:off x="5637229" y="2950589"/>
            <a:ext cx="914400" cy="914400"/>
          </a:xfrm>
          <a:prstGeom prst="rect">
            <a:avLst/>
          </a:prstGeom>
          <a:noFill/>
        </p:spPr>
        <p:txBody>
          <a:bodyPr wrap="square" rtlCol="0">
            <a:spAutoFit/>
          </a:bodyPr>
          <a:lstStyle/>
          <a:p>
            <a:endParaRPr lang="en-IN" dirty="0"/>
          </a:p>
        </p:txBody>
      </p:sp>
      <p:sp>
        <p:nvSpPr>
          <p:cNvPr id="16" name="TextBox 15">
            <a:extLst>
              <a:ext uri="{FF2B5EF4-FFF2-40B4-BE49-F238E27FC236}">
                <a16:creationId xmlns:a16="http://schemas.microsoft.com/office/drawing/2014/main" id="{BC9E5742-2AF5-9717-1309-1791C84B0344}"/>
              </a:ext>
            </a:extLst>
          </p:cNvPr>
          <p:cNvSpPr txBox="1"/>
          <p:nvPr/>
        </p:nvSpPr>
        <p:spPr>
          <a:xfrm>
            <a:off x="335437" y="4023511"/>
            <a:ext cx="3140766" cy="584775"/>
          </a:xfrm>
          <a:prstGeom prst="rect">
            <a:avLst/>
          </a:prstGeom>
          <a:noFill/>
        </p:spPr>
        <p:txBody>
          <a:bodyPr wrap="square" rtlCol="0">
            <a:spAutoFit/>
          </a:bodyPr>
          <a:lstStyle/>
          <a:p>
            <a:r>
              <a:rPr lang="en-US" sz="3200" b="1" dirty="0">
                <a:latin typeface="Times New Roman" panose="02020603050405020304" pitchFamily="18" charset="0"/>
                <a:cs typeface="Times New Roman" panose="02020603050405020304" pitchFamily="18" charset="0"/>
              </a:rPr>
              <a:t>GSM Module</a:t>
            </a:r>
            <a:endParaRPr lang="en-IN" sz="3200" b="1" dirty="0">
              <a:latin typeface="Times New Roman" panose="02020603050405020304" pitchFamily="18" charset="0"/>
              <a:cs typeface="Times New Roman" panose="02020603050405020304" pitchFamily="18" charset="0"/>
            </a:endParaRPr>
          </a:p>
        </p:txBody>
      </p:sp>
      <p:sp>
        <p:nvSpPr>
          <p:cNvPr id="21" name="TextBox 20">
            <a:extLst>
              <a:ext uri="{FF2B5EF4-FFF2-40B4-BE49-F238E27FC236}">
                <a16:creationId xmlns:a16="http://schemas.microsoft.com/office/drawing/2014/main" id="{261CD858-ACF5-6399-97DF-90918560E29D}"/>
              </a:ext>
            </a:extLst>
          </p:cNvPr>
          <p:cNvSpPr txBox="1"/>
          <p:nvPr/>
        </p:nvSpPr>
        <p:spPr>
          <a:xfrm>
            <a:off x="440634" y="4804318"/>
            <a:ext cx="10669961" cy="1323439"/>
          </a:xfrm>
          <a:prstGeom prst="rect">
            <a:avLst/>
          </a:prstGeom>
          <a:noFill/>
        </p:spPr>
        <p:txBody>
          <a:bodyPr wrap="square" rtlCol="0">
            <a:spAutoFit/>
          </a:bodyPr>
          <a:lstStyle/>
          <a:p>
            <a:r>
              <a:rPr lang="en-US" sz="2000" dirty="0">
                <a:latin typeface="Times New Roman" panose="02020603050405020304" pitchFamily="18" charset="0"/>
                <a:cs typeface="Times New Roman" panose="02020603050405020304" pitchFamily="18" charset="0"/>
              </a:rPr>
              <a:t>GSM (Global System for Mobile Communications, originally Groupe Special Mobile). GSM is a TDMA based wireless network technology developed GSM phones make use of a SIM card to identify the user's account. The use of the SIM card allows GSM network users to quickly move their phone number from one GSM phone to another by simply moving the SIM card.</a:t>
            </a:r>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55696236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CBC8349-71D2-388A-7EC6-83779E4549C0}"/>
              </a:ext>
            </a:extLst>
          </p:cNvPr>
          <p:cNvSpPr>
            <a:spLocks noGrp="1"/>
          </p:cNvSpPr>
          <p:nvPr>
            <p:ph type="dt" sz="half" idx="6"/>
          </p:nvPr>
        </p:nvSpPr>
        <p:spPr/>
        <p:txBody>
          <a:bodyPr/>
          <a:lstStyle/>
          <a:p>
            <a:pPr marL="234315">
              <a:lnSpc>
                <a:spcPts val="1240"/>
              </a:lnSpc>
            </a:pPr>
            <a:fld id="{988E90C9-75BB-4EA3-B456-661272824347}" type="datetime1">
              <a:rPr lang="en-US" spc="-10" smtClean="0"/>
              <a:t>9/23/2024</a:t>
            </a:fld>
            <a:endParaRPr lang="en-US" spc="-10" dirty="0"/>
          </a:p>
        </p:txBody>
      </p:sp>
      <p:sp>
        <p:nvSpPr>
          <p:cNvPr id="3" name="Slide Number Placeholder 2">
            <a:extLst>
              <a:ext uri="{FF2B5EF4-FFF2-40B4-BE49-F238E27FC236}">
                <a16:creationId xmlns:a16="http://schemas.microsoft.com/office/drawing/2014/main" id="{A2949A98-D3D4-A332-EFF2-43FE7765ED51}"/>
              </a:ext>
            </a:extLst>
          </p:cNvPr>
          <p:cNvSpPr>
            <a:spLocks noGrp="1"/>
          </p:cNvSpPr>
          <p:nvPr>
            <p:ph type="sldNum" sz="quarter" idx="7"/>
          </p:nvPr>
        </p:nvSpPr>
        <p:spPr/>
        <p:txBody>
          <a:bodyPr/>
          <a:lstStyle/>
          <a:p>
            <a:pPr marL="38100">
              <a:lnSpc>
                <a:spcPts val="1240"/>
              </a:lnSpc>
            </a:pPr>
            <a:fld id="{81D60167-4931-47E6-BA6A-407CBD079E47}" type="slidenum">
              <a:rPr lang="en-IN" spc="-25" smtClean="0"/>
              <a:t>14</a:t>
            </a:fld>
            <a:endParaRPr lang="en-IN" spc="-25" dirty="0"/>
          </a:p>
        </p:txBody>
      </p:sp>
      <p:sp>
        <p:nvSpPr>
          <p:cNvPr id="5" name="TextBox 4">
            <a:extLst>
              <a:ext uri="{FF2B5EF4-FFF2-40B4-BE49-F238E27FC236}">
                <a16:creationId xmlns:a16="http://schemas.microsoft.com/office/drawing/2014/main" id="{D3E03A14-634F-4128-80EF-F9822D0EE93F}"/>
              </a:ext>
            </a:extLst>
          </p:cNvPr>
          <p:cNvSpPr txBox="1"/>
          <p:nvPr/>
        </p:nvSpPr>
        <p:spPr>
          <a:xfrm>
            <a:off x="228600" y="25480"/>
            <a:ext cx="5250155" cy="646331"/>
          </a:xfrm>
          <a:prstGeom prst="rect">
            <a:avLst/>
          </a:prstGeom>
          <a:noFill/>
        </p:spPr>
        <p:txBody>
          <a:bodyPr wrap="none" rtlCol="0">
            <a:spAutoFit/>
          </a:bodyPr>
          <a:lstStyle/>
          <a:p>
            <a:r>
              <a:rPr lang="en-US" sz="3600" b="1" dirty="0">
                <a:latin typeface="Times New Roman" panose="02020603050405020304" pitchFamily="18" charset="0"/>
                <a:cs typeface="Times New Roman" panose="02020603050405020304" pitchFamily="18" charset="0"/>
              </a:rPr>
              <a:t>LITERATURE SURVEY</a:t>
            </a:r>
            <a:endParaRPr lang="en-IN" sz="3600" b="1" dirty="0">
              <a:latin typeface="Times New Roman" panose="02020603050405020304" pitchFamily="18" charset="0"/>
              <a:cs typeface="Times New Roman" panose="02020603050405020304" pitchFamily="18" charset="0"/>
            </a:endParaRPr>
          </a:p>
        </p:txBody>
      </p:sp>
      <p:graphicFrame>
        <p:nvGraphicFramePr>
          <p:cNvPr id="7" name="Table 6">
            <a:extLst>
              <a:ext uri="{FF2B5EF4-FFF2-40B4-BE49-F238E27FC236}">
                <a16:creationId xmlns:a16="http://schemas.microsoft.com/office/drawing/2014/main" id="{1858590F-F61B-14F3-CE15-2EE5F19B969E}"/>
              </a:ext>
            </a:extLst>
          </p:cNvPr>
          <p:cNvGraphicFramePr>
            <a:graphicFrameLocks noGrp="1"/>
          </p:cNvGraphicFramePr>
          <p:nvPr>
            <p:extLst>
              <p:ext uri="{D42A27DB-BD31-4B8C-83A1-F6EECF244321}">
                <p14:modId xmlns:p14="http://schemas.microsoft.com/office/powerpoint/2010/main" val="3279292749"/>
              </p:ext>
            </p:extLst>
          </p:nvPr>
        </p:nvGraphicFramePr>
        <p:xfrm>
          <a:off x="228600" y="990600"/>
          <a:ext cx="11734800" cy="4800599"/>
        </p:xfrm>
        <a:graphic>
          <a:graphicData uri="http://schemas.openxmlformats.org/drawingml/2006/table">
            <a:tbl>
              <a:tblPr firstRow="1" bandRow="1">
                <a:tableStyleId>{2D5ABB26-0587-4C30-8999-92F81FD0307C}</a:tableStyleId>
              </a:tblPr>
              <a:tblGrid>
                <a:gridCol w="758031">
                  <a:extLst>
                    <a:ext uri="{9D8B030D-6E8A-4147-A177-3AD203B41FA5}">
                      <a16:colId xmlns:a16="http://schemas.microsoft.com/office/drawing/2014/main" val="3965117980"/>
                    </a:ext>
                  </a:extLst>
                </a:gridCol>
                <a:gridCol w="1638834">
                  <a:extLst>
                    <a:ext uri="{9D8B030D-6E8A-4147-A177-3AD203B41FA5}">
                      <a16:colId xmlns:a16="http://schemas.microsoft.com/office/drawing/2014/main" val="3128311098"/>
                    </a:ext>
                  </a:extLst>
                </a:gridCol>
                <a:gridCol w="1388554">
                  <a:extLst>
                    <a:ext uri="{9D8B030D-6E8A-4147-A177-3AD203B41FA5}">
                      <a16:colId xmlns:a16="http://schemas.microsoft.com/office/drawing/2014/main" val="2720266597"/>
                    </a:ext>
                  </a:extLst>
                </a:gridCol>
                <a:gridCol w="1892710">
                  <a:extLst>
                    <a:ext uri="{9D8B030D-6E8A-4147-A177-3AD203B41FA5}">
                      <a16:colId xmlns:a16="http://schemas.microsoft.com/office/drawing/2014/main" val="3295736789"/>
                    </a:ext>
                  </a:extLst>
                </a:gridCol>
                <a:gridCol w="1438459">
                  <a:extLst>
                    <a:ext uri="{9D8B030D-6E8A-4147-A177-3AD203B41FA5}">
                      <a16:colId xmlns:a16="http://schemas.microsoft.com/office/drawing/2014/main" val="478399603"/>
                    </a:ext>
                  </a:extLst>
                </a:gridCol>
                <a:gridCol w="3104044">
                  <a:extLst>
                    <a:ext uri="{9D8B030D-6E8A-4147-A177-3AD203B41FA5}">
                      <a16:colId xmlns:a16="http://schemas.microsoft.com/office/drawing/2014/main" val="2401594757"/>
                    </a:ext>
                  </a:extLst>
                </a:gridCol>
                <a:gridCol w="1514168">
                  <a:extLst>
                    <a:ext uri="{9D8B030D-6E8A-4147-A177-3AD203B41FA5}">
                      <a16:colId xmlns:a16="http://schemas.microsoft.com/office/drawing/2014/main" val="478489667"/>
                    </a:ext>
                  </a:extLst>
                </a:gridCol>
              </a:tblGrid>
              <a:tr h="1479000">
                <a:tc>
                  <a:txBody>
                    <a:bodyPr/>
                    <a:lstStyle/>
                    <a:p>
                      <a:pPr marL="91440">
                        <a:lnSpc>
                          <a:spcPct val="100000"/>
                        </a:lnSpc>
                        <a:spcBef>
                          <a:spcPts val="290"/>
                        </a:spcBef>
                      </a:pPr>
                      <a:r>
                        <a:rPr sz="2000" b="1" spc="-10" dirty="0">
                          <a:solidFill>
                            <a:srgbClr val="FFFFFF"/>
                          </a:solidFill>
                          <a:latin typeface="Times New Roman" panose="02020603050405020304" pitchFamily="18" charset="0"/>
                          <a:cs typeface="Times New Roman" panose="02020603050405020304" pitchFamily="18" charset="0"/>
                        </a:rPr>
                        <a:t>SI.No</a:t>
                      </a:r>
                      <a:endParaRPr sz="2000" dirty="0">
                        <a:latin typeface="Times New Roman" panose="02020603050405020304" pitchFamily="18" charset="0"/>
                        <a:cs typeface="Times New Roman" panose="02020603050405020304" pitchFamily="18" charset="0"/>
                      </a:endParaRPr>
                    </a:p>
                  </a:txBody>
                  <a:tcPr marL="0" marR="0" marT="36830" marB="0">
                    <a:lnL w="12700">
                      <a:solidFill>
                        <a:srgbClr val="FFFFFF"/>
                      </a:solidFill>
                      <a:prstDash val="solid"/>
                    </a:lnL>
                    <a:lnR w="12700">
                      <a:solidFill>
                        <a:srgbClr val="FFFFFF"/>
                      </a:solidFill>
                      <a:prstDash val="solid"/>
                    </a:lnR>
                    <a:lnT w="12700">
                      <a:solidFill>
                        <a:srgbClr val="FFFFFF"/>
                      </a:solidFill>
                      <a:prstDash val="solid"/>
                    </a:lnT>
                    <a:lnB w="38100" cap="flat" cmpd="sng" algn="ctr">
                      <a:solidFill>
                        <a:srgbClr val="FFFFFF"/>
                      </a:solidFill>
                      <a:prstDash val="solid"/>
                      <a:round/>
                      <a:headEnd type="none" w="med" len="med"/>
                      <a:tailEnd type="none" w="med" len="med"/>
                    </a:lnB>
                    <a:solidFill>
                      <a:srgbClr val="5B9BD4"/>
                    </a:solidFill>
                  </a:tcPr>
                </a:tc>
                <a:tc>
                  <a:txBody>
                    <a:bodyPr/>
                    <a:lstStyle/>
                    <a:p>
                      <a:pPr marL="91440" marR="264160">
                        <a:lnSpc>
                          <a:spcPct val="100000"/>
                        </a:lnSpc>
                        <a:spcBef>
                          <a:spcPts val="290"/>
                        </a:spcBef>
                      </a:pPr>
                      <a:r>
                        <a:rPr sz="2000" b="1" dirty="0">
                          <a:solidFill>
                            <a:srgbClr val="FFFFFF"/>
                          </a:solidFill>
                          <a:latin typeface="Times New Roman" panose="02020603050405020304" pitchFamily="18" charset="0"/>
                          <a:cs typeface="Times New Roman" panose="02020603050405020304" pitchFamily="18" charset="0"/>
                        </a:rPr>
                        <a:t>Name</a:t>
                      </a:r>
                      <a:r>
                        <a:rPr sz="2000" b="1" spc="-35" dirty="0">
                          <a:solidFill>
                            <a:srgbClr val="FFFFFF"/>
                          </a:solidFill>
                          <a:latin typeface="Times New Roman" panose="02020603050405020304" pitchFamily="18" charset="0"/>
                          <a:cs typeface="Times New Roman" panose="02020603050405020304" pitchFamily="18" charset="0"/>
                        </a:rPr>
                        <a:t> </a:t>
                      </a:r>
                      <a:r>
                        <a:rPr sz="2000" b="1" dirty="0">
                          <a:solidFill>
                            <a:srgbClr val="FFFFFF"/>
                          </a:solidFill>
                          <a:latin typeface="Times New Roman" panose="02020603050405020304" pitchFamily="18" charset="0"/>
                          <a:cs typeface="Times New Roman" panose="02020603050405020304" pitchFamily="18" charset="0"/>
                        </a:rPr>
                        <a:t>of</a:t>
                      </a:r>
                      <a:r>
                        <a:rPr sz="2000" b="1" spc="-5" dirty="0">
                          <a:solidFill>
                            <a:srgbClr val="FFFFFF"/>
                          </a:solidFill>
                          <a:latin typeface="Times New Roman" panose="02020603050405020304" pitchFamily="18" charset="0"/>
                          <a:cs typeface="Times New Roman" panose="02020603050405020304" pitchFamily="18" charset="0"/>
                        </a:rPr>
                        <a:t> </a:t>
                      </a:r>
                      <a:r>
                        <a:rPr sz="2000" b="1" spc="-25" dirty="0">
                          <a:solidFill>
                            <a:srgbClr val="FFFFFF"/>
                          </a:solidFill>
                          <a:latin typeface="Times New Roman" panose="02020603050405020304" pitchFamily="18" charset="0"/>
                          <a:cs typeface="Times New Roman" panose="02020603050405020304" pitchFamily="18" charset="0"/>
                        </a:rPr>
                        <a:t>the </a:t>
                      </a:r>
                      <a:r>
                        <a:rPr sz="2000" b="1" spc="-10" dirty="0">
                          <a:solidFill>
                            <a:srgbClr val="FFFFFF"/>
                          </a:solidFill>
                          <a:latin typeface="Times New Roman" panose="02020603050405020304" pitchFamily="18" charset="0"/>
                          <a:cs typeface="Times New Roman" panose="02020603050405020304" pitchFamily="18" charset="0"/>
                        </a:rPr>
                        <a:t>author</a:t>
                      </a:r>
                      <a:endParaRPr sz="2000" dirty="0">
                        <a:latin typeface="Times New Roman" panose="02020603050405020304" pitchFamily="18" charset="0"/>
                        <a:cs typeface="Times New Roman" panose="02020603050405020304" pitchFamily="18" charset="0"/>
                      </a:endParaRPr>
                    </a:p>
                  </a:txBody>
                  <a:tcPr marL="0" marR="0" marT="36830" marB="0">
                    <a:lnL w="12700">
                      <a:solidFill>
                        <a:srgbClr val="FFFFFF"/>
                      </a:solidFill>
                      <a:prstDash val="solid"/>
                    </a:lnL>
                    <a:lnR w="12700">
                      <a:solidFill>
                        <a:srgbClr val="FFFFFF"/>
                      </a:solidFill>
                      <a:prstDash val="solid"/>
                    </a:lnR>
                    <a:lnT w="12700">
                      <a:solidFill>
                        <a:srgbClr val="FFFFFF"/>
                      </a:solidFill>
                      <a:prstDash val="solid"/>
                    </a:lnT>
                    <a:lnB w="38100" cap="flat" cmpd="sng" algn="ctr">
                      <a:solidFill>
                        <a:srgbClr val="FFFFFF"/>
                      </a:solidFill>
                      <a:prstDash val="solid"/>
                      <a:round/>
                      <a:headEnd type="none" w="med" len="med"/>
                      <a:tailEnd type="none" w="med" len="med"/>
                    </a:lnB>
                    <a:solidFill>
                      <a:srgbClr val="5B9BD4"/>
                    </a:solidFill>
                  </a:tcPr>
                </a:tc>
                <a:tc>
                  <a:txBody>
                    <a:bodyPr/>
                    <a:lstStyle/>
                    <a:p>
                      <a:pPr marL="92075">
                        <a:lnSpc>
                          <a:spcPct val="100000"/>
                        </a:lnSpc>
                        <a:spcBef>
                          <a:spcPts val="290"/>
                        </a:spcBef>
                      </a:pPr>
                      <a:r>
                        <a:rPr sz="2000" b="1" dirty="0">
                          <a:solidFill>
                            <a:srgbClr val="FFFFFF"/>
                          </a:solidFill>
                          <a:latin typeface="Times New Roman" panose="02020603050405020304" pitchFamily="18" charset="0"/>
                          <a:cs typeface="Times New Roman" panose="02020603050405020304" pitchFamily="18" charset="0"/>
                        </a:rPr>
                        <a:t>Paper</a:t>
                      </a:r>
                      <a:r>
                        <a:rPr sz="2000" b="1" spc="-90" dirty="0">
                          <a:solidFill>
                            <a:srgbClr val="FFFFFF"/>
                          </a:solidFill>
                          <a:latin typeface="Times New Roman" panose="02020603050405020304" pitchFamily="18" charset="0"/>
                          <a:cs typeface="Times New Roman" panose="02020603050405020304" pitchFamily="18" charset="0"/>
                        </a:rPr>
                        <a:t> </a:t>
                      </a:r>
                      <a:r>
                        <a:rPr sz="2000" b="1" spc="-10" dirty="0">
                          <a:solidFill>
                            <a:srgbClr val="FFFFFF"/>
                          </a:solidFill>
                          <a:latin typeface="Times New Roman" panose="02020603050405020304" pitchFamily="18" charset="0"/>
                          <a:cs typeface="Times New Roman" panose="02020603050405020304" pitchFamily="18" charset="0"/>
                        </a:rPr>
                        <a:t>Title</a:t>
                      </a:r>
                      <a:endParaRPr sz="2000" dirty="0">
                        <a:latin typeface="Times New Roman" panose="02020603050405020304" pitchFamily="18" charset="0"/>
                        <a:cs typeface="Times New Roman" panose="02020603050405020304" pitchFamily="18" charset="0"/>
                      </a:endParaRPr>
                    </a:p>
                  </a:txBody>
                  <a:tcPr marL="0" marR="0" marT="36830" marB="0">
                    <a:lnL w="12700">
                      <a:solidFill>
                        <a:srgbClr val="FFFFFF"/>
                      </a:solidFill>
                      <a:prstDash val="solid"/>
                    </a:lnL>
                    <a:lnR w="12700">
                      <a:solidFill>
                        <a:srgbClr val="FFFFFF"/>
                      </a:solidFill>
                      <a:prstDash val="solid"/>
                    </a:lnR>
                    <a:lnT w="12700">
                      <a:solidFill>
                        <a:srgbClr val="FFFFFF"/>
                      </a:solidFill>
                      <a:prstDash val="solid"/>
                    </a:lnT>
                    <a:lnB w="38100" cap="flat" cmpd="sng" algn="ctr">
                      <a:solidFill>
                        <a:srgbClr val="FFFFFF"/>
                      </a:solidFill>
                      <a:prstDash val="solid"/>
                      <a:round/>
                      <a:headEnd type="none" w="med" len="med"/>
                      <a:tailEnd type="none" w="med" len="med"/>
                    </a:lnB>
                    <a:solidFill>
                      <a:srgbClr val="5B9BD4"/>
                    </a:solidFill>
                  </a:tcPr>
                </a:tc>
                <a:tc>
                  <a:txBody>
                    <a:bodyPr/>
                    <a:lstStyle/>
                    <a:p>
                      <a:pPr marL="92075" marR="120014" algn="just">
                        <a:lnSpc>
                          <a:spcPct val="100000"/>
                        </a:lnSpc>
                        <a:spcBef>
                          <a:spcPts val="290"/>
                        </a:spcBef>
                      </a:pPr>
                      <a:r>
                        <a:rPr sz="2000" b="1" spc="-10" dirty="0">
                          <a:solidFill>
                            <a:srgbClr val="FFFFFF"/>
                          </a:solidFill>
                          <a:latin typeface="Times New Roman" panose="02020603050405020304" pitchFamily="18" charset="0"/>
                          <a:cs typeface="Times New Roman" panose="02020603050405020304" pitchFamily="18" charset="0"/>
                        </a:rPr>
                        <a:t>International Journal/Conf </a:t>
                      </a:r>
                      <a:r>
                        <a:rPr sz="2000" b="1" spc="-10" dirty="0" err="1">
                          <a:solidFill>
                            <a:srgbClr val="FFFFFF"/>
                          </a:solidFill>
                          <a:latin typeface="Times New Roman" panose="02020603050405020304" pitchFamily="18" charset="0"/>
                          <a:cs typeface="Times New Roman" panose="02020603050405020304" pitchFamily="18" charset="0"/>
                        </a:rPr>
                        <a:t>erence</a:t>
                      </a:r>
                      <a:endParaRPr sz="2000" dirty="0">
                        <a:latin typeface="Times New Roman" panose="02020603050405020304" pitchFamily="18" charset="0"/>
                        <a:cs typeface="Times New Roman" panose="02020603050405020304" pitchFamily="18" charset="0"/>
                      </a:endParaRPr>
                    </a:p>
                  </a:txBody>
                  <a:tcPr marL="0" marR="0" marT="36830" marB="0">
                    <a:lnL w="12700">
                      <a:solidFill>
                        <a:srgbClr val="FFFFFF"/>
                      </a:solidFill>
                      <a:prstDash val="solid"/>
                    </a:lnL>
                    <a:lnR w="12700">
                      <a:solidFill>
                        <a:srgbClr val="FFFFFF"/>
                      </a:solidFill>
                      <a:prstDash val="solid"/>
                    </a:lnR>
                    <a:lnT w="12700">
                      <a:solidFill>
                        <a:srgbClr val="FFFFFF"/>
                      </a:solidFill>
                      <a:prstDash val="solid"/>
                    </a:lnT>
                    <a:lnB w="38100" cap="flat" cmpd="sng" algn="ctr">
                      <a:solidFill>
                        <a:srgbClr val="FFFFFF"/>
                      </a:solidFill>
                      <a:prstDash val="solid"/>
                      <a:round/>
                      <a:headEnd type="none" w="med" len="med"/>
                      <a:tailEnd type="none" w="med" len="med"/>
                    </a:lnB>
                    <a:solidFill>
                      <a:srgbClr val="5B9BD4"/>
                    </a:solidFill>
                  </a:tcPr>
                </a:tc>
                <a:tc>
                  <a:txBody>
                    <a:bodyPr/>
                    <a:lstStyle/>
                    <a:p>
                      <a:pPr marL="92075">
                        <a:lnSpc>
                          <a:spcPct val="100000"/>
                        </a:lnSpc>
                        <a:spcBef>
                          <a:spcPts val="290"/>
                        </a:spcBef>
                      </a:pPr>
                      <a:r>
                        <a:rPr sz="2000" b="1" spc="-10" dirty="0">
                          <a:solidFill>
                            <a:srgbClr val="FFFFFF"/>
                          </a:solidFill>
                          <a:latin typeface="Times New Roman" panose="02020603050405020304" pitchFamily="18" charset="0"/>
                          <a:cs typeface="Times New Roman" panose="02020603050405020304" pitchFamily="18" charset="0"/>
                        </a:rPr>
                        <a:t>Month/Year</a:t>
                      </a:r>
                      <a:endParaRPr sz="2000" dirty="0">
                        <a:latin typeface="Times New Roman" panose="02020603050405020304" pitchFamily="18" charset="0"/>
                        <a:cs typeface="Times New Roman" panose="02020603050405020304" pitchFamily="18" charset="0"/>
                      </a:endParaRPr>
                    </a:p>
                  </a:txBody>
                  <a:tcPr marL="0" marR="0" marT="36830" marB="0">
                    <a:lnL w="12700">
                      <a:solidFill>
                        <a:srgbClr val="FFFFFF"/>
                      </a:solidFill>
                      <a:prstDash val="solid"/>
                    </a:lnL>
                    <a:lnR w="12700">
                      <a:solidFill>
                        <a:srgbClr val="FFFFFF"/>
                      </a:solidFill>
                      <a:prstDash val="solid"/>
                    </a:lnR>
                    <a:lnT w="12700">
                      <a:solidFill>
                        <a:srgbClr val="FFFFFF"/>
                      </a:solidFill>
                      <a:prstDash val="solid"/>
                    </a:lnT>
                    <a:lnB w="38100" cap="flat" cmpd="sng" algn="ctr">
                      <a:solidFill>
                        <a:srgbClr val="FFFFFF"/>
                      </a:solidFill>
                      <a:prstDash val="solid"/>
                      <a:round/>
                      <a:headEnd type="none" w="med" len="med"/>
                      <a:tailEnd type="none" w="med" len="med"/>
                    </a:lnB>
                    <a:solidFill>
                      <a:srgbClr val="5B9BD4"/>
                    </a:solidFill>
                  </a:tcPr>
                </a:tc>
                <a:tc>
                  <a:txBody>
                    <a:bodyPr/>
                    <a:lstStyle/>
                    <a:p>
                      <a:pPr marL="92075">
                        <a:lnSpc>
                          <a:spcPct val="100000"/>
                        </a:lnSpc>
                        <a:spcBef>
                          <a:spcPts val="290"/>
                        </a:spcBef>
                      </a:pPr>
                      <a:r>
                        <a:rPr sz="2000" b="1" spc="-10" dirty="0">
                          <a:solidFill>
                            <a:srgbClr val="FFFFFF"/>
                          </a:solidFill>
                          <a:latin typeface="Times New Roman" panose="02020603050405020304" pitchFamily="18" charset="0"/>
                          <a:cs typeface="Times New Roman" panose="02020603050405020304" pitchFamily="18" charset="0"/>
                        </a:rPr>
                        <a:t>Description</a:t>
                      </a:r>
                      <a:endParaRPr sz="2000" dirty="0">
                        <a:latin typeface="Times New Roman" panose="02020603050405020304" pitchFamily="18" charset="0"/>
                        <a:cs typeface="Times New Roman" panose="02020603050405020304" pitchFamily="18" charset="0"/>
                      </a:endParaRPr>
                    </a:p>
                  </a:txBody>
                  <a:tcPr marL="0" marR="0" marT="36830" marB="0">
                    <a:lnL w="12700">
                      <a:solidFill>
                        <a:srgbClr val="FFFFFF"/>
                      </a:solidFill>
                      <a:prstDash val="solid"/>
                    </a:lnL>
                    <a:lnR w="12700">
                      <a:solidFill>
                        <a:srgbClr val="FFFFFF"/>
                      </a:solidFill>
                      <a:prstDash val="solid"/>
                    </a:lnR>
                    <a:lnT w="12700">
                      <a:solidFill>
                        <a:srgbClr val="FFFFFF"/>
                      </a:solidFill>
                      <a:prstDash val="solid"/>
                    </a:lnT>
                    <a:lnB w="38100" cap="flat" cmpd="sng" algn="ctr">
                      <a:solidFill>
                        <a:srgbClr val="FFFFFF"/>
                      </a:solidFill>
                      <a:prstDash val="solid"/>
                      <a:round/>
                      <a:headEnd type="none" w="med" len="med"/>
                      <a:tailEnd type="none" w="med" len="med"/>
                    </a:lnB>
                    <a:solidFill>
                      <a:srgbClr val="5B9BD4"/>
                    </a:solidFill>
                  </a:tcPr>
                </a:tc>
                <a:tc>
                  <a:txBody>
                    <a:bodyPr/>
                    <a:lstStyle/>
                    <a:p>
                      <a:pPr marL="92710">
                        <a:lnSpc>
                          <a:spcPct val="100000"/>
                        </a:lnSpc>
                        <a:spcBef>
                          <a:spcPts val="290"/>
                        </a:spcBef>
                      </a:pPr>
                      <a:r>
                        <a:rPr sz="2000" b="1" spc="-10" dirty="0">
                          <a:solidFill>
                            <a:srgbClr val="FFFFFF"/>
                          </a:solidFill>
                          <a:latin typeface="Times New Roman"/>
                          <a:cs typeface="Times New Roman"/>
                        </a:rPr>
                        <a:t>Limitations</a:t>
                      </a:r>
                      <a:endParaRPr sz="2000" dirty="0">
                        <a:latin typeface="Times New Roman"/>
                        <a:cs typeface="Times New Roman"/>
                      </a:endParaRPr>
                    </a:p>
                  </a:txBody>
                  <a:tcPr marL="0" marR="0" marT="36830" marB="0">
                    <a:lnL w="12700">
                      <a:solidFill>
                        <a:srgbClr val="FFFFFF"/>
                      </a:solidFill>
                      <a:prstDash val="solid"/>
                    </a:lnL>
                    <a:lnR w="12700">
                      <a:solidFill>
                        <a:srgbClr val="FFFFFF"/>
                      </a:solidFill>
                      <a:prstDash val="solid"/>
                    </a:lnR>
                    <a:lnT w="12700">
                      <a:solidFill>
                        <a:srgbClr val="FFFFFF"/>
                      </a:solidFill>
                      <a:prstDash val="solid"/>
                    </a:lnT>
                    <a:lnB w="38100" cap="flat" cmpd="sng" algn="ctr">
                      <a:solidFill>
                        <a:srgbClr val="FFFFFF"/>
                      </a:solidFill>
                      <a:prstDash val="solid"/>
                      <a:round/>
                      <a:headEnd type="none" w="med" len="med"/>
                      <a:tailEnd type="none" w="med" len="med"/>
                    </a:lnB>
                    <a:solidFill>
                      <a:srgbClr val="5B9BD4"/>
                    </a:solidFill>
                  </a:tcPr>
                </a:tc>
                <a:extLst>
                  <a:ext uri="{0D108BD9-81ED-4DB2-BD59-A6C34878D82A}">
                    <a16:rowId xmlns:a16="http://schemas.microsoft.com/office/drawing/2014/main" val="2711919297"/>
                  </a:ext>
                </a:extLst>
              </a:tr>
              <a:tr h="3321599">
                <a:tc>
                  <a:txBody>
                    <a:bodyPr/>
                    <a:lstStyle/>
                    <a:p>
                      <a:pPr marL="91440">
                        <a:lnSpc>
                          <a:spcPct val="100000"/>
                        </a:lnSpc>
                        <a:spcBef>
                          <a:spcPts val="240"/>
                        </a:spcBef>
                      </a:pPr>
                      <a:r>
                        <a:rPr sz="2000" spc="-25" dirty="0">
                          <a:latin typeface="Times New Roman" panose="02020603050405020304" pitchFamily="18" charset="0"/>
                          <a:cs typeface="Times New Roman" panose="02020603050405020304" pitchFamily="18" charset="0"/>
                        </a:rPr>
                        <a:t>1.</a:t>
                      </a:r>
                      <a:endParaRPr sz="2000" dirty="0">
                        <a:latin typeface="Times New Roman" panose="02020603050405020304" pitchFamily="18" charset="0"/>
                        <a:cs typeface="Times New Roman" panose="02020603050405020304" pitchFamily="18" charset="0"/>
                      </a:endParaRPr>
                    </a:p>
                  </a:txBody>
                  <a:tcPr marL="0" marR="0" marT="30480"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D2DEEE"/>
                    </a:solidFill>
                  </a:tcPr>
                </a:tc>
                <a:tc>
                  <a:txBody>
                    <a:bodyPr/>
                    <a:lstStyle/>
                    <a:p>
                      <a:pPr marL="91440" marR="202565">
                        <a:lnSpc>
                          <a:spcPct val="100000"/>
                        </a:lnSpc>
                        <a:spcBef>
                          <a:spcPts val="235"/>
                        </a:spcBef>
                      </a:pPr>
                      <a:r>
                        <a:rPr lang="en-IN" sz="2000" dirty="0">
                          <a:latin typeface="Times New Roman" panose="02020603050405020304" pitchFamily="18" charset="0"/>
                          <a:cs typeface="Times New Roman" panose="02020603050405020304" pitchFamily="18" charset="0"/>
                        </a:rPr>
                        <a:t>Arun Kumar R, Vanishree K, Shweta K, Nandini C, Shweta G.</a:t>
                      </a:r>
                      <a:endParaRPr sz="2000" dirty="0">
                        <a:latin typeface="Times New Roman" panose="02020603050405020304" pitchFamily="18" charset="0"/>
                        <a:cs typeface="Times New Roman" panose="02020603050405020304" pitchFamily="18" charset="0"/>
                      </a:endParaRPr>
                    </a:p>
                  </a:txBody>
                  <a:tcPr marL="0" marR="0" marT="29845"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D2DEEE"/>
                    </a:solidFill>
                  </a:tcPr>
                </a:tc>
                <a:tc>
                  <a:txBody>
                    <a:bodyPr/>
                    <a:lstStyle/>
                    <a:p>
                      <a:pPr marL="91440" marR="109220">
                        <a:lnSpc>
                          <a:spcPct val="100000"/>
                        </a:lnSpc>
                        <a:spcBef>
                          <a:spcPts val="295"/>
                        </a:spcBef>
                      </a:pPr>
                      <a:r>
                        <a:rPr lang="en-IN" sz="2000" dirty="0">
                          <a:latin typeface="Times New Roman" panose="02020603050405020304" pitchFamily="18" charset="0"/>
                          <a:cs typeface="Times New Roman" panose="02020603050405020304" pitchFamily="18" charset="0"/>
                        </a:rPr>
                        <a:t>Railway Track Crack Detection</a:t>
                      </a:r>
                      <a:endParaRPr sz="2000" dirty="0">
                        <a:latin typeface="Times New Roman" panose="02020603050405020304" pitchFamily="18" charset="0"/>
                        <a:cs typeface="Times New Roman" panose="02020603050405020304" pitchFamily="18" charset="0"/>
                      </a:endParaRPr>
                    </a:p>
                  </a:txBody>
                  <a:tcPr marL="0" marR="0" marT="37465"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D2DEEE"/>
                    </a:solidFill>
                  </a:tcPr>
                </a:tc>
                <a:tc>
                  <a:txBody>
                    <a:bodyPr/>
                    <a:lstStyle/>
                    <a:p>
                      <a:r>
                        <a:rPr lang="en-US" sz="2000" b="0" i="0" cap="all" dirty="0">
                          <a:solidFill>
                            <a:schemeClr val="tx1"/>
                          </a:solidFill>
                          <a:effectLst/>
                          <a:latin typeface="Times New Roman" panose="02020603050405020304" pitchFamily="18" charset="0"/>
                          <a:ea typeface="+mn-ea"/>
                          <a:cs typeface="Times New Roman" panose="02020603050405020304" pitchFamily="18" charset="0"/>
                        </a:rPr>
                        <a:t>International Journal of Engineering Research &amp; Technology (IJERT)</a:t>
                      </a:r>
                      <a:endParaRPr lang="en-US" sz="2000" b="0" i="0" dirty="0">
                        <a:solidFill>
                          <a:schemeClr val="tx1"/>
                        </a:solidFill>
                        <a:effectLst/>
                        <a:latin typeface="Times New Roman" panose="02020603050405020304" pitchFamily="18" charset="0"/>
                        <a:ea typeface="+mn-ea"/>
                        <a:cs typeface="Times New Roman" panose="02020603050405020304" pitchFamily="18" charset="0"/>
                      </a:endParaRPr>
                    </a:p>
                    <a:p>
                      <a:br>
                        <a:rPr lang="en-US" sz="2000" dirty="0">
                          <a:latin typeface="Times New Roman" panose="02020603050405020304" pitchFamily="18" charset="0"/>
                          <a:cs typeface="Times New Roman" panose="02020603050405020304" pitchFamily="18" charset="0"/>
                        </a:rPr>
                      </a:br>
                      <a:endParaRPr sz="2000" dirty="0">
                        <a:latin typeface="Times New Roman" panose="02020603050405020304" pitchFamily="18" charset="0"/>
                        <a:cs typeface="Times New Roman" panose="02020603050405020304" pitchFamily="18" charset="0"/>
                      </a:endParaRPr>
                    </a:p>
                  </a:txBody>
                  <a:tcPr marL="0" marR="0" marT="37465"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D2DEEE"/>
                    </a:solidFill>
                  </a:tcPr>
                </a:tc>
                <a:tc>
                  <a:txBody>
                    <a:bodyPr/>
                    <a:lstStyle/>
                    <a:p>
                      <a:pPr marL="92075">
                        <a:lnSpc>
                          <a:spcPct val="100000"/>
                        </a:lnSpc>
                        <a:spcBef>
                          <a:spcPts val="295"/>
                        </a:spcBef>
                      </a:pPr>
                      <a:r>
                        <a:rPr lang="en-US" sz="2000" spc="-10" dirty="0">
                          <a:latin typeface="Times New Roman" panose="02020603050405020304" pitchFamily="18" charset="0"/>
                          <a:cs typeface="Times New Roman" panose="02020603050405020304" pitchFamily="18" charset="0"/>
                        </a:rPr>
                        <a:t>Sep</a:t>
                      </a:r>
                      <a:r>
                        <a:rPr sz="2000" spc="-10" dirty="0">
                          <a:latin typeface="Times New Roman" panose="02020603050405020304" pitchFamily="18" charset="0"/>
                          <a:cs typeface="Times New Roman" panose="02020603050405020304" pitchFamily="18" charset="0"/>
                        </a:rPr>
                        <a:t>/202</a:t>
                      </a:r>
                      <a:r>
                        <a:rPr lang="en-US" sz="2000" spc="-10" dirty="0">
                          <a:latin typeface="Times New Roman" panose="02020603050405020304" pitchFamily="18" charset="0"/>
                          <a:cs typeface="Times New Roman" panose="02020603050405020304" pitchFamily="18" charset="0"/>
                        </a:rPr>
                        <a:t>0</a:t>
                      </a:r>
                      <a:endParaRPr sz="2000" dirty="0">
                        <a:latin typeface="Times New Roman" panose="02020603050405020304" pitchFamily="18" charset="0"/>
                        <a:cs typeface="Times New Roman" panose="02020603050405020304" pitchFamily="18" charset="0"/>
                      </a:endParaRPr>
                    </a:p>
                  </a:txBody>
                  <a:tcPr marL="0" marR="0" marT="37465"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D2DEEE"/>
                    </a:solidFill>
                  </a:tcPr>
                </a:tc>
                <a:tc>
                  <a:txBody>
                    <a:bodyPr/>
                    <a:lstStyle/>
                    <a:p>
                      <a:pPr marL="92075" marR="168275">
                        <a:lnSpc>
                          <a:spcPct val="100000"/>
                        </a:lnSpc>
                        <a:spcBef>
                          <a:spcPts val="295"/>
                        </a:spcBef>
                      </a:pPr>
                      <a:r>
                        <a:rPr lang="en-US" sz="2000" dirty="0">
                          <a:latin typeface="Times New Roman" panose="02020603050405020304" pitchFamily="18" charset="0"/>
                          <a:cs typeface="Times New Roman" panose="02020603050405020304" pitchFamily="18" charset="0"/>
                        </a:rPr>
                        <a:t>This project discusses a railway track crack detection using sensors and is a dynamic approach which combines the use of a GPS tracking system to send alert messages.</a:t>
                      </a:r>
                      <a:endParaRPr sz="2000" dirty="0">
                        <a:latin typeface="Times New Roman" panose="02020603050405020304" pitchFamily="18" charset="0"/>
                        <a:cs typeface="Times New Roman" panose="02020603050405020304" pitchFamily="18" charset="0"/>
                      </a:endParaRPr>
                    </a:p>
                  </a:txBody>
                  <a:tcPr marL="0" marR="0" marT="37465"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D2DEEE"/>
                    </a:solidFill>
                  </a:tcPr>
                </a:tc>
                <a:tc>
                  <a:txBody>
                    <a:bodyPr/>
                    <a:lstStyle/>
                    <a:p>
                      <a:pPr marL="89535" indent="0">
                        <a:lnSpc>
                          <a:spcPct val="100000"/>
                        </a:lnSpc>
                        <a:spcBef>
                          <a:spcPts val="295"/>
                        </a:spcBef>
                        <a:buSzPct val="95000"/>
                        <a:buNone/>
                        <a:tabLst>
                          <a:tab pos="283210" algn="l"/>
                        </a:tabLst>
                      </a:pPr>
                      <a:r>
                        <a:rPr lang="en-US" sz="2000" b="0" i="0" dirty="0">
                          <a:solidFill>
                            <a:schemeClr val="tx1"/>
                          </a:solidFill>
                          <a:effectLst/>
                          <a:latin typeface="Times New Roman" panose="02020603050405020304" pitchFamily="18" charset="0"/>
                          <a:ea typeface="+mn-ea"/>
                          <a:cs typeface="Times New Roman" panose="02020603050405020304" pitchFamily="18" charset="0"/>
                        </a:rPr>
                        <a:t>Arduino Microcontrollers used to control and coordinate the activities of this device.</a:t>
                      </a:r>
                      <a:endParaRPr sz="2000" dirty="0">
                        <a:latin typeface="Times New Roman" panose="02020603050405020304" pitchFamily="18" charset="0"/>
                        <a:cs typeface="Times New Roman" panose="02020603050405020304" pitchFamily="18" charset="0"/>
                      </a:endParaRPr>
                    </a:p>
                  </a:txBody>
                  <a:tcPr marL="0" marR="0" marT="37465"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D2DEEE"/>
                    </a:solidFill>
                  </a:tcPr>
                </a:tc>
                <a:extLst>
                  <a:ext uri="{0D108BD9-81ED-4DB2-BD59-A6C34878D82A}">
                    <a16:rowId xmlns:a16="http://schemas.microsoft.com/office/drawing/2014/main" val="2524001751"/>
                  </a:ext>
                </a:extLst>
              </a:tr>
            </a:tbl>
          </a:graphicData>
        </a:graphic>
      </p:graphicFrame>
    </p:spTree>
    <p:extLst>
      <p:ext uri="{BB962C8B-B14F-4D97-AF65-F5344CB8AC3E}">
        <p14:creationId xmlns:p14="http://schemas.microsoft.com/office/powerpoint/2010/main" val="181807498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CBC8349-71D2-388A-7EC6-83779E4549C0}"/>
              </a:ext>
            </a:extLst>
          </p:cNvPr>
          <p:cNvSpPr>
            <a:spLocks noGrp="1"/>
          </p:cNvSpPr>
          <p:nvPr>
            <p:ph type="dt" sz="half" idx="6"/>
          </p:nvPr>
        </p:nvSpPr>
        <p:spPr/>
        <p:txBody>
          <a:bodyPr/>
          <a:lstStyle/>
          <a:p>
            <a:pPr marL="234315">
              <a:lnSpc>
                <a:spcPts val="1240"/>
              </a:lnSpc>
            </a:pPr>
            <a:fld id="{988E90C9-75BB-4EA3-B456-661272824347}" type="datetime1">
              <a:rPr lang="en-US" spc="-10" smtClean="0"/>
              <a:t>9/23/2024</a:t>
            </a:fld>
            <a:endParaRPr lang="en-US" spc="-10" dirty="0"/>
          </a:p>
        </p:txBody>
      </p:sp>
      <p:sp>
        <p:nvSpPr>
          <p:cNvPr id="3" name="Slide Number Placeholder 2">
            <a:extLst>
              <a:ext uri="{FF2B5EF4-FFF2-40B4-BE49-F238E27FC236}">
                <a16:creationId xmlns:a16="http://schemas.microsoft.com/office/drawing/2014/main" id="{A2949A98-D3D4-A332-EFF2-43FE7765ED51}"/>
              </a:ext>
            </a:extLst>
          </p:cNvPr>
          <p:cNvSpPr>
            <a:spLocks noGrp="1"/>
          </p:cNvSpPr>
          <p:nvPr>
            <p:ph type="sldNum" sz="quarter" idx="7"/>
          </p:nvPr>
        </p:nvSpPr>
        <p:spPr/>
        <p:txBody>
          <a:bodyPr/>
          <a:lstStyle/>
          <a:p>
            <a:pPr marL="38100">
              <a:lnSpc>
                <a:spcPts val="1240"/>
              </a:lnSpc>
            </a:pPr>
            <a:fld id="{81D60167-4931-47E6-BA6A-407CBD079E47}" type="slidenum">
              <a:rPr lang="en-IN" spc="-25" smtClean="0"/>
              <a:t>15</a:t>
            </a:fld>
            <a:endParaRPr lang="en-IN" spc="-25" dirty="0"/>
          </a:p>
        </p:txBody>
      </p:sp>
      <p:graphicFrame>
        <p:nvGraphicFramePr>
          <p:cNvPr id="6" name="Table 5">
            <a:extLst>
              <a:ext uri="{FF2B5EF4-FFF2-40B4-BE49-F238E27FC236}">
                <a16:creationId xmlns:a16="http://schemas.microsoft.com/office/drawing/2014/main" id="{3C3C27FA-9B86-65B7-E410-E6F0CAB812F8}"/>
              </a:ext>
            </a:extLst>
          </p:cNvPr>
          <p:cNvGraphicFramePr>
            <a:graphicFrameLocks noGrp="1"/>
          </p:cNvGraphicFramePr>
          <p:nvPr>
            <p:extLst>
              <p:ext uri="{D42A27DB-BD31-4B8C-83A1-F6EECF244321}">
                <p14:modId xmlns:p14="http://schemas.microsoft.com/office/powerpoint/2010/main" val="343807415"/>
              </p:ext>
            </p:extLst>
          </p:nvPr>
        </p:nvGraphicFramePr>
        <p:xfrm>
          <a:off x="381000" y="381000"/>
          <a:ext cx="11338932" cy="5105400"/>
        </p:xfrm>
        <a:graphic>
          <a:graphicData uri="http://schemas.openxmlformats.org/drawingml/2006/table">
            <a:tbl>
              <a:tblPr firstRow="1" bandRow="1">
                <a:tableStyleId>{5C22544A-7EE6-4342-B048-85BDC9FD1C3A}</a:tableStyleId>
              </a:tblPr>
              <a:tblGrid>
                <a:gridCol w="780678">
                  <a:extLst>
                    <a:ext uri="{9D8B030D-6E8A-4147-A177-3AD203B41FA5}">
                      <a16:colId xmlns:a16="http://schemas.microsoft.com/office/drawing/2014/main" val="4118782250"/>
                    </a:ext>
                  </a:extLst>
                </a:gridCol>
                <a:gridCol w="1690070">
                  <a:extLst>
                    <a:ext uri="{9D8B030D-6E8A-4147-A177-3AD203B41FA5}">
                      <a16:colId xmlns:a16="http://schemas.microsoft.com/office/drawing/2014/main" val="1899256850"/>
                    </a:ext>
                  </a:extLst>
                </a:gridCol>
                <a:gridCol w="1818876">
                  <a:extLst>
                    <a:ext uri="{9D8B030D-6E8A-4147-A177-3AD203B41FA5}">
                      <a16:colId xmlns:a16="http://schemas.microsoft.com/office/drawing/2014/main" val="1358044007"/>
                    </a:ext>
                  </a:extLst>
                </a:gridCol>
                <a:gridCol w="1818876">
                  <a:extLst>
                    <a:ext uri="{9D8B030D-6E8A-4147-A177-3AD203B41FA5}">
                      <a16:colId xmlns:a16="http://schemas.microsoft.com/office/drawing/2014/main" val="1654774046"/>
                    </a:ext>
                  </a:extLst>
                </a:gridCol>
                <a:gridCol w="1592680">
                  <a:extLst>
                    <a:ext uri="{9D8B030D-6E8A-4147-A177-3AD203B41FA5}">
                      <a16:colId xmlns:a16="http://schemas.microsoft.com/office/drawing/2014/main" val="923406128"/>
                    </a:ext>
                  </a:extLst>
                </a:gridCol>
                <a:gridCol w="1825356">
                  <a:extLst>
                    <a:ext uri="{9D8B030D-6E8A-4147-A177-3AD203B41FA5}">
                      <a16:colId xmlns:a16="http://schemas.microsoft.com/office/drawing/2014/main" val="3455194160"/>
                    </a:ext>
                  </a:extLst>
                </a:gridCol>
                <a:gridCol w="1812396">
                  <a:extLst>
                    <a:ext uri="{9D8B030D-6E8A-4147-A177-3AD203B41FA5}">
                      <a16:colId xmlns:a16="http://schemas.microsoft.com/office/drawing/2014/main" val="1677922078"/>
                    </a:ext>
                  </a:extLst>
                </a:gridCol>
              </a:tblGrid>
              <a:tr h="1327404">
                <a:tc>
                  <a:txBody>
                    <a:bodyPr/>
                    <a:lstStyle/>
                    <a:p>
                      <a:pPr marL="0" marR="0" lvl="0" indent="0" defTabSz="914400" eaLnBrk="1" fontAlgn="auto" latinLnBrk="0" hangingPunct="1">
                        <a:lnSpc>
                          <a:spcPct val="100000"/>
                        </a:lnSpc>
                        <a:spcBef>
                          <a:spcPts val="0"/>
                        </a:spcBef>
                        <a:spcAft>
                          <a:spcPts val="0"/>
                        </a:spcAft>
                        <a:buClrTx/>
                        <a:buSzTx/>
                        <a:buFontTx/>
                        <a:buNone/>
                        <a:tabLst/>
                        <a:defRPr/>
                      </a:pPr>
                      <a:r>
                        <a:rPr lang="en-IN" sz="1800" b="1" spc="-10" dirty="0">
                          <a:solidFill>
                            <a:srgbClr val="FFFFFF"/>
                          </a:solidFill>
                          <a:latin typeface="Times New Roman" panose="02020603050405020304" pitchFamily="18" charset="0"/>
                          <a:cs typeface="Times New Roman" panose="02020603050405020304" pitchFamily="18" charset="0"/>
                        </a:rPr>
                        <a:t>SI. No</a:t>
                      </a:r>
                      <a:endParaRPr lang="en-IN" sz="1800" dirty="0">
                        <a:latin typeface="Times New Roman" panose="02020603050405020304" pitchFamily="18" charset="0"/>
                        <a:cs typeface="Times New Roman" panose="02020603050405020304" pitchFamily="18" charset="0"/>
                      </a:endParaRPr>
                    </a:p>
                    <a:p>
                      <a:endParaRPr lang="en-IN" dirty="0"/>
                    </a:p>
                  </a:txBody>
                  <a:tcPr/>
                </a:tc>
                <a:tc>
                  <a:txBody>
                    <a:bodyPr/>
                    <a:lstStyle/>
                    <a:p>
                      <a:pPr marL="0" marR="0" lvl="0" indent="0" defTabSz="914400" eaLnBrk="1" fontAlgn="auto" latinLnBrk="0" hangingPunct="1">
                        <a:lnSpc>
                          <a:spcPct val="100000"/>
                        </a:lnSpc>
                        <a:spcBef>
                          <a:spcPts val="0"/>
                        </a:spcBef>
                        <a:spcAft>
                          <a:spcPts val="0"/>
                        </a:spcAft>
                        <a:buClrTx/>
                        <a:buSzTx/>
                        <a:buFontTx/>
                        <a:buNone/>
                        <a:tabLst/>
                        <a:defRPr/>
                      </a:pPr>
                      <a:r>
                        <a:rPr lang="en-IN" sz="1800" b="1" dirty="0">
                          <a:solidFill>
                            <a:srgbClr val="FFFFFF"/>
                          </a:solidFill>
                          <a:latin typeface="Times New Roman" panose="02020603050405020304" pitchFamily="18" charset="0"/>
                          <a:cs typeface="Times New Roman" panose="02020603050405020304" pitchFamily="18" charset="0"/>
                        </a:rPr>
                        <a:t>Name</a:t>
                      </a:r>
                      <a:r>
                        <a:rPr lang="en-IN" sz="1800" b="1" spc="-35" dirty="0">
                          <a:solidFill>
                            <a:srgbClr val="FFFFFF"/>
                          </a:solidFill>
                          <a:latin typeface="Times New Roman" panose="02020603050405020304" pitchFamily="18" charset="0"/>
                          <a:cs typeface="Times New Roman" panose="02020603050405020304" pitchFamily="18" charset="0"/>
                        </a:rPr>
                        <a:t> </a:t>
                      </a:r>
                      <a:r>
                        <a:rPr lang="en-IN" sz="1800" b="1" dirty="0">
                          <a:solidFill>
                            <a:srgbClr val="FFFFFF"/>
                          </a:solidFill>
                          <a:latin typeface="Times New Roman" panose="02020603050405020304" pitchFamily="18" charset="0"/>
                          <a:cs typeface="Times New Roman" panose="02020603050405020304" pitchFamily="18" charset="0"/>
                        </a:rPr>
                        <a:t>of</a:t>
                      </a:r>
                      <a:r>
                        <a:rPr lang="en-IN" sz="1800" b="1" spc="-5" dirty="0">
                          <a:solidFill>
                            <a:srgbClr val="FFFFFF"/>
                          </a:solidFill>
                          <a:latin typeface="Times New Roman" panose="02020603050405020304" pitchFamily="18" charset="0"/>
                          <a:cs typeface="Times New Roman" panose="02020603050405020304" pitchFamily="18" charset="0"/>
                        </a:rPr>
                        <a:t> </a:t>
                      </a:r>
                      <a:r>
                        <a:rPr lang="en-IN" sz="1800" b="1" spc="-25" dirty="0">
                          <a:solidFill>
                            <a:srgbClr val="FFFFFF"/>
                          </a:solidFill>
                          <a:latin typeface="Times New Roman" panose="02020603050405020304" pitchFamily="18" charset="0"/>
                          <a:cs typeface="Times New Roman" panose="02020603050405020304" pitchFamily="18" charset="0"/>
                        </a:rPr>
                        <a:t>the </a:t>
                      </a:r>
                      <a:r>
                        <a:rPr lang="en-IN" sz="1800" b="1" spc="-10" dirty="0">
                          <a:solidFill>
                            <a:srgbClr val="FFFFFF"/>
                          </a:solidFill>
                          <a:latin typeface="Times New Roman" panose="02020603050405020304" pitchFamily="18" charset="0"/>
                          <a:cs typeface="Times New Roman" panose="02020603050405020304" pitchFamily="18" charset="0"/>
                        </a:rPr>
                        <a:t>author</a:t>
                      </a:r>
                      <a:endParaRPr lang="en-IN" sz="1800" dirty="0">
                        <a:latin typeface="Times New Roman" panose="02020603050405020304" pitchFamily="18" charset="0"/>
                        <a:cs typeface="Times New Roman" panose="02020603050405020304" pitchFamily="18" charset="0"/>
                      </a:endParaRPr>
                    </a:p>
                    <a:p>
                      <a:endParaRPr lang="en-IN" dirty="0"/>
                    </a:p>
                  </a:txBody>
                  <a:tcPr/>
                </a:tc>
                <a:tc>
                  <a:txBody>
                    <a:bodyPr/>
                    <a:lstStyle/>
                    <a:p>
                      <a:pPr marL="0" marR="0" lvl="0" indent="0" defTabSz="914400" eaLnBrk="1" fontAlgn="auto" latinLnBrk="0" hangingPunct="1">
                        <a:lnSpc>
                          <a:spcPct val="100000"/>
                        </a:lnSpc>
                        <a:spcBef>
                          <a:spcPts val="0"/>
                        </a:spcBef>
                        <a:spcAft>
                          <a:spcPts val="0"/>
                        </a:spcAft>
                        <a:buClrTx/>
                        <a:buSzTx/>
                        <a:buFontTx/>
                        <a:buNone/>
                        <a:tabLst/>
                        <a:defRPr/>
                      </a:pPr>
                      <a:r>
                        <a:rPr lang="en-IN" sz="1800" b="1" dirty="0">
                          <a:solidFill>
                            <a:srgbClr val="FFFFFF"/>
                          </a:solidFill>
                          <a:latin typeface="Times New Roman" panose="02020603050405020304" pitchFamily="18" charset="0"/>
                          <a:cs typeface="Times New Roman" panose="02020603050405020304" pitchFamily="18" charset="0"/>
                        </a:rPr>
                        <a:t>Paper</a:t>
                      </a:r>
                      <a:r>
                        <a:rPr lang="en-IN" sz="1800" b="1" spc="-90" dirty="0">
                          <a:solidFill>
                            <a:srgbClr val="FFFFFF"/>
                          </a:solidFill>
                          <a:latin typeface="Times New Roman" panose="02020603050405020304" pitchFamily="18" charset="0"/>
                          <a:cs typeface="Times New Roman" panose="02020603050405020304" pitchFamily="18" charset="0"/>
                        </a:rPr>
                        <a:t> </a:t>
                      </a:r>
                      <a:r>
                        <a:rPr lang="en-IN" sz="1800" b="1" spc="-10" dirty="0">
                          <a:solidFill>
                            <a:srgbClr val="FFFFFF"/>
                          </a:solidFill>
                          <a:latin typeface="Times New Roman" panose="02020603050405020304" pitchFamily="18" charset="0"/>
                          <a:cs typeface="Times New Roman" panose="02020603050405020304" pitchFamily="18" charset="0"/>
                        </a:rPr>
                        <a:t>Title</a:t>
                      </a:r>
                      <a:endParaRPr lang="en-IN" sz="1800" dirty="0">
                        <a:latin typeface="Times New Roman" panose="02020603050405020304" pitchFamily="18" charset="0"/>
                        <a:cs typeface="Times New Roman" panose="02020603050405020304" pitchFamily="18" charset="0"/>
                      </a:endParaRPr>
                    </a:p>
                    <a:p>
                      <a:endParaRPr lang="en-IN" dirty="0"/>
                    </a:p>
                  </a:txBody>
                  <a:tcPr/>
                </a:tc>
                <a:tc>
                  <a:txBody>
                    <a:bodyPr/>
                    <a:lstStyle/>
                    <a:p>
                      <a:pPr marL="0" marR="0" lvl="0" indent="0" algn="just" defTabSz="914400" eaLnBrk="1" fontAlgn="auto" latinLnBrk="0" hangingPunct="1">
                        <a:lnSpc>
                          <a:spcPct val="100000"/>
                        </a:lnSpc>
                        <a:spcBef>
                          <a:spcPts val="0"/>
                        </a:spcBef>
                        <a:spcAft>
                          <a:spcPts val="0"/>
                        </a:spcAft>
                        <a:buClrTx/>
                        <a:buSzTx/>
                        <a:buFontTx/>
                        <a:buNone/>
                        <a:tabLst/>
                        <a:defRPr/>
                      </a:pPr>
                      <a:r>
                        <a:rPr lang="en-IN" sz="1800" b="1" spc="-10" dirty="0">
                          <a:solidFill>
                            <a:srgbClr val="FFFFFF"/>
                          </a:solidFill>
                          <a:latin typeface="Times New Roman" panose="02020603050405020304" pitchFamily="18" charset="0"/>
                          <a:cs typeface="Times New Roman" panose="02020603050405020304" pitchFamily="18" charset="0"/>
                        </a:rPr>
                        <a:t>International Journal/Conf erence</a:t>
                      </a:r>
                      <a:endParaRPr lang="en-IN" sz="1800" dirty="0">
                        <a:latin typeface="Times New Roman" panose="02020603050405020304" pitchFamily="18" charset="0"/>
                        <a:cs typeface="Times New Roman" panose="02020603050405020304" pitchFamily="18" charset="0"/>
                      </a:endParaRPr>
                    </a:p>
                    <a:p>
                      <a:endParaRPr lang="en-IN" dirty="0"/>
                    </a:p>
                  </a:txBody>
                  <a:tcPr/>
                </a:tc>
                <a:tc>
                  <a:txBody>
                    <a:bodyPr/>
                    <a:lstStyle/>
                    <a:p>
                      <a:pPr marL="0" marR="0" lvl="0" indent="0" defTabSz="914400" eaLnBrk="1" fontAlgn="auto" latinLnBrk="0" hangingPunct="1">
                        <a:lnSpc>
                          <a:spcPct val="100000"/>
                        </a:lnSpc>
                        <a:spcBef>
                          <a:spcPts val="0"/>
                        </a:spcBef>
                        <a:spcAft>
                          <a:spcPts val="0"/>
                        </a:spcAft>
                        <a:buClrTx/>
                        <a:buSzTx/>
                        <a:buFontTx/>
                        <a:buNone/>
                        <a:tabLst/>
                        <a:defRPr/>
                      </a:pPr>
                      <a:r>
                        <a:rPr lang="en-IN" sz="1800" b="1" spc="-10" dirty="0">
                          <a:solidFill>
                            <a:srgbClr val="FFFFFF"/>
                          </a:solidFill>
                          <a:latin typeface="Times New Roman" panose="02020603050405020304" pitchFamily="18" charset="0"/>
                          <a:cs typeface="Times New Roman" panose="02020603050405020304" pitchFamily="18" charset="0"/>
                        </a:rPr>
                        <a:t>Month/Year</a:t>
                      </a:r>
                      <a:endParaRPr lang="en-IN" sz="1800" dirty="0">
                        <a:latin typeface="Times New Roman" panose="02020603050405020304" pitchFamily="18" charset="0"/>
                        <a:cs typeface="Times New Roman" panose="02020603050405020304" pitchFamily="18" charset="0"/>
                      </a:endParaRPr>
                    </a:p>
                    <a:p>
                      <a:endParaRPr lang="en-IN" dirty="0"/>
                    </a:p>
                  </a:txBody>
                  <a:tcPr/>
                </a:tc>
                <a:tc>
                  <a:txBody>
                    <a:bodyPr/>
                    <a:lstStyle/>
                    <a:p>
                      <a:pPr marL="0" marR="0" lvl="0" indent="0" defTabSz="914400" eaLnBrk="1" fontAlgn="auto" latinLnBrk="0" hangingPunct="1">
                        <a:lnSpc>
                          <a:spcPct val="100000"/>
                        </a:lnSpc>
                        <a:spcBef>
                          <a:spcPts val="0"/>
                        </a:spcBef>
                        <a:spcAft>
                          <a:spcPts val="0"/>
                        </a:spcAft>
                        <a:buClrTx/>
                        <a:buSzTx/>
                        <a:buFontTx/>
                        <a:buNone/>
                        <a:tabLst/>
                        <a:defRPr/>
                      </a:pPr>
                      <a:r>
                        <a:rPr lang="en-IN" sz="1800" b="1" spc="-10" dirty="0">
                          <a:solidFill>
                            <a:srgbClr val="FFFFFF"/>
                          </a:solidFill>
                          <a:latin typeface="Times New Roman" panose="02020603050405020304" pitchFamily="18" charset="0"/>
                          <a:cs typeface="Times New Roman" panose="02020603050405020304" pitchFamily="18" charset="0"/>
                        </a:rPr>
                        <a:t>Description</a:t>
                      </a:r>
                      <a:endParaRPr lang="en-IN" sz="1800" dirty="0">
                        <a:latin typeface="Times New Roman" panose="02020603050405020304" pitchFamily="18" charset="0"/>
                        <a:cs typeface="Times New Roman" panose="02020603050405020304" pitchFamily="18" charset="0"/>
                      </a:endParaRPr>
                    </a:p>
                    <a:p>
                      <a:endParaRPr lang="en-IN" dirty="0">
                        <a:latin typeface="Times New Roman" panose="02020603050405020304" pitchFamily="18" charset="0"/>
                        <a:cs typeface="Times New Roman" panose="02020603050405020304" pitchFamily="18" charset="0"/>
                      </a:endParaRPr>
                    </a:p>
                  </a:txBody>
                  <a:tcPr/>
                </a:tc>
                <a:tc>
                  <a:txBody>
                    <a:bodyPr/>
                    <a:lstStyle/>
                    <a:p>
                      <a:r>
                        <a:rPr lang="en-IN" sz="1800" b="1" spc="-10" dirty="0">
                          <a:solidFill>
                            <a:srgbClr val="FFFFFF"/>
                          </a:solidFill>
                          <a:latin typeface="Times New Roman"/>
                          <a:cs typeface="Times New Roman"/>
                        </a:rPr>
                        <a:t>Limitations</a:t>
                      </a:r>
                      <a:endParaRPr lang="en-IN" dirty="0"/>
                    </a:p>
                  </a:txBody>
                  <a:tcPr/>
                </a:tc>
                <a:extLst>
                  <a:ext uri="{0D108BD9-81ED-4DB2-BD59-A6C34878D82A}">
                    <a16:rowId xmlns:a16="http://schemas.microsoft.com/office/drawing/2014/main" val="3552760522"/>
                  </a:ext>
                </a:extLst>
              </a:tr>
              <a:tr h="3777996">
                <a:tc>
                  <a:txBody>
                    <a:bodyPr/>
                    <a:lstStyle/>
                    <a:p>
                      <a:r>
                        <a:rPr lang="en-US" sz="1800" dirty="0">
                          <a:latin typeface="Times New Roman" panose="02020603050405020304" pitchFamily="18" charset="0"/>
                          <a:cs typeface="Times New Roman" panose="02020603050405020304" pitchFamily="18" charset="0"/>
                        </a:rPr>
                        <a:t>2</a:t>
                      </a:r>
                      <a:endParaRPr lang="en-IN" sz="1800" dirty="0">
                        <a:latin typeface="Times New Roman" panose="02020603050405020304" pitchFamily="18" charset="0"/>
                        <a:cs typeface="Times New Roman" panose="02020603050405020304" pitchFamily="18" charset="0"/>
                      </a:endParaRPr>
                    </a:p>
                  </a:txBody>
                  <a:tcPr/>
                </a:tc>
                <a:tc>
                  <a:txBody>
                    <a:bodyPr/>
                    <a:lstStyle/>
                    <a:p>
                      <a:r>
                        <a:rPr lang="en-IN" sz="1800" dirty="0">
                          <a:latin typeface="Times New Roman" panose="02020603050405020304" pitchFamily="18" charset="0"/>
                          <a:cs typeface="Times New Roman" panose="02020603050405020304" pitchFamily="18" charset="0"/>
                        </a:rPr>
                        <a:t>Rahul Singh, Leena Sharma, Vandana Singh, Vivek Kr</a:t>
                      </a:r>
                    </a:p>
                  </a:txBody>
                  <a:tcPr/>
                </a:tc>
                <a:tc>
                  <a:txBody>
                    <a:bodyPr/>
                    <a:lstStyle/>
                    <a:p>
                      <a:r>
                        <a:rPr lang="en-US" sz="1800" dirty="0">
                          <a:latin typeface="Times New Roman" panose="02020603050405020304" pitchFamily="18" charset="0"/>
                          <a:cs typeface="Times New Roman" panose="02020603050405020304" pitchFamily="18" charset="0"/>
                        </a:rPr>
                        <a:t>Automatic Railway Track Crack Detection System</a:t>
                      </a:r>
                      <a:endParaRPr lang="en-IN" sz="1800" dirty="0">
                        <a:latin typeface="Times New Roman" panose="02020603050405020304" pitchFamily="18" charset="0"/>
                        <a:cs typeface="Times New Roman" panose="02020603050405020304" pitchFamily="18" charset="0"/>
                      </a:endParaRPr>
                    </a:p>
                  </a:txBody>
                  <a:tcPr/>
                </a:tc>
                <a:tc>
                  <a:txBody>
                    <a:bodyPr/>
                    <a:lstStyle/>
                    <a:p>
                      <a:r>
                        <a:rPr lang="en-US" sz="1800" dirty="0">
                          <a:latin typeface="Times New Roman" panose="02020603050405020304" pitchFamily="18" charset="0"/>
                          <a:cs typeface="Times New Roman" panose="02020603050405020304" pitchFamily="18" charset="0"/>
                        </a:rPr>
                        <a:t>International Research Journal of Engineering and Technology (IRJET)</a:t>
                      </a:r>
                      <a:endParaRPr lang="en-IN" sz="1800" dirty="0">
                        <a:latin typeface="Times New Roman" panose="02020603050405020304" pitchFamily="18" charset="0"/>
                        <a:cs typeface="Times New Roman" panose="02020603050405020304" pitchFamily="18" charset="0"/>
                      </a:endParaRPr>
                    </a:p>
                  </a:txBody>
                  <a:tcPr/>
                </a:tc>
                <a:tc>
                  <a:txBody>
                    <a:bodyPr/>
                    <a:lstStyle/>
                    <a:p>
                      <a:r>
                        <a:rPr lang="en-IN" sz="1800" dirty="0">
                          <a:latin typeface="Times New Roman" panose="02020603050405020304" pitchFamily="18" charset="0"/>
                          <a:cs typeface="Times New Roman" panose="02020603050405020304" pitchFamily="18" charset="0"/>
                        </a:rPr>
                        <a:t>May /2020</a:t>
                      </a:r>
                    </a:p>
                  </a:txBody>
                  <a:tcPr/>
                </a:tc>
                <a:tc>
                  <a:txBody>
                    <a:bodyPr/>
                    <a:lstStyle/>
                    <a:p>
                      <a:r>
                        <a:rPr lang="en-US" dirty="0">
                          <a:latin typeface="Times New Roman" panose="02020603050405020304" pitchFamily="18" charset="0"/>
                          <a:cs typeface="Times New Roman" panose="02020603050405020304" pitchFamily="18" charset="0"/>
                        </a:rPr>
                        <a:t>The goal is to develop a railway crack detection system (RCDS) employing an ultrasonic sensor, the global system for mobile communications, the GPS and an Arduino-based module</a:t>
                      </a:r>
                      <a:endParaRPr lang="en-IN" dirty="0">
                        <a:latin typeface="Times New Roman" panose="02020603050405020304" pitchFamily="18" charset="0"/>
                        <a:cs typeface="Times New Roman" panose="02020603050405020304" pitchFamily="18" charset="0"/>
                      </a:endParaRPr>
                    </a:p>
                  </a:txBody>
                  <a:tcPr/>
                </a:tc>
                <a:tc>
                  <a:txBody>
                    <a:bodyPr/>
                    <a:lstStyle/>
                    <a:p>
                      <a:r>
                        <a:rPr lang="en-US" dirty="0">
                          <a:latin typeface="Times New Roman" panose="02020603050405020304" pitchFamily="18" charset="0"/>
                          <a:cs typeface="Times New Roman" panose="02020603050405020304" pitchFamily="18" charset="0"/>
                        </a:rPr>
                        <a:t>whose implementation will provide a cost-effective method for detecting cracks in the tracks and thereby avoiding train derailments</a:t>
                      </a:r>
                      <a:endParaRPr lang="en-IN"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43278370"/>
                  </a:ext>
                </a:extLst>
              </a:tr>
            </a:tbl>
          </a:graphicData>
        </a:graphic>
      </p:graphicFrame>
    </p:spTree>
    <p:extLst>
      <p:ext uri="{BB962C8B-B14F-4D97-AF65-F5344CB8AC3E}">
        <p14:creationId xmlns:p14="http://schemas.microsoft.com/office/powerpoint/2010/main" val="67835113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CBC8349-71D2-388A-7EC6-83779E4549C0}"/>
              </a:ext>
            </a:extLst>
          </p:cNvPr>
          <p:cNvSpPr>
            <a:spLocks noGrp="1"/>
          </p:cNvSpPr>
          <p:nvPr>
            <p:ph type="dt" sz="half" idx="6"/>
          </p:nvPr>
        </p:nvSpPr>
        <p:spPr/>
        <p:txBody>
          <a:bodyPr/>
          <a:lstStyle/>
          <a:p>
            <a:pPr marL="234315">
              <a:lnSpc>
                <a:spcPts val="1240"/>
              </a:lnSpc>
            </a:pPr>
            <a:fld id="{988E90C9-75BB-4EA3-B456-661272824347}" type="datetime1">
              <a:rPr lang="en-US" spc="-10" smtClean="0"/>
              <a:t>9/23/2024</a:t>
            </a:fld>
            <a:endParaRPr lang="en-US" spc="-10" dirty="0"/>
          </a:p>
        </p:txBody>
      </p:sp>
      <p:sp>
        <p:nvSpPr>
          <p:cNvPr id="3" name="Slide Number Placeholder 2">
            <a:extLst>
              <a:ext uri="{FF2B5EF4-FFF2-40B4-BE49-F238E27FC236}">
                <a16:creationId xmlns:a16="http://schemas.microsoft.com/office/drawing/2014/main" id="{A2949A98-D3D4-A332-EFF2-43FE7765ED51}"/>
              </a:ext>
            </a:extLst>
          </p:cNvPr>
          <p:cNvSpPr>
            <a:spLocks noGrp="1"/>
          </p:cNvSpPr>
          <p:nvPr>
            <p:ph type="sldNum" sz="quarter" idx="7"/>
          </p:nvPr>
        </p:nvSpPr>
        <p:spPr/>
        <p:txBody>
          <a:bodyPr/>
          <a:lstStyle/>
          <a:p>
            <a:pPr marL="38100">
              <a:lnSpc>
                <a:spcPts val="1240"/>
              </a:lnSpc>
            </a:pPr>
            <a:fld id="{81D60167-4931-47E6-BA6A-407CBD079E47}" type="slidenum">
              <a:rPr lang="en-IN" spc="-25" smtClean="0"/>
              <a:t>16</a:t>
            </a:fld>
            <a:endParaRPr lang="en-IN" spc="-25" dirty="0"/>
          </a:p>
        </p:txBody>
      </p:sp>
      <p:graphicFrame>
        <p:nvGraphicFramePr>
          <p:cNvPr id="6" name="Table 5">
            <a:extLst>
              <a:ext uri="{FF2B5EF4-FFF2-40B4-BE49-F238E27FC236}">
                <a16:creationId xmlns:a16="http://schemas.microsoft.com/office/drawing/2014/main" id="{3C3C27FA-9B86-65B7-E410-E6F0CAB812F8}"/>
              </a:ext>
            </a:extLst>
          </p:cNvPr>
          <p:cNvGraphicFramePr>
            <a:graphicFrameLocks noGrp="1"/>
          </p:cNvGraphicFramePr>
          <p:nvPr>
            <p:extLst>
              <p:ext uri="{D42A27DB-BD31-4B8C-83A1-F6EECF244321}">
                <p14:modId xmlns:p14="http://schemas.microsoft.com/office/powerpoint/2010/main" val="372389141"/>
              </p:ext>
            </p:extLst>
          </p:nvPr>
        </p:nvGraphicFramePr>
        <p:xfrm>
          <a:off x="304800" y="325340"/>
          <a:ext cx="11510009" cy="5821680"/>
        </p:xfrm>
        <a:graphic>
          <a:graphicData uri="http://schemas.openxmlformats.org/drawingml/2006/table">
            <a:tbl>
              <a:tblPr firstRow="1" bandRow="1">
                <a:tableStyleId>{5C22544A-7EE6-4342-B048-85BDC9FD1C3A}</a:tableStyleId>
              </a:tblPr>
              <a:tblGrid>
                <a:gridCol w="842010">
                  <a:extLst>
                    <a:ext uri="{9D8B030D-6E8A-4147-A177-3AD203B41FA5}">
                      <a16:colId xmlns:a16="http://schemas.microsoft.com/office/drawing/2014/main" val="4118782250"/>
                    </a:ext>
                  </a:extLst>
                </a:gridCol>
                <a:gridCol w="1676400">
                  <a:extLst>
                    <a:ext uri="{9D8B030D-6E8A-4147-A177-3AD203B41FA5}">
                      <a16:colId xmlns:a16="http://schemas.microsoft.com/office/drawing/2014/main" val="1899256850"/>
                    </a:ext>
                  </a:extLst>
                </a:gridCol>
                <a:gridCol w="1600200">
                  <a:extLst>
                    <a:ext uri="{9D8B030D-6E8A-4147-A177-3AD203B41FA5}">
                      <a16:colId xmlns:a16="http://schemas.microsoft.com/office/drawing/2014/main" val="1358044007"/>
                    </a:ext>
                  </a:extLst>
                </a:gridCol>
                <a:gridCol w="1524000">
                  <a:extLst>
                    <a:ext uri="{9D8B030D-6E8A-4147-A177-3AD203B41FA5}">
                      <a16:colId xmlns:a16="http://schemas.microsoft.com/office/drawing/2014/main" val="1654774046"/>
                    </a:ext>
                  </a:extLst>
                </a:gridCol>
                <a:gridCol w="1447800">
                  <a:extLst>
                    <a:ext uri="{9D8B030D-6E8A-4147-A177-3AD203B41FA5}">
                      <a16:colId xmlns:a16="http://schemas.microsoft.com/office/drawing/2014/main" val="923406128"/>
                    </a:ext>
                  </a:extLst>
                </a:gridCol>
                <a:gridCol w="2786742">
                  <a:extLst>
                    <a:ext uri="{9D8B030D-6E8A-4147-A177-3AD203B41FA5}">
                      <a16:colId xmlns:a16="http://schemas.microsoft.com/office/drawing/2014/main" val="3455194160"/>
                    </a:ext>
                  </a:extLst>
                </a:gridCol>
                <a:gridCol w="1632857">
                  <a:extLst>
                    <a:ext uri="{9D8B030D-6E8A-4147-A177-3AD203B41FA5}">
                      <a16:colId xmlns:a16="http://schemas.microsoft.com/office/drawing/2014/main" val="1677922078"/>
                    </a:ext>
                  </a:extLst>
                </a:gridCol>
              </a:tblGrid>
              <a:tr h="1066800">
                <a:tc>
                  <a:txBody>
                    <a:bodyPr/>
                    <a:lstStyle/>
                    <a:p>
                      <a:pPr marL="0" marR="0" lvl="0" indent="0" defTabSz="914400" eaLnBrk="1" fontAlgn="auto" latinLnBrk="0" hangingPunct="1">
                        <a:lnSpc>
                          <a:spcPct val="100000"/>
                        </a:lnSpc>
                        <a:spcBef>
                          <a:spcPts val="0"/>
                        </a:spcBef>
                        <a:spcAft>
                          <a:spcPts val="0"/>
                        </a:spcAft>
                        <a:buClrTx/>
                        <a:buSzTx/>
                        <a:buFontTx/>
                        <a:buNone/>
                        <a:tabLst/>
                        <a:defRPr/>
                      </a:pPr>
                      <a:r>
                        <a:rPr lang="en-IN" sz="1800" b="1" spc="-10" dirty="0">
                          <a:solidFill>
                            <a:srgbClr val="FFFFFF"/>
                          </a:solidFill>
                          <a:latin typeface="Times New Roman" panose="02020603050405020304" pitchFamily="18" charset="0"/>
                          <a:cs typeface="Times New Roman" panose="02020603050405020304" pitchFamily="18" charset="0"/>
                        </a:rPr>
                        <a:t>SI. No</a:t>
                      </a:r>
                      <a:endParaRPr lang="en-IN" sz="1800" dirty="0">
                        <a:latin typeface="Times New Roman" panose="02020603050405020304" pitchFamily="18" charset="0"/>
                        <a:cs typeface="Times New Roman" panose="02020603050405020304" pitchFamily="18" charset="0"/>
                      </a:endParaRPr>
                    </a:p>
                  </a:txBody>
                  <a:tcPr/>
                </a:tc>
                <a:tc>
                  <a:txBody>
                    <a:bodyPr/>
                    <a:lstStyle/>
                    <a:p>
                      <a:pPr marL="0" marR="0" lvl="0" indent="0" defTabSz="914400" eaLnBrk="1" fontAlgn="auto" latinLnBrk="0" hangingPunct="1">
                        <a:lnSpc>
                          <a:spcPct val="100000"/>
                        </a:lnSpc>
                        <a:spcBef>
                          <a:spcPts val="0"/>
                        </a:spcBef>
                        <a:spcAft>
                          <a:spcPts val="0"/>
                        </a:spcAft>
                        <a:buClrTx/>
                        <a:buSzTx/>
                        <a:buFontTx/>
                        <a:buNone/>
                        <a:tabLst/>
                        <a:defRPr/>
                      </a:pPr>
                      <a:r>
                        <a:rPr lang="en-IN" sz="1800" b="1" dirty="0">
                          <a:solidFill>
                            <a:srgbClr val="FFFFFF"/>
                          </a:solidFill>
                          <a:latin typeface="Times New Roman" panose="02020603050405020304" pitchFamily="18" charset="0"/>
                          <a:cs typeface="Times New Roman" panose="02020603050405020304" pitchFamily="18" charset="0"/>
                        </a:rPr>
                        <a:t>Name</a:t>
                      </a:r>
                      <a:r>
                        <a:rPr lang="en-IN" sz="1800" b="1" spc="-35" dirty="0">
                          <a:solidFill>
                            <a:srgbClr val="FFFFFF"/>
                          </a:solidFill>
                          <a:latin typeface="Times New Roman" panose="02020603050405020304" pitchFamily="18" charset="0"/>
                          <a:cs typeface="Times New Roman" panose="02020603050405020304" pitchFamily="18" charset="0"/>
                        </a:rPr>
                        <a:t> </a:t>
                      </a:r>
                      <a:r>
                        <a:rPr lang="en-IN" sz="1800" b="1" dirty="0">
                          <a:solidFill>
                            <a:srgbClr val="FFFFFF"/>
                          </a:solidFill>
                          <a:latin typeface="Times New Roman" panose="02020603050405020304" pitchFamily="18" charset="0"/>
                          <a:cs typeface="Times New Roman" panose="02020603050405020304" pitchFamily="18" charset="0"/>
                        </a:rPr>
                        <a:t>of</a:t>
                      </a:r>
                      <a:r>
                        <a:rPr lang="en-IN" sz="1800" b="1" spc="-5" dirty="0">
                          <a:solidFill>
                            <a:srgbClr val="FFFFFF"/>
                          </a:solidFill>
                          <a:latin typeface="Times New Roman" panose="02020603050405020304" pitchFamily="18" charset="0"/>
                          <a:cs typeface="Times New Roman" panose="02020603050405020304" pitchFamily="18" charset="0"/>
                        </a:rPr>
                        <a:t> </a:t>
                      </a:r>
                      <a:r>
                        <a:rPr lang="en-IN" sz="1800" b="1" spc="-25" dirty="0">
                          <a:solidFill>
                            <a:srgbClr val="FFFFFF"/>
                          </a:solidFill>
                          <a:latin typeface="Times New Roman" panose="02020603050405020304" pitchFamily="18" charset="0"/>
                          <a:cs typeface="Times New Roman" panose="02020603050405020304" pitchFamily="18" charset="0"/>
                        </a:rPr>
                        <a:t>the </a:t>
                      </a:r>
                      <a:r>
                        <a:rPr lang="en-IN" sz="1800" b="1" spc="-10" dirty="0">
                          <a:solidFill>
                            <a:srgbClr val="FFFFFF"/>
                          </a:solidFill>
                          <a:latin typeface="Times New Roman" panose="02020603050405020304" pitchFamily="18" charset="0"/>
                          <a:cs typeface="Times New Roman" panose="02020603050405020304" pitchFamily="18" charset="0"/>
                        </a:rPr>
                        <a:t>author</a:t>
                      </a:r>
                      <a:endParaRPr lang="en-IN" sz="1800" dirty="0">
                        <a:latin typeface="Times New Roman" panose="02020603050405020304" pitchFamily="18" charset="0"/>
                        <a:cs typeface="Times New Roman" panose="02020603050405020304" pitchFamily="18" charset="0"/>
                      </a:endParaRPr>
                    </a:p>
                  </a:txBody>
                  <a:tcPr/>
                </a:tc>
                <a:tc>
                  <a:txBody>
                    <a:bodyPr/>
                    <a:lstStyle/>
                    <a:p>
                      <a:pPr marL="0" marR="0" lvl="0" indent="0" defTabSz="914400" eaLnBrk="1" fontAlgn="auto" latinLnBrk="0" hangingPunct="1">
                        <a:lnSpc>
                          <a:spcPct val="100000"/>
                        </a:lnSpc>
                        <a:spcBef>
                          <a:spcPts val="0"/>
                        </a:spcBef>
                        <a:spcAft>
                          <a:spcPts val="0"/>
                        </a:spcAft>
                        <a:buClrTx/>
                        <a:buSzTx/>
                        <a:buFontTx/>
                        <a:buNone/>
                        <a:tabLst/>
                        <a:defRPr/>
                      </a:pPr>
                      <a:r>
                        <a:rPr lang="en-IN" sz="1800" b="1" dirty="0">
                          <a:solidFill>
                            <a:srgbClr val="FFFFFF"/>
                          </a:solidFill>
                          <a:latin typeface="Times New Roman" panose="02020603050405020304" pitchFamily="18" charset="0"/>
                          <a:cs typeface="Times New Roman" panose="02020603050405020304" pitchFamily="18" charset="0"/>
                        </a:rPr>
                        <a:t>Paper</a:t>
                      </a:r>
                      <a:r>
                        <a:rPr lang="en-IN" sz="1800" b="1" spc="-90" dirty="0">
                          <a:solidFill>
                            <a:srgbClr val="FFFFFF"/>
                          </a:solidFill>
                          <a:latin typeface="Times New Roman" panose="02020603050405020304" pitchFamily="18" charset="0"/>
                          <a:cs typeface="Times New Roman" panose="02020603050405020304" pitchFamily="18" charset="0"/>
                        </a:rPr>
                        <a:t> </a:t>
                      </a:r>
                      <a:r>
                        <a:rPr lang="en-IN" sz="1800" b="1" spc="-10" dirty="0">
                          <a:solidFill>
                            <a:srgbClr val="FFFFFF"/>
                          </a:solidFill>
                          <a:latin typeface="Times New Roman" panose="02020603050405020304" pitchFamily="18" charset="0"/>
                          <a:cs typeface="Times New Roman" panose="02020603050405020304" pitchFamily="18" charset="0"/>
                        </a:rPr>
                        <a:t>Title</a:t>
                      </a:r>
                      <a:endParaRPr lang="en-IN" sz="1800" dirty="0">
                        <a:latin typeface="Times New Roman" panose="02020603050405020304" pitchFamily="18" charset="0"/>
                        <a:cs typeface="Times New Roman" panose="02020603050405020304" pitchFamily="18" charset="0"/>
                      </a:endParaRPr>
                    </a:p>
                  </a:txBody>
                  <a:tcPr/>
                </a:tc>
                <a:tc>
                  <a:txBody>
                    <a:bodyPr/>
                    <a:lstStyle/>
                    <a:p>
                      <a:pPr marL="0" marR="0" lvl="0" indent="0" algn="just" defTabSz="914400" eaLnBrk="1" fontAlgn="auto" latinLnBrk="0" hangingPunct="1">
                        <a:lnSpc>
                          <a:spcPct val="100000"/>
                        </a:lnSpc>
                        <a:spcBef>
                          <a:spcPts val="0"/>
                        </a:spcBef>
                        <a:spcAft>
                          <a:spcPts val="0"/>
                        </a:spcAft>
                        <a:buClrTx/>
                        <a:buSzTx/>
                        <a:buFontTx/>
                        <a:buNone/>
                        <a:tabLst/>
                        <a:defRPr/>
                      </a:pPr>
                      <a:r>
                        <a:rPr lang="en-IN" sz="1800" b="1" spc="-10" dirty="0">
                          <a:solidFill>
                            <a:srgbClr val="FFFFFF"/>
                          </a:solidFill>
                          <a:latin typeface="Times New Roman" panose="02020603050405020304" pitchFamily="18" charset="0"/>
                          <a:cs typeface="Times New Roman" panose="02020603050405020304" pitchFamily="18" charset="0"/>
                        </a:rPr>
                        <a:t>International Journal/Conf erence</a:t>
                      </a:r>
                      <a:endParaRPr lang="en-IN" sz="1800" dirty="0">
                        <a:latin typeface="Times New Roman" panose="02020603050405020304" pitchFamily="18" charset="0"/>
                        <a:cs typeface="Times New Roman" panose="02020603050405020304" pitchFamily="18" charset="0"/>
                      </a:endParaRPr>
                    </a:p>
                  </a:txBody>
                  <a:tcPr/>
                </a:tc>
                <a:tc>
                  <a:txBody>
                    <a:bodyPr/>
                    <a:lstStyle/>
                    <a:p>
                      <a:pPr marL="0" marR="0" lvl="0" indent="0" defTabSz="914400" eaLnBrk="1" fontAlgn="auto" latinLnBrk="0" hangingPunct="1">
                        <a:lnSpc>
                          <a:spcPct val="100000"/>
                        </a:lnSpc>
                        <a:spcBef>
                          <a:spcPts val="0"/>
                        </a:spcBef>
                        <a:spcAft>
                          <a:spcPts val="0"/>
                        </a:spcAft>
                        <a:buClrTx/>
                        <a:buSzTx/>
                        <a:buFontTx/>
                        <a:buNone/>
                        <a:tabLst/>
                        <a:defRPr/>
                      </a:pPr>
                      <a:r>
                        <a:rPr lang="en-IN" sz="1800" b="1" spc="-10" dirty="0">
                          <a:solidFill>
                            <a:srgbClr val="FFFFFF"/>
                          </a:solidFill>
                          <a:latin typeface="Times New Roman" panose="02020603050405020304" pitchFamily="18" charset="0"/>
                          <a:cs typeface="Times New Roman" panose="02020603050405020304" pitchFamily="18" charset="0"/>
                        </a:rPr>
                        <a:t>Month/Year</a:t>
                      </a:r>
                      <a:endParaRPr lang="en-IN" sz="1800" dirty="0">
                        <a:latin typeface="Times New Roman" panose="02020603050405020304" pitchFamily="18" charset="0"/>
                        <a:cs typeface="Times New Roman" panose="02020603050405020304" pitchFamily="18" charset="0"/>
                      </a:endParaRPr>
                    </a:p>
                  </a:txBody>
                  <a:tcPr/>
                </a:tc>
                <a:tc>
                  <a:txBody>
                    <a:bodyPr/>
                    <a:lstStyle/>
                    <a:p>
                      <a:pPr marL="0" marR="0" lvl="0" indent="0" defTabSz="914400" eaLnBrk="1" fontAlgn="auto" latinLnBrk="0" hangingPunct="1">
                        <a:lnSpc>
                          <a:spcPct val="100000"/>
                        </a:lnSpc>
                        <a:spcBef>
                          <a:spcPts val="0"/>
                        </a:spcBef>
                        <a:spcAft>
                          <a:spcPts val="0"/>
                        </a:spcAft>
                        <a:buClrTx/>
                        <a:buSzTx/>
                        <a:buFontTx/>
                        <a:buNone/>
                        <a:tabLst/>
                        <a:defRPr/>
                      </a:pPr>
                      <a:r>
                        <a:rPr lang="en-IN" sz="1800" b="1" spc="-10" dirty="0">
                          <a:solidFill>
                            <a:srgbClr val="FFFFFF"/>
                          </a:solidFill>
                          <a:latin typeface="Times New Roman" panose="02020603050405020304" pitchFamily="18" charset="0"/>
                          <a:cs typeface="Times New Roman" panose="02020603050405020304" pitchFamily="18" charset="0"/>
                        </a:rPr>
                        <a:t>Description</a:t>
                      </a:r>
                      <a:endParaRPr lang="en-IN" sz="1800" dirty="0">
                        <a:latin typeface="Times New Roman" panose="02020603050405020304" pitchFamily="18" charset="0"/>
                        <a:cs typeface="Times New Roman" panose="02020603050405020304" pitchFamily="18" charset="0"/>
                      </a:endParaRPr>
                    </a:p>
                  </a:txBody>
                  <a:tcPr/>
                </a:tc>
                <a:tc>
                  <a:txBody>
                    <a:bodyPr/>
                    <a:lstStyle/>
                    <a:p>
                      <a:pPr marL="0" marR="0" lvl="0" indent="0" defTabSz="914400" eaLnBrk="1" fontAlgn="auto" latinLnBrk="0" hangingPunct="1">
                        <a:lnSpc>
                          <a:spcPct val="100000"/>
                        </a:lnSpc>
                        <a:spcBef>
                          <a:spcPts val="0"/>
                        </a:spcBef>
                        <a:spcAft>
                          <a:spcPts val="0"/>
                        </a:spcAft>
                        <a:buClrTx/>
                        <a:buSzTx/>
                        <a:buFontTx/>
                        <a:buNone/>
                        <a:tabLst/>
                        <a:defRPr/>
                      </a:pPr>
                      <a:r>
                        <a:rPr lang="en-IN" sz="1800" b="1" spc="-10" dirty="0">
                          <a:solidFill>
                            <a:srgbClr val="FFFFFF"/>
                          </a:solidFill>
                          <a:latin typeface="Times New Roman"/>
                          <a:cs typeface="Times New Roman"/>
                        </a:rPr>
                        <a:t>Limitations</a:t>
                      </a:r>
                      <a:endParaRPr lang="en-IN" dirty="0"/>
                    </a:p>
                    <a:p>
                      <a:endParaRPr lang="en-IN"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552760522"/>
                  </a:ext>
                </a:extLst>
              </a:tr>
              <a:tr h="4267200">
                <a:tc>
                  <a:txBody>
                    <a:bodyPr/>
                    <a:lstStyle/>
                    <a:p>
                      <a:r>
                        <a:rPr lang="en-US" dirty="0">
                          <a:latin typeface="Times New Roman" panose="02020603050405020304" pitchFamily="18" charset="0"/>
                          <a:cs typeface="Times New Roman" panose="02020603050405020304" pitchFamily="18" charset="0"/>
                        </a:rPr>
                        <a:t>3</a:t>
                      </a:r>
                      <a:endParaRPr lang="en-IN" dirty="0">
                        <a:latin typeface="Times New Roman" panose="02020603050405020304" pitchFamily="18" charset="0"/>
                        <a:cs typeface="Times New Roman" panose="02020603050405020304" pitchFamily="18" charset="0"/>
                      </a:endParaRPr>
                    </a:p>
                  </a:txBody>
                  <a:tcPr/>
                </a:tc>
                <a:tc>
                  <a:txBody>
                    <a:bodyPr/>
                    <a:lstStyle/>
                    <a:p>
                      <a:r>
                        <a:rPr lang="en-IN" dirty="0">
                          <a:latin typeface="Times New Roman" panose="02020603050405020304" pitchFamily="18" charset="0"/>
                          <a:cs typeface="Times New Roman" panose="02020603050405020304" pitchFamily="18" charset="0"/>
                        </a:rPr>
                        <a:t>Anushree B.S, Priyasha Purkayastha, Anjali Girgire, Anjana K, Ruma Sinha.</a:t>
                      </a:r>
                    </a:p>
                  </a:txBody>
                  <a:tcPr/>
                </a:tc>
                <a:tc>
                  <a:txBody>
                    <a:bodyPr/>
                    <a:lstStyle/>
                    <a:p>
                      <a:r>
                        <a:rPr lang="en-US" dirty="0">
                          <a:latin typeface="Times New Roman" panose="02020603050405020304" pitchFamily="18" charset="0"/>
                          <a:cs typeface="Times New Roman" panose="02020603050405020304" pitchFamily="18" charset="0"/>
                        </a:rPr>
                        <a:t>Detection of Crack in Railway Track using Ultrasonic Sensors</a:t>
                      </a:r>
                      <a:endParaRPr lang="en-IN" dirty="0">
                        <a:latin typeface="Times New Roman" panose="02020603050405020304" pitchFamily="18" charset="0"/>
                        <a:cs typeface="Times New Roman" panose="02020603050405020304" pitchFamily="18" charset="0"/>
                      </a:endParaRPr>
                    </a:p>
                  </a:txBody>
                  <a:tcPr/>
                </a:tc>
                <a:tc>
                  <a:txBody>
                    <a:bodyPr/>
                    <a:lstStyle/>
                    <a:p>
                      <a:r>
                        <a:rPr lang="en-US" dirty="0">
                          <a:latin typeface="Times New Roman" panose="02020603050405020304" pitchFamily="18" charset="0"/>
                          <a:cs typeface="Times New Roman" panose="02020603050405020304" pitchFamily="18" charset="0"/>
                        </a:rPr>
                        <a:t>International Journal of Scientific Development and Research (IJSDR)</a:t>
                      </a:r>
                      <a:endParaRPr lang="en-IN" dirty="0">
                        <a:latin typeface="Times New Roman" panose="02020603050405020304" pitchFamily="18" charset="0"/>
                        <a:cs typeface="Times New Roman" panose="02020603050405020304" pitchFamily="18" charset="0"/>
                      </a:endParaRPr>
                    </a:p>
                  </a:txBody>
                  <a:tcPr/>
                </a:tc>
                <a:tc>
                  <a:txBody>
                    <a:bodyPr/>
                    <a:lstStyle/>
                    <a:p>
                      <a:r>
                        <a:rPr lang="en-IN" dirty="0">
                          <a:latin typeface="Times New Roman" panose="02020603050405020304" pitchFamily="18" charset="0"/>
                          <a:cs typeface="Times New Roman" panose="02020603050405020304" pitchFamily="18" charset="0"/>
                        </a:rPr>
                        <a:t>May /2017</a:t>
                      </a:r>
                    </a:p>
                  </a:txBody>
                  <a:tcPr/>
                </a:tc>
                <a:tc>
                  <a:txBody>
                    <a:bodyPr/>
                    <a:lstStyle/>
                    <a:p>
                      <a:r>
                        <a:rPr lang="en-US" dirty="0">
                          <a:latin typeface="Times New Roman" panose="02020603050405020304" pitchFamily="18" charset="0"/>
                          <a:cs typeface="Times New Roman" panose="02020603050405020304" pitchFamily="18" charset="0"/>
                        </a:rPr>
                        <a:t> The paper proposes a crack detection system, which detects the crack without human intervention and transmits the location of the fault to the authorized personnel via GSM. Using this technique, cracks can be detected both during the day and at night, revealing the precise location of the fault.</a:t>
                      </a:r>
                      <a:endParaRPr lang="en-IN" dirty="0">
                        <a:latin typeface="Times New Roman" panose="02020603050405020304" pitchFamily="18" charset="0"/>
                        <a:cs typeface="Times New Roman" panose="02020603050405020304" pitchFamily="18" charset="0"/>
                      </a:endParaRPr>
                    </a:p>
                  </a:txBody>
                  <a:tcPr/>
                </a:tc>
                <a:tc>
                  <a:txBody>
                    <a:bodyPr/>
                    <a:lstStyle/>
                    <a:p>
                      <a:r>
                        <a:rPr lang="en-US" dirty="0">
                          <a:latin typeface="Times New Roman" panose="02020603050405020304" pitchFamily="18" charset="0"/>
                          <a:cs typeface="Times New Roman" panose="02020603050405020304" pitchFamily="18" charset="0"/>
                        </a:rPr>
                        <a:t>Arduino Uno kit is used as the main component which is being interfaced with others as dc driver, sensors and more. In this proposed system, two Arduino Uno kits are used as it has only one serial communication slot.</a:t>
                      </a:r>
                      <a:endParaRPr lang="en-IN"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43278370"/>
                  </a:ext>
                </a:extLst>
              </a:tr>
            </a:tbl>
          </a:graphicData>
        </a:graphic>
      </p:graphicFrame>
    </p:spTree>
    <p:extLst>
      <p:ext uri="{BB962C8B-B14F-4D97-AF65-F5344CB8AC3E}">
        <p14:creationId xmlns:p14="http://schemas.microsoft.com/office/powerpoint/2010/main" val="262633316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EA80E76-4539-2697-01F3-38F0F3289295}"/>
              </a:ext>
            </a:extLst>
          </p:cNvPr>
          <p:cNvSpPr>
            <a:spLocks noGrp="1"/>
          </p:cNvSpPr>
          <p:nvPr>
            <p:ph type="dt" sz="half" idx="6"/>
          </p:nvPr>
        </p:nvSpPr>
        <p:spPr/>
        <p:txBody>
          <a:bodyPr/>
          <a:lstStyle/>
          <a:p>
            <a:pPr marL="234315">
              <a:lnSpc>
                <a:spcPts val="1240"/>
              </a:lnSpc>
            </a:pPr>
            <a:fld id="{988E90C9-75BB-4EA3-B456-661272824347}" type="datetime1">
              <a:rPr lang="en-US" spc="-10" smtClean="0"/>
              <a:t>9/23/2024</a:t>
            </a:fld>
            <a:endParaRPr lang="en-US" spc="-10" dirty="0"/>
          </a:p>
        </p:txBody>
      </p:sp>
      <p:sp>
        <p:nvSpPr>
          <p:cNvPr id="3" name="Slide Number Placeholder 2">
            <a:extLst>
              <a:ext uri="{FF2B5EF4-FFF2-40B4-BE49-F238E27FC236}">
                <a16:creationId xmlns:a16="http://schemas.microsoft.com/office/drawing/2014/main" id="{465DF0BA-EE65-A563-D308-1E9E43424475}"/>
              </a:ext>
            </a:extLst>
          </p:cNvPr>
          <p:cNvSpPr>
            <a:spLocks noGrp="1"/>
          </p:cNvSpPr>
          <p:nvPr>
            <p:ph type="sldNum" sz="quarter" idx="7"/>
          </p:nvPr>
        </p:nvSpPr>
        <p:spPr/>
        <p:txBody>
          <a:bodyPr/>
          <a:lstStyle/>
          <a:p>
            <a:pPr marL="38100">
              <a:lnSpc>
                <a:spcPts val="1240"/>
              </a:lnSpc>
            </a:pPr>
            <a:fld id="{81D60167-4931-47E6-BA6A-407CBD079E47}" type="slidenum">
              <a:rPr lang="en-IN" spc="-25" smtClean="0"/>
              <a:t>17</a:t>
            </a:fld>
            <a:endParaRPr lang="en-IN" spc="-25" dirty="0"/>
          </a:p>
        </p:txBody>
      </p:sp>
      <p:graphicFrame>
        <p:nvGraphicFramePr>
          <p:cNvPr id="4" name="Table 3">
            <a:extLst>
              <a:ext uri="{FF2B5EF4-FFF2-40B4-BE49-F238E27FC236}">
                <a16:creationId xmlns:a16="http://schemas.microsoft.com/office/drawing/2014/main" id="{368BAD54-6D79-9ABF-62CD-59AF22DF5B1F}"/>
              </a:ext>
            </a:extLst>
          </p:cNvPr>
          <p:cNvGraphicFramePr>
            <a:graphicFrameLocks noGrp="1"/>
          </p:cNvGraphicFramePr>
          <p:nvPr>
            <p:extLst>
              <p:ext uri="{D42A27DB-BD31-4B8C-83A1-F6EECF244321}">
                <p14:modId xmlns:p14="http://schemas.microsoft.com/office/powerpoint/2010/main" val="3231187107"/>
              </p:ext>
            </p:extLst>
          </p:nvPr>
        </p:nvGraphicFramePr>
        <p:xfrm>
          <a:off x="417068" y="256313"/>
          <a:ext cx="11546333" cy="5836675"/>
        </p:xfrm>
        <a:graphic>
          <a:graphicData uri="http://schemas.openxmlformats.org/drawingml/2006/table">
            <a:tbl>
              <a:tblPr firstRow="1" bandRow="1">
                <a:tableStyleId>{5C22544A-7EE6-4342-B048-85BDC9FD1C3A}</a:tableStyleId>
              </a:tblPr>
              <a:tblGrid>
                <a:gridCol w="898184">
                  <a:extLst>
                    <a:ext uri="{9D8B030D-6E8A-4147-A177-3AD203B41FA5}">
                      <a16:colId xmlns:a16="http://schemas.microsoft.com/office/drawing/2014/main" val="240320793"/>
                    </a:ext>
                  </a:extLst>
                </a:gridCol>
                <a:gridCol w="1664417">
                  <a:extLst>
                    <a:ext uri="{9D8B030D-6E8A-4147-A177-3AD203B41FA5}">
                      <a16:colId xmlns:a16="http://schemas.microsoft.com/office/drawing/2014/main" val="20323003"/>
                    </a:ext>
                  </a:extLst>
                </a:gridCol>
                <a:gridCol w="1592331">
                  <a:extLst>
                    <a:ext uri="{9D8B030D-6E8A-4147-A177-3AD203B41FA5}">
                      <a16:colId xmlns:a16="http://schemas.microsoft.com/office/drawing/2014/main" val="1413662577"/>
                    </a:ext>
                  </a:extLst>
                </a:gridCol>
                <a:gridCol w="1905000">
                  <a:extLst>
                    <a:ext uri="{9D8B030D-6E8A-4147-A177-3AD203B41FA5}">
                      <a16:colId xmlns:a16="http://schemas.microsoft.com/office/drawing/2014/main" val="435292110"/>
                    </a:ext>
                  </a:extLst>
                </a:gridCol>
                <a:gridCol w="1447800">
                  <a:extLst>
                    <a:ext uri="{9D8B030D-6E8A-4147-A177-3AD203B41FA5}">
                      <a16:colId xmlns:a16="http://schemas.microsoft.com/office/drawing/2014/main" val="3500512513"/>
                    </a:ext>
                  </a:extLst>
                </a:gridCol>
                <a:gridCol w="2667000">
                  <a:extLst>
                    <a:ext uri="{9D8B030D-6E8A-4147-A177-3AD203B41FA5}">
                      <a16:colId xmlns:a16="http://schemas.microsoft.com/office/drawing/2014/main" val="5954330"/>
                    </a:ext>
                  </a:extLst>
                </a:gridCol>
                <a:gridCol w="1371601">
                  <a:extLst>
                    <a:ext uri="{9D8B030D-6E8A-4147-A177-3AD203B41FA5}">
                      <a16:colId xmlns:a16="http://schemas.microsoft.com/office/drawing/2014/main" val="41035182"/>
                    </a:ext>
                  </a:extLst>
                </a:gridCol>
              </a:tblGrid>
              <a:tr h="1356115">
                <a:tc>
                  <a:txBody>
                    <a:bodyPr/>
                    <a:lstStyle/>
                    <a:p>
                      <a:pPr marL="0" marR="0" lvl="0" indent="0" defTabSz="914400" eaLnBrk="1" fontAlgn="auto" latinLnBrk="0" hangingPunct="1">
                        <a:lnSpc>
                          <a:spcPct val="100000"/>
                        </a:lnSpc>
                        <a:spcBef>
                          <a:spcPts val="0"/>
                        </a:spcBef>
                        <a:spcAft>
                          <a:spcPts val="0"/>
                        </a:spcAft>
                        <a:buClrTx/>
                        <a:buSzTx/>
                        <a:buFontTx/>
                        <a:buNone/>
                        <a:tabLst/>
                        <a:defRPr/>
                      </a:pPr>
                      <a:r>
                        <a:rPr lang="en-IN" sz="1800" b="1" spc="-10" dirty="0">
                          <a:solidFill>
                            <a:srgbClr val="FFFFFF"/>
                          </a:solidFill>
                          <a:latin typeface="Times New Roman" panose="02020603050405020304" pitchFamily="18" charset="0"/>
                          <a:cs typeface="Times New Roman" panose="02020603050405020304" pitchFamily="18" charset="0"/>
                        </a:rPr>
                        <a:t>SI. No</a:t>
                      </a:r>
                      <a:endParaRPr lang="en-IN" sz="1800" dirty="0">
                        <a:latin typeface="Times New Roman" panose="02020603050405020304" pitchFamily="18" charset="0"/>
                        <a:cs typeface="Times New Roman" panose="02020603050405020304" pitchFamily="18" charset="0"/>
                      </a:endParaRPr>
                    </a:p>
                    <a:p>
                      <a:endParaRPr lang="en-IN" dirty="0"/>
                    </a:p>
                  </a:txBody>
                  <a:tcPr/>
                </a:tc>
                <a:tc>
                  <a:txBody>
                    <a:bodyPr/>
                    <a:lstStyle/>
                    <a:p>
                      <a:pPr marL="0" marR="0" lvl="0" indent="0" defTabSz="914400" eaLnBrk="1" fontAlgn="auto" latinLnBrk="0" hangingPunct="1">
                        <a:lnSpc>
                          <a:spcPct val="100000"/>
                        </a:lnSpc>
                        <a:spcBef>
                          <a:spcPts val="0"/>
                        </a:spcBef>
                        <a:spcAft>
                          <a:spcPts val="0"/>
                        </a:spcAft>
                        <a:buClrTx/>
                        <a:buSzTx/>
                        <a:buFontTx/>
                        <a:buNone/>
                        <a:tabLst/>
                        <a:defRPr/>
                      </a:pPr>
                      <a:r>
                        <a:rPr lang="en-IN" sz="1800" b="1" dirty="0">
                          <a:solidFill>
                            <a:srgbClr val="FFFFFF"/>
                          </a:solidFill>
                          <a:latin typeface="Times New Roman" panose="02020603050405020304" pitchFamily="18" charset="0"/>
                          <a:cs typeface="Times New Roman" panose="02020603050405020304" pitchFamily="18" charset="0"/>
                        </a:rPr>
                        <a:t>Name</a:t>
                      </a:r>
                      <a:r>
                        <a:rPr lang="en-IN" sz="1800" b="1" spc="-35" dirty="0">
                          <a:solidFill>
                            <a:srgbClr val="FFFFFF"/>
                          </a:solidFill>
                          <a:latin typeface="Times New Roman" panose="02020603050405020304" pitchFamily="18" charset="0"/>
                          <a:cs typeface="Times New Roman" panose="02020603050405020304" pitchFamily="18" charset="0"/>
                        </a:rPr>
                        <a:t> </a:t>
                      </a:r>
                      <a:r>
                        <a:rPr lang="en-IN" sz="1800" b="1" dirty="0">
                          <a:solidFill>
                            <a:srgbClr val="FFFFFF"/>
                          </a:solidFill>
                          <a:latin typeface="Times New Roman" panose="02020603050405020304" pitchFamily="18" charset="0"/>
                          <a:cs typeface="Times New Roman" panose="02020603050405020304" pitchFamily="18" charset="0"/>
                        </a:rPr>
                        <a:t>of</a:t>
                      </a:r>
                      <a:r>
                        <a:rPr lang="en-IN" sz="1800" b="1" spc="-5" dirty="0">
                          <a:solidFill>
                            <a:srgbClr val="FFFFFF"/>
                          </a:solidFill>
                          <a:latin typeface="Times New Roman" panose="02020603050405020304" pitchFamily="18" charset="0"/>
                          <a:cs typeface="Times New Roman" panose="02020603050405020304" pitchFamily="18" charset="0"/>
                        </a:rPr>
                        <a:t> </a:t>
                      </a:r>
                      <a:r>
                        <a:rPr lang="en-IN" sz="1800" b="1" spc="-25" dirty="0">
                          <a:solidFill>
                            <a:srgbClr val="FFFFFF"/>
                          </a:solidFill>
                          <a:latin typeface="Times New Roman" panose="02020603050405020304" pitchFamily="18" charset="0"/>
                          <a:cs typeface="Times New Roman" panose="02020603050405020304" pitchFamily="18" charset="0"/>
                        </a:rPr>
                        <a:t>the </a:t>
                      </a:r>
                      <a:r>
                        <a:rPr lang="en-IN" sz="1800" b="1" spc="-10" dirty="0">
                          <a:solidFill>
                            <a:srgbClr val="FFFFFF"/>
                          </a:solidFill>
                          <a:latin typeface="Times New Roman" panose="02020603050405020304" pitchFamily="18" charset="0"/>
                          <a:cs typeface="Times New Roman" panose="02020603050405020304" pitchFamily="18" charset="0"/>
                        </a:rPr>
                        <a:t>author</a:t>
                      </a:r>
                      <a:endParaRPr lang="en-IN" sz="1800" dirty="0">
                        <a:latin typeface="Times New Roman" panose="02020603050405020304" pitchFamily="18" charset="0"/>
                        <a:cs typeface="Times New Roman" panose="02020603050405020304" pitchFamily="18" charset="0"/>
                      </a:endParaRPr>
                    </a:p>
                    <a:p>
                      <a:endParaRPr lang="en-IN" dirty="0"/>
                    </a:p>
                  </a:txBody>
                  <a:tcPr/>
                </a:tc>
                <a:tc>
                  <a:txBody>
                    <a:bodyPr/>
                    <a:lstStyle/>
                    <a:p>
                      <a:pPr marL="0" marR="0" lvl="0" indent="0" defTabSz="914400" eaLnBrk="1" fontAlgn="auto" latinLnBrk="0" hangingPunct="1">
                        <a:lnSpc>
                          <a:spcPct val="100000"/>
                        </a:lnSpc>
                        <a:spcBef>
                          <a:spcPts val="0"/>
                        </a:spcBef>
                        <a:spcAft>
                          <a:spcPts val="0"/>
                        </a:spcAft>
                        <a:buClrTx/>
                        <a:buSzTx/>
                        <a:buFontTx/>
                        <a:buNone/>
                        <a:tabLst/>
                        <a:defRPr/>
                      </a:pPr>
                      <a:r>
                        <a:rPr lang="en-IN" sz="1800" b="1" dirty="0">
                          <a:solidFill>
                            <a:srgbClr val="FFFFFF"/>
                          </a:solidFill>
                          <a:latin typeface="Times New Roman" panose="02020603050405020304" pitchFamily="18" charset="0"/>
                          <a:cs typeface="Times New Roman" panose="02020603050405020304" pitchFamily="18" charset="0"/>
                        </a:rPr>
                        <a:t>Paper</a:t>
                      </a:r>
                      <a:r>
                        <a:rPr lang="en-IN" sz="1800" b="1" spc="-90" dirty="0">
                          <a:solidFill>
                            <a:srgbClr val="FFFFFF"/>
                          </a:solidFill>
                          <a:latin typeface="Times New Roman" panose="02020603050405020304" pitchFamily="18" charset="0"/>
                          <a:cs typeface="Times New Roman" panose="02020603050405020304" pitchFamily="18" charset="0"/>
                        </a:rPr>
                        <a:t> </a:t>
                      </a:r>
                      <a:r>
                        <a:rPr lang="en-IN" sz="1800" b="1" spc="-10" dirty="0">
                          <a:solidFill>
                            <a:srgbClr val="FFFFFF"/>
                          </a:solidFill>
                          <a:latin typeface="Times New Roman" panose="02020603050405020304" pitchFamily="18" charset="0"/>
                          <a:cs typeface="Times New Roman" panose="02020603050405020304" pitchFamily="18" charset="0"/>
                        </a:rPr>
                        <a:t>Title</a:t>
                      </a:r>
                      <a:endParaRPr lang="en-IN" sz="1800" dirty="0">
                        <a:latin typeface="Times New Roman" panose="02020603050405020304" pitchFamily="18" charset="0"/>
                        <a:cs typeface="Times New Roman" panose="02020603050405020304" pitchFamily="18" charset="0"/>
                      </a:endParaRPr>
                    </a:p>
                    <a:p>
                      <a:endParaRPr lang="en-IN" dirty="0"/>
                    </a:p>
                  </a:txBody>
                  <a:tcPr/>
                </a:tc>
                <a:tc>
                  <a:txBody>
                    <a:bodyPr/>
                    <a:lstStyle/>
                    <a:p>
                      <a:pPr marL="0" marR="0" lvl="0" indent="0" algn="just" defTabSz="914400" eaLnBrk="1" fontAlgn="auto" latinLnBrk="0" hangingPunct="1">
                        <a:lnSpc>
                          <a:spcPct val="100000"/>
                        </a:lnSpc>
                        <a:spcBef>
                          <a:spcPts val="0"/>
                        </a:spcBef>
                        <a:spcAft>
                          <a:spcPts val="0"/>
                        </a:spcAft>
                        <a:buClrTx/>
                        <a:buSzTx/>
                        <a:buFontTx/>
                        <a:buNone/>
                        <a:tabLst/>
                        <a:defRPr/>
                      </a:pPr>
                      <a:r>
                        <a:rPr lang="en-IN" sz="1800" b="1" spc="-10" dirty="0">
                          <a:solidFill>
                            <a:srgbClr val="FFFFFF"/>
                          </a:solidFill>
                          <a:latin typeface="Times New Roman" panose="02020603050405020304" pitchFamily="18" charset="0"/>
                          <a:cs typeface="Times New Roman" panose="02020603050405020304" pitchFamily="18" charset="0"/>
                        </a:rPr>
                        <a:t>International Journal/Conf erence</a:t>
                      </a:r>
                      <a:endParaRPr lang="en-IN" sz="1800" dirty="0">
                        <a:latin typeface="Times New Roman" panose="02020603050405020304" pitchFamily="18" charset="0"/>
                        <a:cs typeface="Times New Roman" panose="02020603050405020304" pitchFamily="18" charset="0"/>
                      </a:endParaRPr>
                    </a:p>
                    <a:p>
                      <a:endParaRPr lang="en-IN" dirty="0"/>
                    </a:p>
                  </a:txBody>
                  <a:tcPr/>
                </a:tc>
                <a:tc>
                  <a:txBody>
                    <a:bodyPr/>
                    <a:lstStyle/>
                    <a:p>
                      <a:pPr marL="0" marR="0" lvl="0" indent="0" defTabSz="914400" eaLnBrk="1" fontAlgn="auto" latinLnBrk="0" hangingPunct="1">
                        <a:lnSpc>
                          <a:spcPct val="100000"/>
                        </a:lnSpc>
                        <a:spcBef>
                          <a:spcPts val="0"/>
                        </a:spcBef>
                        <a:spcAft>
                          <a:spcPts val="0"/>
                        </a:spcAft>
                        <a:buClrTx/>
                        <a:buSzTx/>
                        <a:buFontTx/>
                        <a:buNone/>
                        <a:tabLst/>
                        <a:defRPr/>
                      </a:pPr>
                      <a:r>
                        <a:rPr lang="en-IN" sz="1800" b="1" spc="-10" dirty="0">
                          <a:solidFill>
                            <a:srgbClr val="FFFFFF"/>
                          </a:solidFill>
                          <a:latin typeface="Times New Roman" panose="02020603050405020304" pitchFamily="18" charset="0"/>
                          <a:cs typeface="Times New Roman" panose="02020603050405020304" pitchFamily="18" charset="0"/>
                        </a:rPr>
                        <a:t>Month/Year</a:t>
                      </a:r>
                      <a:endParaRPr lang="en-IN" sz="1800" dirty="0">
                        <a:latin typeface="Times New Roman" panose="02020603050405020304" pitchFamily="18" charset="0"/>
                        <a:cs typeface="Times New Roman" panose="02020603050405020304" pitchFamily="18" charset="0"/>
                      </a:endParaRPr>
                    </a:p>
                    <a:p>
                      <a:endParaRPr lang="en-IN" dirty="0"/>
                    </a:p>
                  </a:txBody>
                  <a:tcPr/>
                </a:tc>
                <a:tc>
                  <a:txBody>
                    <a:bodyPr/>
                    <a:lstStyle/>
                    <a:p>
                      <a:r>
                        <a:rPr lang="en-IN" sz="1800" b="1" spc="-10" dirty="0">
                          <a:solidFill>
                            <a:srgbClr val="FFFFFF"/>
                          </a:solidFill>
                          <a:latin typeface="Times New Roman" panose="02020603050405020304" pitchFamily="18" charset="0"/>
                          <a:cs typeface="Times New Roman" panose="02020603050405020304" pitchFamily="18" charset="0"/>
                        </a:rPr>
                        <a:t>Description</a:t>
                      </a:r>
                      <a:endParaRPr lang="en-IN" dirty="0"/>
                    </a:p>
                  </a:txBody>
                  <a:tcPr/>
                </a:tc>
                <a:tc>
                  <a:txBody>
                    <a:bodyPr/>
                    <a:lstStyle/>
                    <a:p>
                      <a:pPr marL="0" marR="0" lvl="0" indent="0" defTabSz="914400" eaLnBrk="1" fontAlgn="auto" latinLnBrk="0" hangingPunct="1">
                        <a:lnSpc>
                          <a:spcPct val="100000"/>
                        </a:lnSpc>
                        <a:spcBef>
                          <a:spcPts val="0"/>
                        </a:spcBef>
                        <a:spcAft>
                          <a:spcPts val="0"/>
                        </a:spcAft>
                        <a:buClrTx/>
                        <a:buSzTx/>
                        <a:buFontTx/>
                        <a:buNone/>
                        <a:tabLst/>
                        <a:defRPr/>
                      </a:pPr>
                      <a:r>
                        <a:rPr lang="en-IN" sz="1800" b="1" spc="-10" dirty="0">
                          <a:solidFill>
                            <a:srgbClr val="FFFFFF"/>
                          </a:solidFill>
                          <a:latin typeface="Times New Roman" panose="02020603050405020304" pitchFamily="18" charset="0"/>
                          <a:cs typeface="Times New Roman" panose="02020603050405020304" pitchFamily="18" charset="0"/>
                        </a:rPr>
                        <a:t>Limitations</a:t>
                      </a:r>
                      <a:endParaRPr lang="en-IN" dirty="0">
                        <a:latin typeface="Times New Roman" panose="02020603050405020304" pitchFamily="18" charset="0"/>
                        <a:cs typeface="Times New Roman" panose="02020603050405020304" pitchFamily="18" charset="0"/>
                      </a:endParaRPr>
                    </a:p>
                    <a:p>
                      <a:endParaRPr lang="en-IN"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315301086"/>
                  </a:ext>
                </a:extLst>
              </a:tr>
              <a:tr h="4407372">
                <a:tc>
                  <a:txBody>
                    <a:bodyPr/>
                    <a:lstStyle/>
                    <a:p>
                      <a:r>
                        <a:rPr lang="en-US" dirty="0">
                          <a:latin typeface="Times New Roman" panose="02020603050405020304" pitchFamily="18" charset="0"/>
                          <a:cs typeface="Times New Roman" panose="02020603050405020304" pitchFamily="18" charset="0"/>
                        </a:rPr>
                        <a:t>4</a:t>
                      </a:r>
                      <a:endParaRPr lang="en-IN" dirty="0">
                        <a:latin typeface="Times New Roman" panose="02020603050405020304" pitchFamily="18" charset="0"/>
                        <a:cs typeface="Times New Roman" panose="02020603050405020304" pitchFamily="18" charset="0"/>
                      </a:endParaRPr>
                    </a:p>
                  </a:txBody>
                  <a:tcPr/>
                </a:tc>
                <a:tc>
                  <a:txBody>
                    <a:bodyPr/>
                    <a:lstStyle/>
                    <a:p>
                      <a:r>
                        <a:rPr lang="en-IN" dirty="0">
                          <a:latin typeface="Times New Roman" panose="02020603050405020304" pitchFamily="18" charset="0"/>
                          <a:cs typeface="Times New Roman" panose="02020603050405020304" pitchFamily="18" charset="0"/>
                        </a:rPr>
                        <a:t>Nilisha Patil1, Dipakkumar Shahare1, Shreya Hanwate1, Pranali Bagde1, Karuna Kamble1, Prof. Manoj Titre2.</a:t>
                      </a:r>
                    </a:p>
                  </a:txBody>
                  <a:tcPr/>
                </a:tc>
                <a:tc>
                  <a:txBody>
                    <a:bodyPr/>
                    <a:lstStyle/>
                    <a:p>
                      <a:r>
                        <a:rPr lang="en-US" dirty="0">
                          <a:latin typeface="Times New Roman" panose="02020603050405020304" pitchFamily="18" charset="0"/>
                          <a:cs typeface="Times New Roman" panose="02020603050405020304" pitchFamily="18" charset="0"/>
                        </a:rPr>
                        <a:t>Designing of Improved Monitoring System for Crack Detection on Railway Tracks </a:t>
                      </a:r>
                      <a:endParaRPr lang="en-IN" dirty="0">
                        <a:latin typeface="Times New Roman" panose="02020603050405020304" pitchFamily="18" charset="0"/>
                        <a:cs typeface="Times New Roman" panose="02020603050405020304" pitchFamily="18" charset="0"/>
                      </a:endParaRPr>
                    </a:p>
                  </a:txBody>
                  <a:tcPr/>
                </a:tc>
                <a:tc>
                  <a:txBody>
                    <a:bodyPr/>
                    <a:lstStyle/>
                    <a:p>
                      <a:pPr marL="0" marR="0" lvl="0" indent="0" defTabSz="914400" eaLnBrk="1" fontAlgn="auto" latinLnBrk="0" hangingPunct="1">
                        <a:lnSpc>
                          <a:spcPct val="100000"/>
                        </a:lnSpc>
                        <a:spcBef>
                          <a:spcPts val="0"/>
                        </a:spcBef>
                        <a:spcAft>
                          <a:spcPts val="0"/>
                        </a:spcAft>
                        <a:buClrTx/>
                        <a:buSzTx/>
                        <a:buFontTx/>
                        <a:buNone/>
                        <a:tabLst/>
                        <a:defRPr/>
                      </a:pPr>
                      <a:r>
                        <a:rPr lang="en-IN" b="0" i="0" dirty="0">
                          <a:solidFill>
                            <a:schemeClr val="dk1"/>
                          </a:solidFill>
                          <a:effectLst/>
                          <a:latin typeface="Times New Roman" panose="02020603050405020304" pitchFamily="18" charset="0"/>
                          <a:ea typeface="+mn-ea"/>
                          <a:cs typeface="Times New Roman" panose="02020603050405020304" pitchFamily="18" charset="0"/>
                        </a:rPr>
                        <a:t>Third International Conference on Intelligent Communication Technologies and Virtual Mobile Networks (ICICV)</a:t>
                      </a:r>
                    </a:p>
                    <a:p>
                      <a:endParaRPr lang="en-IN" dirty="0">
                        <a:latin typeface="Times New Roman" panose="02020603050405020304" pitchFamily="18" charset="0"/>
                        <a:cs typeface="Times New Roman" panose="02020603050405020304" pitchFamily="18" charset="0"/>
                      </a:endParaRPr>
                    </a:p>
                  </a:txBody>
                  <a:tcPr/>
                </a:tc>
                <a:tc>
                  <a:txBody>
                    <a:bodyPr/>
                    <a:lstStyle/>
                    <a:p>
                      <a:r>
                        <a:rPr lang="en-IN" dirty="0">
                          <a:latin typeface="Times New Roman" panose="02020603050405020304" pitchFamily="18" charset="0"/>
                          <a:cs typeface="Times New Roman" panose="02020603050405020304" pitchFamily="18" charset="0"/>
                        </a:rPr>
                        <a:t>April /2021</a:t>
                      </a:r>
                    </a:p>
                  </a:txBody>
                  <a:tcPr/>
                </a:tc>
                <a:tc>
                  <a:txBody>
                    <a:bodyPr/>
                    <a:lstStyle/>
                    <a:p>
                      <a:r>
                        <a:rPr lang="en-US" dirty="0">
                          <a:latin typeface="Times New Roman" panose="02020603050405020304" pitchFamily="18" charset="0"/>
                          <a:cs typeface="Times New Roman" panose="02020603050405020304" pitchFamily="18" charset="0"/>
                        </a:rPr>
                        <a:t>To overcome the issue of faults in tracks and identify the moving object or animal on the tracks, we learned an automated system based on a microcontroller and sensors. An autonomous robot with PIR and Ultrasonic sensors, coupled with GPS and GSM, is designed to provide real time alerts.</a:t>
                      </a:r>
                      <a:endParaRPr lang="en-IN" dirty="0">
                        <a:latin typeface="Times New Roman" panose="02020603050405020304" pitchFamily="18" charset="0"/>
                        <a:cs typeface="Times New Roman" panose="02020603050405020304" pitchFamily="18" charset="0"/>
                      </a:endParaRPr>
                    </a:p>
                  </a:txBody>
                  <a:tcPr/>
                </a:tc>
                <a:tc>
                  <a:txBody>
                    <a:bodyPr/>
                    <a:lstStyle/>
                    <a:p>
                      <a:r>
                        <a:rPr lang="en-US" dirty="0">
                          <a:latin typeface="Times New Roman" panose="02020603050405020304" pitchFamily="18" charset="0"/>
                          <a:cs typeface="Times New Roman" panose="02020603050405020304" pitchFamily="18" charset="0"/>
                        </a:rPr>
                        <a:t>However, common limitations in crack detection systems for railway tracks may include challenges like limited detection accuracy in harsh weather conditions.</a:t>
                      </a:r>
                      <a:endParaRPr lang="en-IN"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2323448453"/>
                  </a:ext>
                </a:extLst>
              </a:tr>
            </a:tbl>
          </a:graphicData>
        </a:graphic>
      </p:graphicFrame>
    </p:spTree>
    <p:extLst>
      <p:ext uri="{BB962C8B-B14F-4D97-AF65-F5344CB8AC3E}">
        <p14:creationId xmlns:p14="http://schemas.microsoft.com/office/powerpoint/2010/main" val="389853850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231DC9B-9A2D-2352-87C7-666F0B5E6C97}"/>
              </a:ext>
            </a:extLst>
          </p:cNvPr>
          <p:cNvSpPr>
            <a:spLocks noGrp="1"/>
          </p:cNvSpPr>
          <p:nvPr>
            <p:ph type="dt" sz="half" idx="6"/>
          </p:nvPr>
        </p:nvSpPr>
        <p:spPr/>
        <p:txBody>
          <a:bodyPr/>
          <a:lstStyle/>
          <a:p>
            <a:pPr marL="234315">
              <a:lnSpc>
                <a:spcPts val="1240"/>
              </a:lnSpc>
            </a:pPr>
            <a:fld id="{988E90C9-75BB-4EA3-B456-661272824347}" type="datetime1">
              <a:rPr lang="en-US" spc="-10" smtClean="0"/>
              <a:t>9/23/2024</a:t>
            </a:fld>
            <a:endParaRPr lang="en-US" spc="-10" dirty="0"/>
          </a:p>
        </p:txBody>
      </p:sp>
      <p:sp>
        <p:nvSpPr>
          <p:cNvPr id="3" name="Slide Number Placeholder 2">
            <a:extLst>
              <a:ext uri="{FF2B5EF4-FFF2-40B4-BE49-F238E27FC236}">
                <a16:creationId xmlns:a16="http://schemas.microsoft.com/office/drawing/2014/main" id="{8C06E8BE-3EFB-87A5-FDC0-D5A99879C6C6}"/>
              </a:ext>
            </a:extLst>
          </p:cNvPr>
          <p:cNvSpPr>
            <a:spLocks noGrp="1"/>
          </p:cNvSpPr>
          <p:nvPr>
            <p:ph type="sldNum" sz="quarter" idx="7"/>
          </p:nvPr>
        </p:nvSpPr>
        <p:spPr/>
        <p:txBody>
          <a:bodyPr/>
          <a:lstStyle/>
          <a:p>
            <a:pPr marL="38100">
              <a:lnSpc>
                <a:spcPts val="1240"/>
              </a:lnSpc>
            </a:pPr>
            <a:fld id="{81D60167-4931-47E6-BA6A-407CBD079E47}" type="slidenum">
              <a:rPr lang="en-IN" spc="-25" smtClean="0"/>
              <a:t>18</a:t>
            </a:fld>
            <a:endParaRPr lang="en-IN" spc="-25" dirty="0"/>
          </a:p>
        </p:txBody>
      </p:sp>
      <p:graphicFrame>
        <p:nvGraphicFramePr>
          <p:cNvPr id="4" name="Table 3">
            <a:extLst>
              <a:ext uri="{FF2B5EF4-FFF2-40B4-BE49-F238E27FC236}">
                <a16:creationId xmlns:a16="http://schemas.microsoft.com/office/drawing/2014/main" id="{D1464DFE-041E-2D77-EA42-8FB9481925CE}"/>
              </a:ext>
            </a:extLst>
          </p:cNvPr>
          <p:cNvGraphicFramePr>
            <a:graphicFrameLocks noGrp="1"/>
          </p:cNvGraphicFramePr>
          <p:nvPr>
            <p:extLst>
              <p:ext uri="{D42A27DB-BD31-4B8C-83A1-F6EECF244321}">
                <p14:modId xmlns:p14="http://schemas.microsoft.com/office/powerpoint/2010/main" val="3785920399"/>
              </p:ext>
            </p:extLst>
          </p:nvPr>
        </p:nvGraphicFramePr>
        <p:xfrm>
          <a:off x="914400" y="299416"/>
          <a:ext cx="11049001" cy="5529001"/>
        </p:xfrm>
        <a:graphic>
          <a:graphicData uri="http://schemas.openxmlformats.org/drawingml/2006/table">
            <a:tbl>
              <a:tblPr firstRow="1" bandRow="1">
                <a:tableStyleId>{5C22544A-7EE6-4342-B048-85BDC9FD1C3A}</a:tableStyleId>
              </a:tblPr>
              <a:tblGrid>
                <a:gridCol w="871771">
                  <a:extLst>
                    <a:ext uri="{9D8B030D-6E8A-4147-A177-3AD203B41FA5}">
                      <a16:colId xmlns:a16="http://schemas.microsoft.com/office/drawing/2014/main" val="4027118569"/>
                    </a:ext>
                  </a:extLst>
                </a:gridCol>
                <a:gridCol w="1495027">
                  <a:extLst>
                    <a:ext uri="{9D8B030D-6E8A-4147-A177-3AD203B41FA5}">
                      <a16:colId xmlns:a16="http://schemas.microsoft.com/office/drawing/2014/main" val="954233673"/>
                    </a:ext>
                  </a:extLst>
                </a:gridCol>
                <a:gridCol w="1519402">
                  <a:extLst>
                    <a:ext uri="{9D8B030D-6E8A-4147-A177-3AD203B41FA5}">
                      <a16:colId xmlns:a16="http://schemas.microsoft.com/office/drawing/2014/main" val="2575836490"/>
                    </a:ext>
                  </a:extLst>
                </a:gridCol>
                <a:gridCol w="1557436">
                  <a:extLst>
                    <a:ext uri="{9D8B030D-6E8A-4147-A177-3AD203B41FA5}">
                      <a16:colId xmlns:a16="http://schemas.microsoft.com/office/drawing/2014/main" val="1092177485"/>
                    </a:ext>
                  </a:extLst>
                </a:gridCol>
                <a:gridCol w="1420079">
                  <a:extLst>
                    <a:ext uri="{9D8B030D-6E8A-4147-A177-3AD203B41FA5}">
                      <a16:colId xmlns:a16="http://schemas.microsoft.com/office/drawing/2014/main" val="3711505440"/>
                    </a:ext>
                  </a:extLst>
                </a:gridCol>
                <a:gridCol w="2618691">
                  <a:extLst>
                    <a:ext uri="{9D8B030D-6E8A-4147-A177-3AD203B41FA5}">
                      <a16:colId xmlns:a16="http://schemas.microsoft.com/office/drawing/2014/main" val="3546308110"/>
                    </a:ext>
                  </a:extLst>
                </a:gridCol>
                <a:gridCol w="1566595">
                  <a:extLst>
                    <a:ext uri="{9D8B030D-6E8A-4147-A177-3AD203B41FA5}">
                      <a16:colId xmlns:a16="http://schemas.microsoft.com/office/drawing/2014/main" val="2537226170"/>
                    </a:ext>
                  </a:extLst>
                </a:gridCol>
              </a:tblGrid>
              <a:tr h="1151503">
                <a:tc>
                  <a:txBody>
                    <a:bodyPr/>
                    <a:lstStyle/>
                    <a:p>
                      <a:pPr marL="0" marR="0" lvl="0" indent="0" defTabSz="914400" eaLnBrk="1" fontAlgn="auto" latinLnBrk="0" hangingPunct="1">
                        <a:lnSpc>
                          <a:spcPct val="100000"/>
                        </a:lnSpc>
                        <a:spcBef>
                          <a:spcPts val="0"/>
                        </a:spcBef>
                        <a:spcAft>
                          <a:spcPts val="0"/>
                        </a:spcAft>
                        <a:buClrTx/>
                        <a:buSzTx/>
                        <a:buFontTx/>
                        <a:buNone/>
                        <a:tabLst/>
                        <a:defRPr/>
                      </a:pPr>
                      <a:r>
                        <a:rPr lang="en-IN" sz="1800" b="1" spc="-10" dirty="0">
                          <a:solidFill>
                            <a:srgbClr val="FFFFFF"/>
                          </a:solidFill>
                          <a:latin typeface="Times New Roman" panose="02020603050405020304" pitchFamily="18" charset="0"/>
                          <a:cs typeface="Times New Roman" panose="02020603050405020304" pitchFamily="18" charset="0"/>
                        </a:rPr>
                        <a:t>SI. No</a:t>
                      </a:r>
                      <a:endParaRPr lang="en-IN" sz="1800" dirty="0">
                        <a:latin typeface="Times New Roman" panose="02020603050405020304" pitchFamily="18" charset="0"/>
                        <a:cs typeface="Times New Roman" panose="02020603050405020304" pitchFamily="18" charset="0"/>
                      </a:endParaRPr>
                    </a:p>
                  </a:txBody>
                  <a:tcPr/>
                </a:tc>
                <a:tc>
                  <a:txBody>
                    <a:bodyPr/>
                    <a:lstStyle/>
                    <a:p>
                      <a:pPr marL="0" marR="0" lvl="0" indent="0" defTabSz="914400" eaLnBrk="1" fontAlgn="auto" latinLnBrk="0" hangingPunct="1">
                        <a:lnSpc>
                          <a:spcPct val="100000"/>
                        </a:lnSpc>
                        <a:spcBef>
                          <a:spcPts val="0"/>
                        </a:spcBef>
                        <a:spcAft>
                          <a:spcPts val="0"/>
                        </a:spcAft>
                        <a:buClrTx/>
                        <a:buSzTx/>
                        <a:buFontTx/>
                        <a:buNone/>
                        <a:tabLst/>
                        <a:defRPr/>
                      </a:pPr>
                      <a:r>
                        <a:rPr lang="en-IN" sz="1800" b="1" dirty="0">
                          <a:solidFill>
                            <a:srgbClr val="FFFFFF"/>
                          </a:solidFill>
                          <a:latin typeface="Times New Roman" panose="02020603050405020304" pitchFamily="18" charset="0"/>
                          <a:cs typeface="Times New Roman" panose="02020603050405020304" pitchFamily="18" charset="0"/>
                        </a:rPr>
                        <a:t>Name</a:t>
                      </a:r>
                      <a:r>
                        <a:rPr lang="en-IN" sz="1800" b="1" spc="-35" dirty="0">
                          <a:solidFill>
                            <a:srgbClr val="FFFFFF"/>
                          </a:solidFill>
                          <a:latin typeface="Times New Roman" panose="02020603050405020304" pitchFamily="18" charset="0"/>
                          <a:cs typeface="Times New Roman" panose="02020603050405020304" pitchFamily="18" charset="0"/>
                        </a:rPr>
                        <a:t> </a:t>
                      </a:r>
                      <a:r>
                        <a:rPr lang="en-IN" sz="1800" b="1" dirty="0">
                          <a:solidFill>
                            <a:srgbClr val="FFFFFF"/>
                          </a:solidFill>
                          <a:latin typeface="Times New Roman" panose="02020603050405020304" pitchFamily="18" charset="0"/>
                          <a:cs typeface="Times New Roman" panose="02020603050405020304" pitchFamily="18" charset="0"/>
                        </a:rPr>
                        <a:t>of</a:t>
                      </a:r>
                      <a:r>
                        <a:rPr lang="en-IN" sz="1800" b="1" spc="-5" dirty="0">
                          <a:solidFill>
                            <a:srgbClr val="FFFFFF"/>
                          </a:solidFill>
                          <a:latin typeface="Times New Roman" panose="02020603050405020304" pitchFamily="18" charset="0"/>
                          <a:cs typeface="Times New Roman" panose="02020603050405020304" pitchFamily="18" charset="0"/>
                        </a:rPr>
                        <a:t> </a:t>
                      </a:r>
                      <a:r>
                        <a:rPr lang="en-IN" sz="1800" b="1" spc="-25" dirty="0">
                          <a:solidFill>
                            <a:srgbClr val="FFFFFF"/>
                          </a:solidFill>
                          <a:latin typeface="Times New Roman" panose="02020603050405020304" pitchFamily="18" charset="0"/>
                          <a:cs typeface="Times New Roman" panose="02020603050405020304" pitchFamily="18" charset="0"/>
                        </a:rPr>
                        <a:t>the </a:t>
                      </a:r>
                      <a:r>
                        <a:rPr lang="en-IN" sz="1800" b="1" spc="-10" dirty="0">
                          <a:solidFill>
                            <a:srgbClr val="FFFFFF"/>
                          </a:solidFill>
                          <a:latin typeface="Times New Roman" panose="02020603050405020304" pitchFamily="18" charset="0"/>
                          <a:cs typeface="Times New Roman" panose="02020603050405020304" pitchFamily="18" charset="0"/>
                        </a:rPr>
                        <a:t>author</a:t>
                      </a:r>
                      <a:endParaRPr lang="en-IN" sz="1800" dirty="0">
                        <a:latin typeface="Times New Roman" panose="02020603050405020304" pitchFamily="18" charset="0"/>
                        <a:cs typeface="Times New Roman" panose="02020603050405020304" pitchFamily="18" charset="0"/>
                      </a:endParaRPr>
                    </a:p>
                    <a:p>
                      <a:endParaRPr lang="en-IN" dirty="0"/>
                    </a:p>
                  </a:txBody>
                  <a:tcPr/>
                </a:tc>
                <a:tc>
                  <a:txBody>
                    <a:bodyPr/>
                    <a:lstStyle/>
                    <a:p>
                      <a:pPr marL="0" marR="0" lvl="0" indent="0" defTabSz="914400" eaLnBrk="1" fontAlgn="auto" latinLnBrk="0" hangingPunct="1">
                        <a:lnSpc>
                          <a:spcPct val="100000"/>
                        </a:lnSpc>
                        <a:spcBef>
                          <a:spcPts val="0"/>
                        </a:spcBef>
                        <a:spcAft>
                          <a:spcPts val="0"/>
                        </a:spcAft>
                        <a:buClrTx/>
                        <a:buSzTx/>
                        <a:buFontTx/>
                        <a:buNone/>
                        <a:tabLst/>
                        <a:defRPr/>
                      </a:pPr>
                      <a:r>
                        <a:rPr lang="en-IN" sz="1800" b="1" dirty="0">
                          <a:solidFill>
                            <a:srgbClr val="FFFFFF"/>
                          </a:solidFill>
                          <a:latin typeface="Times New Roman" panose="02020603050405020304" pitchFamily="18" charset="0"/>
                          <a:cs typeface="Times New Roman" panose="02020603050405020304" pitchFamily="18" charset="0"/>
                        </a:rPr>
                        <a:t>Paper</a:t>
                      </a:r>
                      <a:r>
                        <a:rPr lang="en-IN" sz="1800" b="1" spc="-90" dirty="0">
                          <a:solidFill>
                            <a:srgbClr val="FFFFFF"/>
                          </a:solidFill>
                          <a:latin typeface="Times New Roman" panose="02020603050405020304" pitchFamily="18" charset="0"/>
                          <a:cs typeface="Times New Roman" panose="02020603050405020304" pitchFamily="18" charset="0"/>
                        </a:rPr>
                        <a:t> </a:t>
                      </a:r>
                      <a:r>
                        <a:rPr lang="en-IN" sz="1800" b="1" spc="-10" dirty="0">
                          <a:solidFill>
                            <a:srgbClr val="FFFFFF"/>
                          </a:solidFill>
                          <a:latin typeface="Times New Roman" panose="02020603050405020304" pitchFamily="18" charset="0"/>
                          <a:cs typeface="Times New Roman" panose="02020603050405020304" pitchFamily="18" charset="0"/>
                        </a:rPr>
                        <a:t>Title</a:t>
                      </a:r>
                      <a:endParaRPr lang="en-IN" sz="1800" dirty="0">
                        <a:latin typeface="Times New Roman" panose="02020603050405020304" pitchFamily="18" charset="0"/>
                        <a:cs typeface="Times New Roman" panose="02020603050405020304" pitchFamily="18" charset="0"/>
                      </a:endParaRPr>
                    </a:p>
                    <a:p>
                      <a:endParaRPr lang="en-IN" dirty="0"/>
                    </a:p>
                  </a:txBody>
                  <a:tcPr/>
                </a:tc>
                <a:tc>
                  <a:txBody>
                    <a:bodyPr/>
                    <a:lstStyle/>
                    <a:p>
                      <a:pPr marL="0" marR="0" lvl="0" indent="0" algn="just" defTabSz="914400" eaLnBrk="1" fontAlgn="auto" latinLnBrk="0" hangingPunct="1">
                        <a:lnSpc>
                          <a:spcPct val="100000"/>
                        </a:lnSpc>
                        <a:spcBef>
                          <a:spcPts val="0"/>
                        </a:spcBef>
                        <a:spcAft>
                          <a:spcPts val="0"/>
                        </a:spcAft>
                        <a:buClrTx/>
                        <a:buSzTx/>
                        <a:buFontTx/>
                        <a:buNone/>
                        <a:tabLst/>
                        <a:defRPr/>
                      </a:pPr>
                      <a:r>
                        <a:rPr lang="en-IN" sz="1800" b="1" spc="-10" dirty="0">
                          <a:solidFill>
                            <a:srgbClr val="FFFFFF"/>
                          </a:solidFill>
                          <a:latin typeface="Times New Roman" panose="02020603050405020304" pitchFamily="18" charset="0"/>
                          <a:cs typeface="Times New Roman" panose="02020603050405020304" pitchFamily="18" charset="0"/>
                        </a:rPr>
                        <a:t>International Journal/Conf erence</a:t>
                      </a:r>
                      <a:endParaRPr lang="en-IN" sz="1800" dirty="0">
                        <a:latin typeface="Times New Roman" panose="02020603050405020304" pitchFamily="18" charset="0"/>
                        <a:cs typeface="Times New Roman" panose="02020603050405020304" pitchFamily="18" charset="0"/>
                      </a:endParaRPr>
                    </a:p>
                    <a:p>
                      <a:endParaRPr lang="en-IN" dirty="0"/>
                    </a:p>
                  </a:txBody>
                  <a:tcPr/>
                </a:tc>
                <a:tc>
                  <a:txBody>
                    <a:bodyPr/>
                    <a:lstStyle/>
                    <a:p>
                      <a:pPr marL="0" marR="0" lvl="0" indent="0" defTabSz="914400" eaLnBrk="1" fontAlgn="auto" latinLnBrk="0" hangingPunct="1">
                        <a:lnSpc>
                          <a:spcPct val="100000"/>
                        </a:lnSpc>
                        <a:spcBef>
                          <a:spcPts val="0"/>
                        </a:spcBef>
                        <a:spcAft>
                          <a:spcPts val="0"/>
                        </a:spcAft>
                        <a:buClrTx/>
                        <a:buSzTx/>
                        <a:buFontTx/>
                        <a:buNone/>
                        <a:tabLst/>
                        <a:defRPr/>
                      </a:pPr>
                      <a:r>
                        <a:rPr lang="en-IN" sz="1800" b="1" spc="-10" dirty="0">
                          <a:solidFill>
                            <a:srgbClr val="FFFFFF"/>
                          </a:solidFill>
                          <a:latin typeface="Times New Roman" panose="02020603050405020304" pitchFamily="18" charset="0"/>
                          <a:cs typeface="Times New Roman" panose="02020603050405020304" pitchFamily="18" charset="0"/>
                        </a:rPr>
                        <a:t>Month/Year</a:t>
                      </a:r>
                      <a:endParaRPr lang="en-IN" sz="1800" dirty="0">
                        <a:latin typeface="Times New Roman" panose="02020603050405020304" pitchFamily="18" charset="0"/>
                        <a:cs typeface="Times New Roman" panose="02020603050405020304" pitchFamily="18" charset="0"/>
                      </a:endParaRPr>
                    </a:p>
                    <a:p>
                      <a:endParaRPr lang="en-IN" dirty="0"/>
                    </a:p>
                  </a:txBody>
                  <a:tcPr/>
                </a:tc>
                <a:tc>
                  <a:txBody>
                    <a:bodyPr/>
                    <a:lstStyle/>
                    <a:p>
                      <a:r>
                        <a:rPr lang="en-IN" sz="1800" b="1" spc="-10" dirty="0">
                          <a:solidFill>
                            <a:srgbClr val="FFFFFF"/>
                          </a:solidFill>
                          <a:latin typeface="Times New Roman" panose="02020603050405020304" pitchFamily="18" charset="0"/>
                          <a:cs typeface="Times New Roman" panose="02020603050405020304" pitchFamily="18" charset="0"/>
                        </a:rPr>
                        <a:t>Description</a:t>
                      </a:r>
                      <a:endParaRPr lang="en-IN" dirty="0"/>
                    </a:p>
                  </a:txBody>
                  <a:tcPr/>
                </a:tc>
                <a:tc>
                  <a:txBody>
                    <a:bodyPr/>
                    <a:lstStyle/>
                    <a:p>
                      <a:pPr marL="0" marR="0" lvl="0" indent="0" defTabSz="914400" eaLnBrk="1" fontAlgn="auto" latinLnBrk="0" hangingPunct="1">
                        <a:lnSpc>
                          <a:spcPct val="100000"/>
                        </a:lnSpc>
                        <a:spcBef>
                          <a:spcPts val="0"/>
                        </a:spcBef>
                        <a:spcAft>
                          <a:spcPts val="0"/>
                        </a:spcAft>
                        <a:buClrTx/>
                        <a:buSzTx/>
                        <a:buFontTx/>
                        <a:buNone/>
                        <a:tabLst/>
                        <a:defRPr/>
                      </a:pPr>
                      <a:r>
                        <a:rPr lang="en-IN" sz="1800" b="1" spc="-10" dirty="0">
                          <a:solidFill>
                            <a:srgbClr val="FFFFFF"/>
                          </a:solidFill>
                          <a:latin typeface="Times New Roman" panose="02020603050405020304" pitchFamily="18" charset="0"/>
                          <a:cs typeface="Times New Roman" panose="02020603050405020304" pitchFamily="18" charset="0"/>
                        </a:rPr>
                        <a:t>Limitations</a:t>
                      </a:r>
                      <a:endParaRPr lang="en-IN" dirty="0">
                        <a:latin typeface="Times New Roman" panose="02020603050405020304" pitchFamily="18" charset="0"/>
                        <a:cs typeface="Times New Roman" panose="02020603050405020304" pitchFamily="18" charset="0"/>
                      </a:endParaRPr>
                    </a:p>
                    <a:p>
                      <a:endParaRPr lang="en-IN" dirty="0"/>
                    </a:p>
                  </a:txBody>
                  <a:tcPr/>
                </a:tc>
                <a:extLst>
                  <a:ext uri="{0D108BD9-81ED-4DB2-BD59-A6C34878D82A}">
                    <a16:rowId xmlns:a16="http://schemas.microsoft.com/office/drawing/2014/main" val="3107374523"/>
                  </a:ext>
                </a:extLst>
              </a:tr>
              <a:tr h="4340281">
                <a:tc>
                  <a:txBody>
                    <a:bodyPr/>
                    <a:lstStyle/>
                    <a:p>
                      <a:r>
                        <a:rPr lang="en-US" dirty="0">
                          <a:latin typeface="Times New Roman" panose="02020603050405020304" pitchFamily="18" charset="0"/>
                          <a:cs typeface="Times New Roman" panose="02020603050405020304" pitchFamily="18" charset="0"/>
                        </a:rPr>
                        <a:t>5</a:t>
                      </a:r>
                      <a:endParaRPr lang="en-IN" dirty="0">
                        <a:latin typeface="Times New Roman" panose="02020603050405020304" pitchFamily="18" charset="0"/>
                        <a:cs typeface="Times New Roman" panose="02020603050405020304" pitchFamily="18" charset="0"/>
                      </a:endParaRPr>
                    </a:p>
                  </a:txBody>
                  <a:tcPr/>
                </a:tc>
                <a:tc>
                  <a:txBody>
                    <a:bodyPr/>
                    <a:lstStyle/>
                    <a:p>
                      <a:r>
                        <a:rPr lang="en-IN" dirty="0">
                          <a:latin typeface="Times New Roman" panose="02020603050405020304" pitchFamily="18" charset="0"/>
                          <a:cs typeface="Times New Roman" panose="02020603050405020304" pitchFamily="18" charset="0"/>
                        </a:rPr>
                        <a:t>Dinesh M1,AshwinK1,Balamurugan S1, Velmurugan C2</a:t>
                      </a:r>
                    </a:p>
                  </a:txBody>
                  <a:tcPr/>
                </a:tc>
                <a:tc>
                  <a:txBody>
                    <a:bodyPr/>
                    <a:lstStyle/>
                    <a:p>
                      <a:r>
                        <a:rPr lang="en-US" dirty="0">
                          <a:latin typeface="Times New Roman" panose="02020603050405020304" pitchFamily="18" charset="0"/>
                          <a:cs typeface="Times New Roman" panose="02020603050405020304" pitchFamily="18" charset="0"/>
                        </a:rPr>
                        <a:t>AUTOMATC RAILWAY TRACK CRACK DETECTION SYSTEM USING MICROCONTROLLER &amp; COMMUNICATION USING IoT</a:t>
                      </a:r>
                      <a:endParaRPr lang="en-IN" dirty="0">
                        <a:latin typeface="Times New Roman" panose="02020603050405020304" pitchFamily="18" charset="0"/>
                        <a:cs typeface="Times New Roman" panose="02020603050405020304" pitchFamily="18" charset="0"/>
                      </a:endParaRPr>
                    </a:p>
                  </a:txBody>
                  <a:tcPr/>
                </a:tc>
                <a:tc>
                  <a:txBody>
                    <a:bodyPr/>
                    <a:lstStyle/>
                    <a:p>
                      <a:r>
                        <a:rPr lang="en-US" dirty="0">
                          <a:latin typeface="Times New Roman" panose="02020603050405020304" pitchFamily="18" charset="0"/>
                          <a:cs typeface="Times New Roman" panose="02020603050405020304" pitchFamily="18" charset="0"/>
                        </a:rPr>
                        <a:t>International Research Journal of Engineering and Technology (IRJET)</a:t>
                      </a:r>
                      <a:endParaRPr lang="en-IN" dirty="0">
                        <a:latin typeface="Times New Roman" panose="02020603050405020304" pitchFamily="18" charset="0"/>
                        <a:cs typeface="Times New Roman" panose="02020603050405020304" pitchFamily="18" charset="0"/>
                      </a:endParaRPr>
                    </a:p>
                  </a:txBody>
                  <a:tcPr/>
                </a:tc>
                <a:tc>
                  <a:txBody>
                    <a:bodyPr/>
                    <a:lstStyle/>
                    <a:p>
                      <a:r>
                        <a:rPr lang="en-US" dirty="0">
                          <a:latin typeface="Times New Roman" panose="02020603050405020304" pitchFamily="18" charset="0"/>
                          <a:cs typeface="Times New Roman" panose="02020603050405020304" pitchFamily="18" charset="0"/>
                        </a:rPr>
                        <a:t>Mar/2024</a:t>
                      </a:r>
                      <a:endParaRPr lang="en-IN" dirty="0">
                        <a:latin typeface="Times New Roman" panose="02020603050405020304" pitchFamily="18" charset="0"/>
                        <a:cs typeface="Times New Roman" panose="02020603050405020304" pitchFamily="18" charset="0"/>
                      </a:endParaRPr>
                    </a:p>
                  </a:txBody>
                  <a:tcPr/>
                </a:tc>
                <a:tc>
                  <a:txBody>
                    <a:bodyPr/>
                    <a:lstStyle/>
                    <a:p>
                      <a:r>
                        <a:rPr lang="en-US" dirty="0">
                          <a:latin typeface="Times New Roman" panose="02020603050405020304" pitchFamily="18" charset="0"/>
                          <a:cs typeface="Times New Roman" panose="02020603050405020304" pitchFamily="18" charset="0"/>
                        </a:rPr>
                        <a:t> The system is designed to detect cracks on railway tracks, sending real-time alerts to relevant authorities for immediate action. A sensor-based system is employed to identify cracks, and data is transmitted using IoT for remote monitoring and maintenance</a:t>
                      </a:r>
                      <a:endParaRPr lang="en-IN" dirty="0">
                        <a:latin typeface="Times New Roman" panose="02020603050405020304" pitchFamily="18" charset="0"/>
                        <a:cs typeface="Times New Roman" panose="02020603050405020304" pitchFamily="18" charset="0"/>
                      </a:endParaRPr>
                    </a:p>
                  </a:txBody>
                  <a:tcPr/>
                </a:tc>
                <a:tc>
                  <a:txBody>
                    <a:bodyPr/>
                    <a:lstStyle/>
                    <a:p>
                      <a:r>
                        <a:rPr lang="en-US" dirty="0">
                          <a:latin typeface="Times New Roman" panose="02020603050405020304" pitchFamily="18" charset="0"/>
                          <a:cs typeface="Times New Roman" panose="02020603050405020304" pitchFamily="18" charset="0"/>
                        </a:rPr>
                        <a:t>Sensor accuracy may be affected by environmental factors. High installation and maintenance costs. Reliance on consistent network connectivity for IoT communication</a:t>
                      </a:r>
                      <a:endParaRPr lang="en-IN"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145102296"/>
                  </a:ext>
                </a:extLst>
              </a:tr>
            </a:tbl>
          </a:graphicData>
        </a:graphic>
      </p:graphicFrame>
    </p:spTree>
    <p:extLst>
      <p:ext uri="{BB962C8B-B14F-4D97-AF65-F5344CB8AC3E}">
        <p14:creationId xmlns:p14="http://schemas.microsoft.com/office/powerpoint/2010/main" val="227243167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9178242-2C65-EF4A-8305-D827C7587489}"/>
              </a:ext>
            </a:extLst>
          </p:cNvPr>
          <p:cNvSpPr>
            <a:spLocks noGrp="1"/>
          </p:cNvSpPr>
          <p:nvPr>
            <p:ph type="dt" sz="half" idx="6"/>
          </p:nvPr>
        </p:nvSpPr>
        <p:spPr/>
        <p:txBody>
          <a:bodyPr/>
          <a:lstStyle/>
          <a:p>
            <a:pPr marL="234315">
              <a:lnSpc>
                <a:spcPts val="1240"/>
              </a:lnSpc>
            </a:pPr>
            <a:fld id="{988E90C9-75BB-4EA3-B456-661272824347}" type="datetime1">
              <a:rPr lang="en-US" spc="-10" smtClean="0"/>
              <a:t>9/23/2024</a:t>
            </a:fld>
            <a:endParaRPr lang="en-US" spc="-10" dirty="0"/>
          </a:p>
        </p:txBody>
      </p:sp>
      <p:sp>
        <p:nvSpPr>
          <p:cNvPr id="3" name="Slide Number Placeholder 2">
            <a:extLst>
              <a:ext uri="{FF2B5EF4-FFF2-40B4-BE49-F238E27FC236}">
                <a16:creationId xmlns:a16="http://schemas.microsoft.com/office/drawing/2014/main" id="{C945F180-DE2B-BCC9-23C9-9F611CF5CCAA}"/>
              </a:ext>
            </a:extLst>
          </p:cNvPr>
          <p:cNvSpPr>
            <a:spLocks noGrp="1"/>
          </p:cNvSpPr>
          <p:nvPr>
            <p:ph type="sldNum" sz="quarter" idx="7"/>
          </p:nvPr>
        </p:nvSpPr>
        <p:spPr/>
        <p:txBody>
          <a:bodyPr/>
          <a:lstStyle/>
          <a:p>
            <a:pPr marL="38100">
              <a:lnSpc>
                <a:spcPts val="1240"/>
              </a:lnSpc>
            </a:pPr>
            <a:fld id="{81D60167-4931-47E6-BA6A-407CBD079E47}" type="slidenum">
              <a:rPr lang="en-IN" spc="-25" smtClean="0"/>
              <a:t>19</a:t>
            </a:fld>
            <a:endParaRPr lang="en-IN" spc="-25" dirty="0"/>
          </a:p>
        </p:txBody>
      </p:sp>
      <p:graphicFrame>
        <p:nvGraphicFramePr>
          <p:cNvPr id="4" name="Table 3">
            <a:extLst>
              <a:ext uri="{FF2B5EF4-FFF2-40B4-BE49-F238E27FC236}">
                <a16:creationId xmlns:a16="http://schemas.microsoft.com/office/drawing/2014/main" id="{1445EDAC-BB59-E3FD-9B3B-93F310FA0B25}"/>
              </a:ext>
            </a:extLst>
          </p:cNvPr>
          <p:cNvGraphicFramePr>
            <a:graphicFrameLocks noGrp="1"/>
          </p:cNvGraphicFramePr>
          <p:nvPr>
            <p:extLst>
              <p:ext uri="{D42A27DB-BD31-4B8C-83A1-F6EECF244321}">
                <p14:modId xmlns:p14="http://schemas.microsoft.com/office/powerpoint/2010/main" val="1840356495"/>
              </p:ext>
            </p:extLst>
          </p:nvPr>
        </p:nvGraphicFramePr>
        <p:xfrm>
          <a:off x="228600" y="457200"/>
          <a:ext cx="11704003" cy="5200892"/>
        </p:xfrm>
        <a:graphic>
          <a:graphicData uri="http://schemas.openxmlformats.org/drawingml/2006/table">
            <a:tbl>
              <a:tblPr firstRow="1" bandRow="1">
                <a:tableStyleId>{5C22544A-7EE6-4342-B048-85BDC9FD1C3A}</a:tableStyleId>
              </a:tblPr>
              <a:tblGrid>
                <a:gridCol w="683843">
                  <a:extLst>
                    <a:ext uri="{9D8B030D-6E8A-4147-A177-3AD203B41FA5}">
                      <a16:colId xmlns:a16="http://schemas.microsoft.com/office/drawing/2014/main" val="1346346848"/>
                    </a:ext>
                  </a:extLst>
                </a:gridCol>
                <a:gridCol w="1469355">
                  <a:extLst>
                    <a:ext uri="{9D8B030D-6E8A-4147-A177-3AD203B41FA5}">
                      <a16:colId xmlns:a16="http://schemas.microsoft.com/office/drawing/2014/main" val="3365996281"/>
                    </a:ext>
                  </a:extLst>
                </a:gridCol>
                <a:gridCol w="1469355">
                  <a:extLst>
                    <a:ext uri="{9D8B030D-6E8A-4147-A177-3AD203B41FA5}">
                      <a16:colId xmlns:a16="http://schemas.microsoft.com/office/drawing/2014/main" val="4029499802"/>
                    </a:ext>
                  </a:extLst>
                </a:gridCol>
                <a:gridCol w="1833049">
                  <a:extLst>
                    <a:ext uri="{9D8B030D-6E8A-4147-A177-3AD203B41FA5}">
                      <a16:colId xmlns:a16="http://schemas.microsoft.com/office/drawing/2014/main" val="1138367777"/>
                    </a:ext>
                  </a:extLst>
                </a:gridCol>
                <a:gridCol w="1447800">
                  <a:extLst>
                    <a:ext uri="{9D8B030D-6E8A-4147-A177-3AD203B41FA5}">
                      <a16:colId xmlns:a16="http://schemas.microsoft.com/office/drawing/2014/main" val="430638313"/>
                    </a:ext>
                  </a:extLst>
                </a:gridCol>
                <a:gridCol w="2667000">
                  <a:extLst>
                    <a:ext uri="{9D8B030D-6E8A-4147-A177-3AD203B41FA5}">
                      <a16:colId xmlns:a16="http://schemas.microsoft.com/office/drawing/2014/main" val="1925853552"/>
                    </a:ext>
                  </a:extLst>
                </a:gridCol>
                <a:gridCol w="2133601">
                  <a:extLst>
                    <a:ext uri="{9D8B030D-6E8A-4147-A177-3AD203B41FA5}">
                      <a16:colId xmlns:a16="http://schemas.microsoft.com/office/drawing/2014/main" val="1031790108"/>
                    </a:ext>
                  </a:extLst>
                </a:gridCol>
              </a:tblGrid>
              <a:tr h="873456">
                <a:tc>
                  <a:txBody>
                    <a:bodyPr/>
                    <a:lstStyle/>
                    <a:p>
                      <a:pPr marL="0" marR="0" lvl="0" indent="0" defTabSz="914400" eaLnBrk="1" fontAlgn="auto" latinLnBrk="0" hangingPunct="1">
                        <a:lnSpc>
                          <a:spcPct val="100000"/>
                        </a:lnSpc>
                        <a:spcBef>
                          <a:spcPts val="0"/>
                        </a:spcBef>
                        <a:spcAft>
                          <a:spcPts val="0"/>
                        </a:spcAft>
                        <a:buClrTx/>
                        <a:buSzTx/>
                        <a:buFontTx/>
                        <a:buNone/>
                        <a:tabLst/>
                        <a:defRPr/>
                      </a:pPr>
                      <a:r>
                        <a:rPr lang="en-IN" sz="1800" b="1" spc="-10" dirty="0">
                          <a:solidFill>
                            <a:srgbClr val="FFFFFF"/>
                          </a:solidFill>
                          <a:latin typeface="Times New Roman" panose="02020603050405020304" pitchFamily="18" charset="0"/>
                          <a:cs typeface="Times New Roman" panose="02020603050405020304" pitchFamily="18" charset="0"/>
                        </a:rPr>
                        <a:t>SI. No</a:t>
                      </a:r>
                      <a:endParaRPr lang="en-IN" sz="1800" dirty="0">
                        <a:latin typeface="Times New Roman" panose="02020603050405020304" pitchFamily="18" charset="0"/>
                        <a:cs typeface="Times New Roman" panose="02020603050405020304" pitchFamily="18" charset="0"/>
                      </a:endParaRPr>
                    </a:p>
                    <a:p>
                      <a:endParaRPr lang="en-IN" dirty="0"/>
                    </a:p>
                  </a:txBody>
                  <a:tcPr/>
                </a:tc>
                <a:tc>
                  <a:txBody>
                    <a:bodyPr/>
                    <a:lstStyle/>
                    <a:p>
                      <a:pPr marL="0" marR="0" lvl="0" indent="0" defTabSz="914400" eaLnBrk="1" fontAlgn="auto" latinLnBrk="0" hangingPunct="1">
                        <a:lnSpc>
                          <a:spcPct val="100000"/>
                        </a:lnSpc>
                        <a:spcBef>
                          <a:spcPts val="0"/>
                        </a:spcBef>
                        <a:spcAft>
                          <a:spcPts val="0"/>
                        </a:spcAft>
                        <a:buClrTx/>
                        <a:buSzTx/>
                        <a:buFontTx/>
                        <a:buNone/>
                        <a:tabLst/>
                        <a:defRPr/>
                      </a:pPr>
                      <a:r>
                        <a:rPr lang="en-IN" sz="1800" b="1" dirty="0">
                          <a:solidFill>
                            <a:srgbClr val="FFFFFF"/>
                          </a:solidFill>
                          <a:latin typeface="Times New Roman" panose="02020603050405020304" pitchFamily="18" charset="0"/>
                          <a:cs typeface="Times New Roman" panose="02020603050405020304" pitchFamily="18" charset="0"/>
                        </a:rPr>
                        <a:t>Name</a:t>
                      </a:r>
                      <a:r>
                        <a:rPr lang="en-IN" sz="1800" b="1" spc="-35" dirty="0">
                          <a:solidFill>
                            <a:srgbClr val="FFFFFF"/>
                          </a:solidFill>
                          <a:latin typeface="Times New Roman" panose="02020603050405020304" pitchFamily="18" charset="0"/>
                          <a:cs typeface="Times New Roman" panose="02020603050405020304" pitchFamily="18" charset="0"/>
                        </a:rPr>
                        <a:t> </a:t>
                      </a:r>
                      <a:r>
                        <a:rPr lang="en-IN" sz="1800" b="1" dirty="0">
                          <a:solidFill>
                            <a:srgbClr val="FFFFFF"/>
                          </a:solidFill>
                          <a:latin typeface="Times New Roman" panose="02020603050405020304" pitchFamily="18" charset="0"/>
                          <a:cs typeface="Times New Roman" panose="02020603050405020304" pitchFamily="18" charset="0"/>
                        </a:rPr>
                        <a:t>of</a:t>
                      </a:r>
                      <a:r>
                        <a:rPr lang="en-IN" sz="1800" b="1" spc="-5" dirty="0">
                          <a:solidFill>
                            <a:srgbClr val="FFFFFF"/>
                          </a:solidFill>
                          <a:latin typeface="Times New Roman" panose="02020603050405020304" pitchFamily="18" charset="0"/>
                          <a:cs typeface="Times New Roman" panose="02020603050405020304" pitchFamily="18" charset="0"/>
                        </a:rPr>
                        <a:t> </a:t>
                      </a:r>
                      <a:r>
                        <a:rPr lang="en-IN" sz="1800" b="1" spc="-25" dirty="0">
                          <a:solidFill>
                            <a:srgbClr val="FFFFFF"/>
                          </a:solidFill>
                          <a:latin typeface="Times New Roman" panose="02020603050405020304" pitchFamily="18" charset="0"/>
                          <a:cs typeface="Times New Roman" panose="02020603050405020304" pitchFamily="18" charset="0"/>
                        </a:rPr>
                        <a:t>the </a:t>
                      </a:r>
                      <a:r>
                        <a:rPr lang="en-IN" sz="1800" b="1" spc="-10" dirty="0">
                          <a:solidFill>
                            <a:srgbClr val="FFFFFF"/>
                          </a:solidFill>
                          <a:latin typeface="Times New Roman" panose="02020603050405020304" pitchFamily="18" charset="0"/>
                          <a:cs typeface="Times New Roman" panose="02020603050405020304" pitchFamily="18" charset="0"/>
                        </a:rPr>
                        <a:t>author</a:t>
                      </a:r>
                      <a:endParaRPr lang="en-IN" sz="1800" dirty="0">
                        <a:latin typeface="Times New Roman" panose="02020603050405020304" pitchFamily="18" charset="0"/>
                        <a:cs typeface="Times New Roman" panose="02020603050405020304" pitchFamily="18" charset="0"/>
                      </a:endParaRPr>
                    </a:p>
                    <a:p>
                      <a:endParaRPr lang="en-IN" dirty="0"/>
                    </a:p>
                  </a:txBody>
                  <a:tcPr/>
                </a:tc>
                <a:tc>
                  <a:txBody>
                    <a:bodyPr/>
                    <a:lstStyle/>
                    <a:p>
                      <a:pPr marL="0" marR="0" lvl="0" indent="0" defTabSz="914400" eaLnBrk="1" fontAlgn="auto" latinLnBrk="0" hangingPunct="1">
                        <a:lnSpc>
                          <a:spcPct val="100000"/>
                        </a:lnSpc>
                        <a:spcBef>
                          <a:spcPts val="0"/>
                        </a:spcBef>
                        <a:spcAft>
                          <a:spcPts val="0"/>
                        </a:spcAft>
                        <a:buClrTx/>
                        <a:buSzTx/>
                        <a:buFontTx/>
                        <a:buNone/>
                        <a:tabLst/>
                        <a:defRPr/>
                      </a:pPr>
                      <a:r>
                        <a:rPr lang="en-IN" sz="1800" b="1" dirty="0">
                          <a:solidFill>
                            <a:srgbClr val="FFFFFF"/>
                          </a:solidFill>
                          <a:latin typeface="Times New Roman" panose="02020603050405020304" pitchFamily="18" charset="0"/>
                          <a:cs typeface="Times New Roman" panose="02020603050405020304" pitchFamily="18" charset="0"/>
                        </a:rPr>
                        <a:t>Paper</a:t>
                      </a:r>
                      <a:r>
                        <a:rPr lang="en-IN" sz="1800" b="1" spc="-90" dirty="0">
                          <a:solidFill>
                            <a:srgbClr val="FFFFFF"/>
                          </a:solidFill>
                          <a:latin typeface="Times New Roman" panose="02020603050405020304" pitchFamily="18" charset="0"/>
                          <a:cs typeface="Times New Roman" panose="02020603050405020304" pitchFamily="18" charset="0"/>
                        </a:rPr>
                        <a:t> </a:t>
                      </a:r>
                      <a:r>
                        <a:rPr lang="en-IN" sz="1800" b="1" spc="-10" dirty="0">
                          <a:solidFill>
                            <a:srgbClr val="FFFFFF"/>
                          </a:solidFill>
                          <a:latin typeface="Times New Roman" panose="02020603050405020304" pitchFamily="18" charset="0"/>
                          <a:cs typeface="Times New Roman" panose="02020603050405020304" pitchFamily="18" charset="0"/>
                        </a:rPr>
                        <a:t>Title</a:t>
                      </a:r>
                      <a:endParaRPr lang="en-IN" sz="1800" dirty="0">
                        <a:latin typeface="Times New Roman" panose="02020603050405020304" pitchFamily="18" charset="0"/>
                        <a:cs typeface="Times New Roman" panose="02020603050405020304" pitchFamily="18" charset="0"/>
                      </a:endParaRPr>
                    </a:p>
                    <a:p>
                      <a:endParaRPr lang="en-IN" dirty="0"/>
                    </a:p>
                  </a:txBody>
                  <a:tcPr/>
                </a:tc>
                <a:tc>
                  <a:txBody>
                    <a:bodyPr/>
                    <a:lstStyle/>
                    <a:p>
                      <a:pPr marL="0" marR="0" lvl="0" indent="0" algn="just" defTabSz="914400" eaLnBrk="1" fontAlgn="auto" latinLnBrk="0" hangingPunct="1">
                        <a:lnSpc>
                          <a:spcPct val="100000"/>
                        </a:lnSpc>
                        <a:spcBef>
                          <a:spcPts val="0"/>
                        </a:spcBef>
                        <a:spcAft>
                          <a:spcPts val="0"/>
                        </a:spcAft>
                        <a:buClrTx/>
                        <a:buSzTx/>
                        <a:buFontTx/>
                        <a:buNone/>
                        <a:tabLst/>
                        <a:defRPr/>
                      </a:pPr>
                      <a:r>
                        <a:rPr lang="en-IN" sz="1800" b="1" spc="-10" dirty="0">
                          <a:solidFill>
                            <a:srgbClr val="FFFFFF"/>
                          </a:solidFill>
                          <a:latin typeface="Times New Roman" panose="02020603050405020304" pitchFamily="18" charset="0"/>
                          <a:cs typeface="Times New Roman" panose="02020603050405020304" pitchFamily="18" charset="0"/>
                        </a:rPr>
                        <a:t>International Journal/Conf erence</a:t>
                      </a:r>
                      <a:endParaRPr lang="en-IN" sz="1800" dirty="0">
                        <a:latin typeface="Times New Roman" panose="02020603050405020304" pitchFamily="18" charset="0"/>
                        <a:cs typeface="Times New Roman" panose="02020603050405020304" pitchFamily="18" charset="0"/>
                      </a:endParaRPr>
                    </a:p>
                    <a:p>
                      <a:endParaRPr lang="en-IN" dirty="0"/>
                    </a:p>
                  </a:txBody>
                  <a:tcPr/>
                </a:tc>
                <a:tc>
                  <a:txBody>
                    <a:bodyPr/>
                    <a:lstStyle/>
                    <a:p>
                      <a:pPr marL="0" marR="0" lvl="0" indent="0" defTabSz="914400" eaLnBrk="1" fontAlgn="auto" latinLnBrk="0" hangingPunct="1">
                        <a:lnSpc>
                          <a:spcPct val="100000"/>
                        </a:lnSpc>
                        <a:spcBef>
                          <a:spcPts val="0"/>
                        </a:spcBef>
                        <a:spcAft>
                          <a:spcPts val="0"/>
                        </a:spcAft>
                        <a:buClrTx/>
                        <a:buSzTx/>
                        <a:buFontTx/>
                        <a:buNone/>
                        <a:tabLst/>
                        <a:defRPr/>
                      </a:pPr>
                      <a:r>
                        <a:rPr lang="en-IN" sz="1800" b="1" spc="-10" dirty="0">
                          <a:solidFill>
                            <a:srgbClr val="FFFFFF"/>
                          </a:solidFill>
                          <a:latin typeface="Times New Roman" panose="02020603050405020304" pitchFamily="18" charset="0"/>
                          <a:cs typeface="Times New Roman" panose="02020603050405020304" pitchFamily="18" charset="0"/>
                        </a:rPr>
                        <a:t>Month/Year</a:t>
                      </a:r>
                      <a:endParaRPr lang="en-IN" sz="1800" dirty="0">
                        <a:latin typeface="Times New Roman" panose="02020603050405020304" pitchFamily="18" charset="0"/>
                        <a:cs typeface="Times New Roman" panose="02020603050405020304" pitchFamily="18" charset="0"/>
                      </a:endParaRPr>
                    </a:p>
                    <a:p>
                      <a:endParaRPr lang="en-IN" dirty="0"/>
                    </a:p>
                  </a:txBody>
                  <a:tcPr/>
                </a:tc>
                <a:tc>
                  <a:txBody>
                    <a:bodyPr/>
                    <a:lstStyle/>
                    <a:p>
                      <a:r>
                        <a:rPr lang="en-IN" sz="1800" b="1" spc="-10" dirty="0" err="1">
                          <a:solidFill>
                            <a:srgbClr val="FFFFFF"/>
                          </a:solidFill>
                          <a:latin typeface="Times New Roman" panose="02020603050405020304" pitchFamily="18" charset="0"/>
                          <a:cs typeface="Times New Roman" panose="02020603050405020304" pitchFamily="18" charset="0"/>
                        </a:rPr>
                        <a:t>Descnription</a:t>
                      </a:r>
                      <a:endParaRPr lang="en-IN" dirty="0"/>
                    </a:p>
                  </a:txBody>
                  <a:tcPr/>
                </a:tc>
                <a:tc>
                  <a:txBody>
                    <a:bodyPr/>
                    <a:lstStyle/>
                    <a:p>
                      <a:r>
                        <a:rPr lang="en-IN" sz="1800" b="1" spc="-10" dirty="0">
                          <a:solidFill>
                            <a:srgbClr val="FFFFFF"/>
                          </a:solidFill>
                          <a:latin typeface="Times New Roman" panose="02020603050405020304" pitchFamily="18" charset="0"/>
                          <a:cs typeface="Times New Roman" panose="02020603050405020304" pitchFamily="18" charset="0"/>
                        </a:rPr>
                        <a:t>Limitations</a:t>
                      </a:r>
                      <a:endParaRPr lang="en-IN" dirty="0"/>
                    </a:p>
                  </a:txBody>
                  <a:tcPr/>
                </a:tc>
                <a:extLst>
                  <a:ext uri="{0D108BD9-81ED-4DB2-BD59-A6C34878D82A}">
                    <a16:rowId xmlns:a16="http://schemas.microsoft.com/office/drawing/2014/main" val="3019955300"/>
                  </a:ext>
                </a:extLst>
              </a:tr>
              <a:tr h="4012172">
                <a:tc>
                  <a:txBody>
                    <a:bodyPr/>
                    <a:lstStyle/>
                    <a:p>
                      <a:r>
                        <a:rPr lang="en-US" dirty="0">
                          <a:latin typeface="Times New Roman" panose="02020603050405020304" pitchFamily="18" charset="0"/>
                          <a:cs typeface="Times New Roman" panose="02020603050405020304" pitchFamily="18" charset="0"/>
                        </a:rPr>
                        <a:t>6</a:t>
                      </a:r>
                      <a:endParaRPr lang="en-IN" dirty="0">
                        <a:latin typeface="Times New Roman" panose="02020603050405020304" pitchFamily="18" charset="0"/>
                        <a:cs typeface="Times New Roman" panose="02020603050405020304" pitchFamily="18" charset="0"/>
                      </a:endParaRPr>
                    </a:p>
                  </a:txBody>
                  <a:tcPr/>
                </a:tc>
                <a:tc>
                  <a:txBody>
                    <a:bodyPr/>
                    <a:lstStyle/>
                    <a:p>
                      <a:r>
                        <a:rPr lang="en-IN" dirty="0">
                          <a:latin typeface="Times New Roman" panose="02020603050405020304" pitchFamily="18" charset="0"/>
                          <a:cs typeface="Times New Roman" panose="02020603050405020304" pitchFamily="18" charset="0"/>
                        </a:rPr>
                        <a:t>Gaurav Bambal1 , Mohit Patil2 , Nikhil Khewale3 , Prof. G. A. Thakur4</a:t>
                      </a:r>
                    </a:p>
                  </a:txBody>
                  <a:tcPr/>
                </a:tc>
                <a:tc>
                  <a:txBody>
                    <a:bodyPr/>
                    <a:lstStyle/>
                    <a:p>
                      <a:r>
                        <a:rPr lang="en-US" dirty="0">
                          <a:latin typeface="Times New Roman" panose="02020603050405020304" pitchFamily="18" charset="0"/>
                          <a:cs typeface="Times New Roman" panose="02020603050405020304" pitchFamily="18" charset="0"/>
                        </a:rPr>
                        <a:t>Advanced Railway Accident Prevention and Track Fault Detection Module using Raspberry-PI</a:t>
                      </a:r>
                      <a:endParaRPr lang="en-IN" dirty="0">
                        <a:latin typeface="Times New Roman" panose="02020603050405020304" pitchFamily="18" charset="0"/>
                        <a:cs typeface="Times New Roman" panose="02020603050405020304" pitchFamily="18" charset="0"/>
                      </a:endParaRPr>
                    </a:p>
                  </a:txBody>
                  <a:tcPr/>
                </a:tc>
                <a:tc>
                  <a:txBody>
                    <a:bodyPr/>
                    <a:lstStyle/>
                    <a:p>
                      <a:r>
                        <a:rPr lang="en-US" dirty="0">
                          <a:latin typeface="Times New Roman" panose="02020603050405020304" pitchFamily="18" charset="0"/>
                          <a:cs typeface="Times New Roman" panose="02020603050405020304" pitchFamily="18" charset="0"/>
                        </a:rPr>
                        <a:t>International Journal for Research in Applied Science &amp; Engineering Technology (IJRASET)</a:t>
                      </a:r>
                      <a:endParaRPr lang="en-IN" dirty="0">
                        <a:latin typeface="Times New Roman" panose="02020603050405020304" pitchFamily="18" charset="0"/>
                        <a:cs typeface="Times New Roman" panose="02020603050405020304" pitchFamily="18" charset="0"/>
                      </a:endParaRPr>
                    </a:p>
                  </a:txBody>
                  <a:tcPr/>
                </a:tc>
                <a:tc>
                  <a:txBody>
                    <a:bodyPr/>
                    <a:lstStyle/>
                    <a:p>
                      <a:r>
                        <a:rPr lang="en-US" dirty="0">
                          <a:latin typeface="Times New Roman" panose="02020603050405020304" pitchFamily="18" charset="0"/>
                          <a:cs typeface="Times New Roman" panose="02020603050405020304" pitchFamily="18" charset="0"/>
                        </a:rPr>
                        <a:t>Jul/2023</a:t>
                      </a:r>
                      <a:endParaRPr lang="en-IN" dirty="0">
                        <a:latin typeface="Times New Roman" panose="02020603050405020304" pitchFamily="18" charset="0"/>
                        <a:cs typeface="Times New Roman" panose="02020603050405020304" pitchFamily="18" charset="0"/>
                      </a:endParaRPr>
                    </a:p>
                  </a:txBody>
                  <a:tcPr/>
                </a:tc>
                <a:tc>
                  <a:txBody>
                    <a:bodyPr/>
                    <a:lstStyle/>
                    <a:p>
                      <a:r>
                        <a:rPr lang="en-US" dirty="0">
                          <a:latin typeface="Times New Roman" panose="02020603050405020304" pitchFamily="18" charset="0"/>
                          <a:cs typeface="Times New Roman" panose="02020603050405020304" pitchFamily="18" charset="0"/>
                        </a:rPr>
                        <a:t>the development of a system to enhance railway safety. It uses a Raspberry Pi-based module to detect faults in railway tracks and prevent accidents by sending alerts to authorities. The system leverages sensors to monitor track conditions and can detect cracks, misalignment, and other issues that may cause derailment</a:t>
                      </a:r>
                      <a:endParaRPr lang="en-IN" dirty="0">
                        <a:latin typeface="Times New Roman" panose="02020603050405020304" pitchFamily="18" charset="0"/>
                        <a:cs typeface="Times New Roman" panose="02020603050405020304" pitchFamily="18" charset="0"/>
                      </a:endParaRPr>
                    </a:p>
                  </a:txBody>
                  <a:tcPr/>
                </a:tc>
                <a:tc>
                  <a:txBody>
                    <a:bodyPr/>
                    <a:lstStyle/>
                    <a:p>
                      <a:r>
                        <a:rPr lang="en-US" dirty="0">
                          <a:latin typeface="Times New Roman" panose="02020603050405020304" pitchFamily="18" charset="0"/>
                          <a:cs typeface="Times New Roman" panose="02020603050405020304" pitchFamily="18" charset="0"/>
                        </a:rPr>
                        <a:t>The system's efficiency depends on sensor accuracy and environmental conditions. Limited range for real-time monitoring. Power and connectivity issues in remote areas may effect performance.</a:t>
                      </a:r>
                      <a:endParaRPr lang="en-IN"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2053546077"/>
                  </a:ext>
                </a:extLst>
              </a:tr>
            </a:tbl>
          </a:graphicData>
        </a:graphic>
      </p:graphicFrame>
    </p:spTree>
    <p:extLst>
      <p:ext uri="{BB962C8B-B14F-4D97-AF65-F5344CB8AC3E}">
        <p14:creationId xmlns:p14="http://schemas.microsoft.com/office/powerpoint/2010/main" val="280176519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33A1E93-C148-B1AF-C24B-F09FD40C5853}"/>
              </a:ext>
            </a:extLst>
          </p:cNvPr>
          <p:cNvSpPr>
            <a:spLocks noGrp="1"/>
          </p:cNvSpPr>
          <p:nvPr>
            <p:ph type="dt" sz="half" idx="6"/>
          </p:nvPr>
        </p:nvSpPr>
        <p:spPr/>
        <p:txBody>
          <a:bodyPr/>
          <a:lstStyle/>
          <a:p>
            <a:pPr marL="234315">
              <a:lnSpc>
                <a:spcPts val="1240"/>
              </a:lnSpc>
            </a:pPr>
            <a:fld id="{988E90C9-75BB-4EA3-B456-661272824347}" type="datetime1">
              <a:rPr lang="en-US" spc="-10" smtClean="0"/>
              <a:t>9/23/2024</a:t>
            </a:fld>
            <a:endParaRPr lang="en-US" spc="-10" dirty="0"/>
          </a:p>
        </p:txBody>
      </p:sp>
      <p:sp>
        <p:nvSpPr>
          <p:cNvPr id="3" name="Slide Number Placeholder 2">
            <a:extLst>
              <a:ext uri="{FF2B5EF4-FFF2-40B4-BE49-F238E27FC236}">
                <a16:creationId xmlns:a16="http://schemas.microsoft.com/office/drawing/2014/main" id="{8CFAA955-B090-1D2B-74DE-C43FF13EEDB9}"/>
              </a:ext>
            </a:extLst>
          </p:cNvPr>
          <p:cNvSpPr>
            <a:spLocks noGrp="1"/>
          </p:cNvSpPr>
          <p:nvPr>
            <p:ph type="sldNum" sz="quarter" idx="7"/>
          </p:nvPr>
        </p:nvSpPr>
        <p:spPr/>
        <p:txBody>
          <a:bodyPr/>
          <a:lstStyle/>
          <a:p>
            <a:pPr marL="38100">
              <a:lnSpc>
                <a:spcPts val="1240"/>
              </a:lnSpc>
            </a:pPr>
            <a:fld id="{81D60167-4931-47E6-BA6A-407CBD079E47}" type="slidenum">
              <a:rPr lang="en-IN" spc="-25" smtClean="0"/>
              <a:t>20</a:t>
            </a:fld>
            <a:endParaRPr lang="en-IN" spc="-25" dirty="0"/>
          </a:p>
        </p:txBody>
      </p:sp>
      <p:graphicFrame>
        <p:nvGraphicFramePr>
          <p:cNvPr id="4" name="Table 3">
            <a:extLst>
              <a:ext uri="{FF2B5EF4-FFF2-40B4-BE49-F238E27FC236}">
                <a16:creationId xmlns:a16="http://schemas.microsoft.com/office/drawing/2014/main" id="{988D3B84-A8C6-8C88-E4C6-5DBB209A3A6E}"/>
              </a:ext>
            </a:extLst>
          </p:cNvPr>
          <p:cNvGraphicFramePr>
            <a:graphicFrameLocks noGrp="1"/>
          </p:cNvGraphicFramePr>
          <p:nvPr>
            <p:extLst>
              <p:ext uri="{D42A27DB-BD31-4B8C-83A1-F6EECF244321}">
                <p14:modId xmlns:p14="http://schemas.microsoft.com/office/powerpoint/2010/main" val="931162508"/>
              </p:ext>
            </p:extLst>
          </p:nvPr>
        </p:nvGraphicFramePr>
        <p:xfrm>
          <a:off x="533400" y="457200"/>
          <a:ext cx="11353803" cy="5718111"/>
        </p:xfrm>
        <a:graphic>
          <a:graphicData uri="http://schemas.openxmlformats.org/drawingml/2006/table">
            <a:tbl>
              <a:tblPr firstRow="1" bandRow="1">
                <a:tableStyleId>{5C22544A-7EE6-4342-B048-85BDC9FD1C3A}</a:tableStyleId>
              </a:tblPr>
              <a:tblGrid>
                <a:gridCol w="767149">
                  <a:extLst>
                    <a:ext uri="{9D8B030D-6E8A-4147-A177-3AD203B41FA5}">
                      <a16:colId xmlns:a16="http://schemas.microsoft.com/office/drawing/2014/main" val="1984474266"/>
                    </a:ext>
                  </a:extLst>
                </a:gridCol>
                <a:gridCol w="997293">
                  <a:extLst>
                    <a:ext uri="{9D8B030D-6E8A-4147-A177-3AD203B41FA5}">
                      <a16:colId xmlns:a16="http://schemas.microsoft.com/office/drawing/2014/main" val="3125253811"/>
                    </a:ext>
                  </a:extLst>
                </a:gridCol>
                <a:gridCol w="1227438">
                  <a:extLst>
                    <a:ext uri="{9D8B030D-6E8A-4147-A177-3AD203B41FA5}">
                      <a16:colId xmlns:a16="http://schemas.microsoft.com/office/drawing/2014/main" val="3558833215"/>
                    </a:ext>
                  </a:extLst>
                </a:gridCol>
                <a:gridCol w="1994586">
                  <a:extLst>
                    <a:ext uri="{9D8B030D-6E8A-4147-A177-3AD203B41FA5}">
                      <a16:colId xmlns:a16="http://schemas.microsoft.com/office/drawing/2014/main" val="4030786538"/>
                    </a:ext>
                  </a:extLst>
                </a:gridCol>
                <a:gridCol w="1380868">
                  <a:extLst>
                    <a:ext uri="{9D8B030D-6E8A-4147-A177-3AD203B41FA5}">
                      <a16:colId xmlns:a16="http://schemas.microsoft.com/office/drawing/2014/main" val="1450903325"/>
                    </a:ext>
                  </a:extLst>
                </a:gridCol>
                <a:gridCol w="2700466">
                  <a:extLst>
                    <a:ext uri="{9D8B030D-6E8A-4147-A177-3AD203B41FA5}">
                      <a16:colId xmlns:a16="http://schemas.microsoft.com/office/drawing/2014/main" val="2011268529"/>
                    </a:ext>
                  </a:extLst>
                </a:gridCol>
                <a:gridCol w="2286003">
                  <a:extLst>
                    <a:ext uri="{9D8B030D-6E8A-4147-A177-3AD203B41FA5}">
                      <a16:colId xmlns:a16="http://schemas.microsoft.com/office/drawing/2014/main" val="1513850070"/>
                    </a:ext>
                  </a:extLst>
                </a:gridCol>
              </a:tblGrid>
              <a:tr h="1237551">
                <a:tc>
                  <a:txBody>
                    <a:bodyPr/>
                    <a:lstStyle/>
                    <a:p>
                      <a:pPr marL="0" marR="0" lvl="0" indent="0" defTabSz="914400" eaLnBrk="1" fontAlgn="auto" latinLnBrk="0" hangingPunct="1">
                        <a:lnSpc>
                          <a:spcPct val="100000"/>
                        </a:lnSpc>
                        <a:spcBef>
                          <a:spcPts val="0"/>
                        </a:spcBef>
                        <a:spcAft>
                          <a:spcPts val="0"/>
                        </a:spcAft>
                        <a:buClrTx/>
                        <a:buSzTx/>
                        <a:buFontTx/>
                        <a:buNone/>
                        <a:tabLst/>
                        <a:defRPr/>
                      </a:pPr>
                      <a:r>
                        <a:rPr lang="en-IN" sz="1800" b="1" spc="-10" dirty="0">
                          <a:solidFill>
                            <a:srgbClr val="FFFFFF"/>
                          </a:solidFill>
                          <a:latin typeface="Times New Roman" panose="02020603050405020304" pitchFamily="18" charset="0"/>
                          <a:cs typeface="Times New Roman" panose="02020603050405020304" pitchFamily="18" charset="0"/>
                        </a:rPr>
                        <a:t>SI. No</a:t>
                      </a:r>
                      <a:endParaRPr lang="en-IN" sz="1800" dirty="0">
                        <a:latin typeface="Times New Roman" panose="02020603050405020304" pitchFamily="18" charset="0"/>
                        <a:cs typeface="Times New Roman" panose="02020603050405020304" pitchFamily="18" charset="0"/>
                      </a:endParaRPr>
                    </a:p>
                    <a:p>
                      <a:endParaRPr lang="en-IN" dirty="0"/>
                    </a:p>
                  </a:txBody>
                  <a:tcPr/>
                </a:tc>
                <a:tc>
                  <a:txBody>
                    <a:bodyPr/>
                    <a:lstStyle/>
                    <a:p>
                      <a:pPr marL="0" marR="0" lvl="0" indent="0" defTabSz="914400" eaLnBrk="1" fontAlgn="auto" latinLnBrk="0" hangingPunct="1">
                        <a:lnSpc>
                          <a:spcPct val="100000"/>
                        </a:lnSpc>
                        <a:spcBef>
                          <a:spcPts val="0"/>
                        </a:spcBef>
                        <a:spcAft>
                          <a:spcPts val="0"/>
                        </a:spcAft>
                        <a:buClrTx/>
                        <a:buSzTx/>
                        <a:buFontTx/>
                        <a:buNone/>
                        <a:tabLst/>
                        <a:defRPr/>
                      </a:pPr>
                      <a:r>
                        <a:rPr lang="en-IN" sz="1800" b="1" dirty="0">
                          <a:solidFill>
                            <a:srgbClr val="FFFFFF"/>
                          </a:solidFill>
                          <a:latin typeface="Times New Roman" panose="02020603050405020304" pitchFamily="18" charset="0"/>
                          <a:cs typeface="Times New Roman" panose="02020603050405020304" pitchFamily="18" charset="0"/>
                        </a:rPr>
                        <a:t>Name</a:t>
                      </a:r>
                      <a:r>
                        <a:rPr lang="en-IN" sz="1800" b="1" spc="-35" dirty="0">
                          <a:solidFill>
                            <a:srgbClr val="FFFFFF"/>
                          </a:solidFill>
                          <a:latin typeface="Times New Roman" panose="02020603050405020304" pitchFamily="18" charset="0"/>
                          <a:cs typeface="Times New Roman" panose="02020603050405020304" pitchFamily="18" charset="0"/>
                        </a:rPr>
                        <a:t> </a:t>
                      </a:r>
                      <a:r>
                        <a:rPr lang="en-IN" sz="1800" b="1" dirty="0">
                          <a:solidFill>
                            <a:srgbClr val="FFFFFF"/>
                          </a:solidFill>
                          <a:latin typeface="Times New Roman" panose="02020603050405020304" pitchFamily="18" charset="0"/>
                          <a:cs typeface="Times New Roman" panose="02020603050405020304" pitchFamily="18" charset="0"/>
                        </a:rPr>
                        <a:t>of</a:t>
                      </a:r>
                      <a:r>
                        <a:rPr lang="en-IN" sz="1800" b="1" spc="-5" dirty="0">
                          <a:solidFill>
                            <a:srgbClr val="FFFFFF"/>
                          </a:solidFill>
                          <a:latin typeface="Times New Roman" panose="02020603050405020304" pitchFamily="18" charset="0"/>
                          <a:cs typeface="Times New Roman" panose="02020603050405020304" pitchFamily="18" charset="0"/>
                        </a:rPr>
                        <a:t> </a:t>
                      </a:r>
                      <a:r>
                        <a:rPr lang="en-IN" sz="1800" b="1" spc="-25" dirty="0">
                          <a:solidFill>
                            <a:srgbClr val="FFFFFF"/>
                          </a:solidFill>
                          <a:latin typeface="Times New Roman" panose="02020603050405020304" pitchFamily="18" charset="0"/>
                          <a:cs typeface="Times New Roman" panose="02020603050405020304" pitchFamily="18" charset="0"/>
                        </a:rPr>
                        <a:t>the </a:t>
                      </a:r>
                      <a:r>
                        <a:rPr lang="en-IN" sz="1800" b="1" spc="-10" dirty="0">
                          <a:solidFill>
                            <a:srgbClr val="FFFFFF"/>
                          </a:solidFill>
                          <a:latin typeface="Times New Roman" panose="02020603050405020304" pitchFamily="18" charset="0"/>
                          <a:cs typeface="Times New Roman" panose="02020603050405020304" pitchFamily="18" charset="0"/>
                        </a:rPr>
                        <a:t>author</a:t>
                      </a:r>
                      <a:endParaRPr lang="en-IN" sz="1800" dirty="0">
                        <a:latin typeface="Times New Roman" panose="02020603050405020304" pitchFamily="18" charset="0"/>
                        <a:cs typeface="Times New Roman" panose="02020603050405020304" pitchFamily="18" charset="0"/>
                      </a:endParaRPr>
                    </a:p>
                    <a:p>
                      <a:endParaRPr lang="en-IN" dirty="0"/>
                    </a:p>
                  </a:txBody>
                  <a:tcPr/>
                </a:tc>
                <a:tc>
                  <a:txBody>
                    <a:bodyPr/>
                    <a:lstStyle/>
                    <a:p>
                      <a:pPr marL="0" marR="0" lvl="0" indent="0" defTabSz="914400" eaLnBrk="1" fontAlgn="auto" latinLnBrk="0" hangingPunct="1">
                        <a:lnSpc>
                          <a:spcPct val="100000"/>
                        </a:lnSpc>
                        <a:spcBef>
                          <a:spcPts val="0"/>
                        </a:spcBef>
                        <a:spcAft>
                          <a:spcPts val="0"/>
                        </a:spcAft>
                        <a:buClrTx/>
                        <a:buSzTx/>
                        <a:buFontTx/>
                        <a:buNone/>
                        <a:tabLst/>
                        <a:defRPr/>
                      </a:pPr>
                      <a:r>
                        <a:rPr lang="en-IN" sz="1800" b="1" dirty="0">
                          <a:solidFill>
                            <a:srgbClr val="FFFFFF"/>
                          </a:solidFill>
                          <a:latin typeface="Times New Roman" panose="02020603050405020304" pitchFamily="18" charset="0"/>
                          <a:cs typeface="Times New Roman" panose="02020603050405020304" pitchFamily="18" charset="0"/>
                        </a:rPr>
                        <a:t>Paper</a:t>
                      </a:r>
                      <a:r>
                        <a:rPr lang="en-IN" sz="1800" b="1" spc="-90" dirty="0">
                          <a:solidFill>
                            <a:srgbClr val="FFFFFF"/>
                          </a:solidFill>
                          <a:latin typeface="Times New Roman" panose="02020603050405020304" pitchFamily="18" charset="0"/>
                          <a:cs typeface="Times New Roman" panose="02020603050405020304" pitchFamily="18" charset="0"/>
                        </a:rPr>
                        <a:t> </a:t>
                      </a:r>
                      <a:r>
                        <a:rPr lang="en-IN" sz="1800" b="1" spc="-10" dirty="0">
                          <a:solidFill>
                            <a:srgbClr val="FFFFFF"/>
                          </a:solidFill>
                          <a:latin typeface="Times New Roman" panose="02020603050405020304" pitchFamily="18" charset="0"/>
                          <a:cs typeface="Times New Roman" panose="02020603050405020304" pitchFamily="18" charset="0"/>
                        </a:rPr>
                        <a:t>Title</a:t>
                      </a:r>
                      <a:endParaRPr lang="en-IN" sz="1800" dirty="0">
                        <a:latin typeface="Times New Roman" panose="02020603050405020304" pitchFamily="18" charset="0"/>
                        <a:cs typeface="Times New Roman" panose="02020603050405020304" pitchFamily="18" charset="0"/>
                      </a:endParaRPr>
                    </a:p>
                    <a:p>
                      <a:endParaRPr lang="en-IN" dirty="0"/>
                    </a:p>
                  </a:txBody>
                  <a:tcPr/>
                </a:tc>
                <a:tc>
                  <a:txBody>
                    <a:bodyPr/>
                    <a:lstStyle/>
                    <a:p>
                      <a:pPr marL="0" marR="0" lvl="0" indent="0" algn="just" defTabSz="914400" eaLnBrk="1" fontAlgn="auto" latinLnBrk="0" hangingPunct="1">
                        <a:lnSpc>
                          <a:spcPct val="100000"/>
                        </a:lnSpc>
                        <a:spcBef>
                          <a:spcPts val="0"/>
                        </a:spcBef>
                        <a:spcAft>
                          <a:spcPts val="0"/>
                        </a:spcAft>
                        <a:buClrTx/>
                        <a:buSzTx/>
                        <a:buFontTx/>
                        <a:buNone/>
                        <a:tabLst/>
                        <a:defRPr/>
                      </a:pPr>
                      <a:r>
                        <a:rPr lang="en-IN" sz="1800" b="1" spc="-10" dirty="0">
                          <a:solidFill>
                            <a:srgbClr val="FFFFFF"/>
                          </a:solidFill>
                          <a:latin typeface="Times New Roman" panose="02020603050405020304" pitchFamily="18" charset="0"/>
                          <a:cs typeface="Times New Roman" panose="02020603050405020304" pitchFamily="18" charset="0"/>
                        </a:rPr>
                        <a:t>International Journal/Conf erence</a:t>
                      </a:r>
                      <a:endParaRPr lang="en-IN" sz="1800" dirty="0">
                        <a:latin typeface="Times New Roman" panose="02020603050405020304" pitchFamily="18" charset="0"/>
                        <a:cs typeface="Times New Roman" panose="02020603050405020304" pitchFamily="18" charset="0"/>
                      </a:endParaRPr>
                    </a:p>
                    <a:p>
                      <a:endParaRPr lang="en-IN" dirty="0"/>
                    </a:p>
                  </a:txBody>
                  <a:tcPr/>
                </a:tc>
                <a:tc>
                  <a:txBody>
                    <a:bodyPr/>
                    <a:lstStyle/>
                    <a:p>
                      <a:pPr marL="0" marR="0" lvl="0" indent="0" defTabSz="914400" eaLnBrk="1" fontAlgn="auto" latinLnBrk="0" hangingPunct="1">
                        <a:lnSpc>
                          <a:spcPct val="100000"/>
                        </a:lnSpc>
                        <a:spcBef>
                          <a:spcPts val="0"/>
                        </a:spcBef>
                        <a:spcAft>
                          <a:spcPts val="0"/>
                        </a:spcAft>
                        <a:buClrTx/>
                        <a:buSzTx/>
                        <a:buFontTx/>
                        <a:buNone/>
                        <a:tabLst/>
                        <a:defRPr/>
                      </a:pPr>
                      <a:r>
                        <a:rPr lang="en-IN" sz="1800" b="1" spc="-10" dirty="0">
                          <a:solidFill>
                            <a:srgbClr val="FFFFFF"/>
                          </a:solidFill>
                          <a:latin typeface="Times New Roman" panose="02020603050405020304" pitchFamily="18" charset="0"/>
                          <a:cs typeface="Times New Roman" panose="02020603050405020304" pitchFamily="18" charset="0"/>
                        </a:rPr>
                        <a:t>Month/Year</a:t>
                      </a:r>
                      <a:endParaRPr lang="en-IN" sz="1800" dirty="0">
                        <a:latin typeface="Times New Roman" panose="02020603050405020304" pitchFamily="18" charset="0"/>
                        <a:cs typeface="Times New Roman" panose="02020603050405020304" pitchFamily="18" charset="0"/>
                      </a:endParaRPr>
                    </a:p>
                    <a:p>
                      <a:endParaRPr lang="en-IN" dirty="0"/>
                    </a:p>
                  </a:txBody>
                  <a:tcPr/>
                </a:tc>
                <a:tc>
                  <a:txBody>
                    <a:bodyPr/>
                    <a:lstStyle/>
                    <a:p>
                      <a:pPr marL="0" marR="0" lvl="0" indent="0" defTabSz="914400" eaLnBrk="1" fontAlgn="auto" latinLnBrk="0" hangingPunct="1">
                        <a:lnSpc>
                          <a:spcPct val="100000"/>
                        </a:lnSpc>
                        <a:spcBef>
                          <a:spcPts val="0"/>
                        </a:spcBef>
                        <a:spcAft>
                          <a:spcPts val="0"/>
                        </a:spcAft>
                        <a:buClrTx/>
                        <a:buSzTx/>
                        <a:buFontTx/>
                        <a:buNone/>
                        <a:tabLst/>
                        <a:defRPr/>
                      </a:pPr>
                      <a:r>
                        <a:rPr lang="en-IN" sz="1800" b="1" spc="-10" dirty="0">
                          <a:solidFill>
                            <a:srgbClr val="FFFFFF"/>
                          </a:solidFill>
                          <a:latin typeface="Times New Roman" panose="02020603050405020304" pitchFamily="18" charset="0"/>
                          <a:cs typeface="Times New Roman" panose="02020603050405020304" pitchFamily="18" charset="0"/>
                        </a:rPr>
                        <a:t>Description</a:t>
                      </a:r>
                      <a:endParaRPr lang="en-IN" dirty="0"/>
                    </a:p>
                  </a:txBody>
                  <a:tcPr/>
                </a:tc>
                <a:tc>
                  <a:txBody>
                    <a:bodyPr/>
                    <a:lstStyle/>
                    <a:p>
                      <a:r>
                        <a:rPr lang="en-IN" sz="1800" b="1" spc="-10" dirty="0">
                          <a:solidFill>
                            <a:srgbClr val="FFFFFF"/>
                          </a:solidFill>
                          <a:latin typeface="Times New Roman" panose="02020603050405020304" pitchFamily="18" charset="0"/>
                          <a:cs typeface="Times New Roman" panose="02020603050405020304" pitchFamily="18" charset="0"/>
                        </a:rPr>
                        <a:t>Limitations</a:t>
                      </a:r>
                      <a:endParaRPr lang="en-IN" dirty="0"/>
                    </a:p>
                  </a:txBody>
                  <a:tcPr/>
                </a:tc>
                <a:extLst>
                  <a:ext uri="{0D108BD9-81ED-4DB2-BD59-A6C34878D82A}">
                    <a16:rowId xmlns:a16="http://schemas.microsoft.com/office/drawing/2014/main" val="2490062868"/>
                  </a:ext>
                </a:extLst>
              </a:tr>
              <a:tr h="3944049">
                <a:tc>
                  <a:txBody>
                    <a:bodyPr/>
                    <a:lstStyle/>
                    <a:p>
                      <a:r>
                        <a:rPr lang="en-US" dirty="0">
                          <a:latin typeface="Times New Roman" panose="02020603050405020304" pitchFamily="18" charset="0"/>
                          <a:cs typeface="Times New Roman" panose="02020603050405020304" pitchFamily="18" charset="0"/>
                        </a:rPr>
                        <a:t>7</a:t>
                      </a:r>
                      <a:endParaRPr lang="en-IN" dirty="0">
                        <a:latin typeface="Times New Roman" panose="02020603050405020304" pitchFamily="18" charset="0"/>
                        <a:cs typeface="Times New Roman" panose="02020603050405020304" pitchFamily="18" charset="0"/>
                      </a:endParaRPr>
                    </a:p>
                  </a:txBody>
                  <a:tcPr/>
                </a:tc>
                <a:tc>
                  <a:txBody>
                    <a:bodyPr/>
                    <a:lstStyle/>
                    <a:p>
                      <a:r>
                        <a:rPr lang="en-IN" dirty="0">
                          <a:latin typeface="Times New Roman" panose="02020603050405020304" pitchFamily="18" charset="0"/>
                          <a:cs typeface="Times New Roman" panose="02020603050405020304" pitchFamily="18" charset="0"/>
                        </a:rPr>
                        <a:t>N. L. Bhojwani, A.S. Ansari, S. S. </a:t>
                      </a:r>
                      <a:r>
                        <a:rPr lang="en-IN" dirty="0" err="1">
                          <a:latin typeface="Times New Roman" panose="02020603050405020304" pitchFamily="18" charset="0"/>
                          <a:cs typeface="Times New Roman" panose="02020603050405020304" pitchFamily="18" charset="0"/>
                        </a:rPr>
                        <a:t>Jirge</a:t>
                      </a:r>
                      <a:r>
                        <a:rPr lang="en-IN" dirty="0">
                          <a:latin typeface="Times New Roman" panose="02020603050405020304" pitchFamily="18" charset="0"/>
                          <a:cs typeface="Times New Roman" panose="02020603050405020304" pitchFamily="18" charset="0"/>
                        </a:rPr>
                        <a:t>, M. B. </a:t>
                      </a:r>
                      <a:r>
                        <a:rPr lang="en-IN" dirty="0" err="1">
                          <a:latin typeface="Times New Roman" panose="02020603050405020304" pitchFamily="18" charset="0"/>
                          <a:cs typeface="Times New Roman" panose="02020603050405020304" pitchFamily="18" charset="0"/>
                        </a:rPr>
                        <a:t>Baviskar</a:t>
                      </a:r>
                      <a:r>
                        <a:rPr lang="en-IN" dirty="0">
                          <a:latin typeface="Times New Roman" panose="02020603050405020304" pitchFamily="18" charset="0"/>
                          <a:cs typeface="Times New Roman" panose="02020603050405020304" pitchFamily="18" charset="0"/>
                        </a:rPr>
                        <a:t>, D. N. Pawar</a:t>
                      </a:r>
                    </a:p>
                  </a:txBody>
                  <a:tcPr/>
                </a:tc>
                <a:tc>
                  <a:txBody>
                    <a:bodyPr/>
                    <a:lstStyle/>
                    <a:p>
                      <a:r>
                        <a:rPr lang="en-US" dirty="0">
                          <a:latin typeface="Times New Roman" panose="02020603050405020304" pitchFamily="18" charset="0"/>
                          <a:cs typeface="Times New Roman" panose="02020603050405020304" pitchFamily="18" charset="0"/>
                        </a:rPr>
                        <a:t>RAILWAY TRACK – CRACK DETECTION SYSTEM BY USING ARDUINO MICROCONTROLLER</a:t>
                      </a:r>
                      <a:endParaRPr lang="en-IN" dirty="0">
                        <a:latin typeface="Times New Roman" panose="02020603050405020304" pitchFamily="18" charset="0"/>
                        <a:cs typeface="Times New Roman" panose="02020603050405020304" pitchFamily="18" charset="0"/>
                      </a:endParaRPr>
                    </a:p>
                  </a:txBody>
                  <a:tcPr/>
                </a:tc>
                <a:tc>
                  <a:txBody>
                    <a:bodyPr/>
                    <a:lstStyle/>
                    <a:p>
                      <a:r>
                        <a:rPr lang="en-US" dirty="0">
                          <a:latin typeface="Times New Roman" panose="02020603050405020304" pitchFamily="18" charset="0"/>
                          <a:cs typeface="Times New Roman" panose="02020603050405020304" pitchFamily="18" charset="0"/>
                        </a:rPr>
                        <a:t>International Journal of Engineering Applied Sciences and Technology</a:t>
                      </a:r>
                      <a:endParaRPr lang="en-IN" dirty="0">
                        <a:latin typeface="Times New Roman" panose="02020603050405020304" pitchFamily="18" charset="0"/>
                        <a:cs typeface="Times New Roman" panose="02020603050405020304" pitchFamily="18" charset="0"/>
                      </a:endParaRPr>
                    </a:p>
                  </a:txBody>
                  <a:tcPr/>
                </a:tc>
                <a:tc>
                  <a:txBody>
                    <a:bodyPr/>
                    <a:lstStyle/>
                    <a:p>
                      <a:r>
                        <a:rPr lang="en-US" dirty="0">
                          <a:latin typeface="Times New Roman" panose="02020603050405020304" pitchFamily="18" charset="0"/>
                          <a:cs typeface="Times New Roman" panose="02020603050405020304" pitchFamily="18" charset="0"/>
                        </a:rPr>
                        <a:t>Sep/2021</a:t>
                      </a:r>
                      <a:endParaRPr lang="en-IN" dirty="0">
                        <a:latin typeface="Times New Roman" panose="02020603050405020304" pitchFamily="18" charset="0"/>
                        <a:cs typeface="Times New Roman" panose="02020603050405020304" pitchFamily="18" charset="0"/>
                      </a:endParaRPr>
                    </a:p>
                  </a:txBody>
                  <a:tcPr/>
                </a:tc>
                <a:tc>
                  <a:txBody>
                    <a:bodyPr/>
                    <a:lstStyle/>
                    <a:p>
                      <a:r>
                        <a:rPr lang="en-US" dirty="0">
                          <a:latin typeface="Times New Roman" panose="02020603050405020304" pitchFamily="18" charset="0"/>
                          <a:cs typeface="Times New Roman" panose="02020603050405020304" pitchFamily="18" charset="0"/>
                        </a:rPr>
                        <a:t>The paper discusses a system designed to detect cracks in railway tracks using an Arduino microcontroller. The system uses sensors to detect cracks and immediately sends alerts to prevent accidents. The primary goal is to enhance railway safety by identifying track faults in real-time, thereby enabling quick maintenance and reducing the risk of derailments</a:t>
                      </a:r>
                      <a:endParaRPr lang="en-IN" dirty="0">
                        <a:latin typeface="Times New Roman" panose="02020603050405020304" pitchFamily="18" charset="0"/>
                        <a:cs typeface="Times New Roman" panose="02020603050405020304" pitchFamily="18" charset="0"/>
                      </a:endParaRPr>
                    </a:p>
                  </a:txBody>
                  <a:tcPr/>
                </a:tc>
                <a:tc>
                  <a:txBody>
                    <a:bodyPr/>
                    <a:lstStyle/>
                    <a:p>
                      <a:r>
                        <a:rPr lang="en-US" dirty="0">
                          <a:latin typeface="Times New Roman" panose="02020603050405020304" pitchFamily="18" charset="0"/>
                          <a:cs typeface="Times New Roman" panose="02020603050405020304" pitchFamily="18" charset="0"/>
                        </a:rPr>
                        <a:t>Limited detection range due to sensor sensitivity. Dependent on external power supply, which could fail in remote areas. Environmental factors like weather and debris may affect sensor accuracy. May not detect very small cracks effectively.</a:t>
                      </a:r>
                      <a:endParaRPr lang="en-IN"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908653342"/>
                  </a:ext>
                </a:extLst>
              </a:tr>
            </a:tbl>
          </a:graphicData>
        </a:graphic>
      </p:graphicFrame>
    </p:spTree>
    <p:extLst>
      <p:ext uri="{BB962C8B-B14F-4D97-AF65-F5344CB8AC3E}">
        <p14:creationId xmlns:p14="http://schemas.microsoft.com/office/powerpoint/2010/main" val="405513243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EEA8C08-E3B0-8A1E-B322-49FACD5AD3FD}"/>
              </a:ext>
            </a:extLst>
          </p:cNvPr>
          <p:cNvSpPr>
            <a:spLocks noGrp="1"/>
          </p:cNvSpPr>
          <p:nvPr>
            <p:ph type="dt" sz="half" idx="6"/>
          </p:nvPr>
        </p:nvSpPr>
        <p:spPr/>
        <p:txBody>
          <a:bodyPr/>
          <a:lstStyle/>
          <a:p>
            <a:pPr marL="234315">
              <a:lnSpc>
                <a:spcPts val="1240"/>
              </a:lnSpc>
            </a:pPr>
            <a:fld id="{988E90C9-75BB-4EA3-B456-661272824347}" type="datetime1">
              <a:rPr lang="en-US" spc="-10" smtClean="0"/>
              <a:t>9/23/2024</a:t>
            </a:fld>
            <a:endParaRPr lang="en-US" spc="-10" dirty="0"/>
          </a:p>
        </p:txBody>
      </p:sp>
      <p:sp>
        <p:nvSpPr>
          <p:cNvPr id="3" name="Slide Number Placeholder 2">
            <a:extLst>
              <a:ext uri="{FF2B5EF4-FFF2-40B4-BE49-F238E27FC236}">
                <a16:creationId xmlns:a16="http://schemas.microsoft.com/office/drawing/2014/main" id="{63C92E5E-9870-1CE9-DAF3-DBAA8AB80506}"/>
              </a:ext>
            </a:extLst>
          </p:cNvPr>
          <p:cNvSpPr>
            <a:spLocks noGrp="1"/>
          </p:cNvSpPr>
          <p:nvPr>
            <p:ph type="sldNum" sz="quarter" idx="7"/>
          </p:nvPr>
        </p:nvSpPr>
        <p:spPr/>
        <p:txBody>
          <a:bodyPr/>
          <a:lstStyle/>
          <a:p>
            <a:pPr marL="38100">
              <a:lnSpc>
                <a:spcPts val="1240"/>
              </a:lnSpc>
            </a:pPr>
            <a:fld id="{81D60167-4931-47E6-BA6A-407CBD079E47}" type="slidenum">
              <a:rPr lang="en-IN" spc="-25" smtClean="0"/>
              <a:t>21</a:t>
            </a:fld>
            <a:endParaRPr lang="en-IN" spc="-25" dirty="0"/>
          </a:p>
        </p:txBody>
      </p:sp>
      <p:graphicFrame>
        <p:nvGraphicFramePr>
          <p:cNvPr id="4" name="Table 3">
            <a:extLst>
              <a:ext uri="{FF2B5EF4-FFF2-40B4-BE49-F238E27FC236}">
                <a16:creationId xmlns:a16="http://schemas.microsoft.com/office/drawing/2014/main" id="{D4C9B3CF-88A3-03F0-479A-FCA34FF5D88E}"/>
              </a:ext>
            </a:extLst>
          </p:cNvPr>
          <p:cNvGraphicFramePr>
            <a:graphicFrameLocks noGrp="1"/>
          </p:cNvGraphicFramePr>
          <p:nvPr>
            <p:extLst>
              <p:ext uri="{D42A27DB-BD31-4B8C-83A1-F6EECF244321}">
                <p14:modId xmlns:p14="http://schemas.microsoft.com/office/powerpoint/2010/main" val="1576947540"/>
              </p:ext>
            </p:extLst>
          </p:nvPr>
        </p:nvGraphicFramePr>
        <p:xfrm>
          <a:off x="533400" y="299416"/>
          <a:ext cx="11277601" cy="5589694"/>
        </p:xfrm>
        <a:graphic>
          <a:graphicData uri="http://schemas.openxmlformats.org/drawingml/2006/table">
            <a:tbl>
              <a:tblPr firstRow="1" bandRow="1">
                <a:tableStyleId>{5C22544A-7EE6-4342-B048-85BDC9FD1C3A}</a:tableStyleId>
              </a:tblPr>
              <a:tblGrid>
                <a:gridCol w="788642">
                  <a:extLst>
                    <a:ext uri="{9D8B030D-6E8A-4147-A177-3AD203B41FA5}">
                      <a16:colId xmlns:a16="http://schemas.microsoft.com/office/drawing/2014/main" val="613445990"/>
                    </a:ext>
                  </a:extLst>
                </a:gridCol>
                <a:gridCol w="1577287">
                  <a:extLst>
                    <a:ext uri="{9D8B030D-6E8A-4147-A177-3AD203B41FA5}">
                      <a16:colId xmlns:a16="http://schemas.microsoft.com/office/drawing/2014/main" val="3864988333"/>
                    </a:ext>
                  </a:extLst>
                </a:gridCol>
                <a:gridCol w="1182965">
                  <a:extLst>
                    <a:ext uri="{9D8B030D-6E8A-4147-A177-3AD203B41FA5}">
                      <a16:colId xmlns:a16="http://schemas.microsoft.com/office/drawing/2014/main" val="825541584"/>
                    </a:ext>
                  </a:extLst>
                </a:gridCol>
                <a:gridCol w="2444795">
                  <a:extLst>
                    <a:ext uri="{9D8B030D-6E8A-4147-A177-3AD203B41FA5}">
                      <a16:colId xmlns:a16="http://schemas.microsoft.com/office/drawing/2014/main" val="965699689"/>
                    </a:ext>
                  </a:extLst>
                </a:gridCol>
                <a:gridCol w="1498424">
                  <a:extLst>
                    <a:ext uri="{9D8B030D-6E8A-4147-A177-3AD203B41FA5}">
                      <a16:colId xmlns:a16="http://schemas.microsoft.com/office/drawing/2014/main" val="1651615357"/>
                    </a:ext>
                  </a:extLst>
                </a:gridCol>
                <a:gridCol w="2174402">
                  <a:extLst>
                    <a:ext uri="{9D8B030D-6E8A-4147-A177-3AD203B41FA5}">
                      <a16:colId xmlns:a16="http://schemas.microsoft.com/office/drawing/2014/main" val="2402099627"/>
                    </a:ext>
                  </a:extLst>
                </a:gridCol>
                <a:gridCol w="1611086">
                  <a:extLst>
                    <a:ext uri="{9D8B030D-6E8A-4147-A177-3AD203B41FA5}">
                      <a16:colId xmlns:a16="http://schemas.microsoft.com/office/drawing/2014/main" val="3728686494"/>
                    </a:ext>
                  </a:extLst>
                </a:gridCol>
              </a:tblGrid>
              <a:tr h="1109134">
                <a:tc>
                  <a:txBody>
                    <a:bodyPr/>
                    <a:lstStyle/>
                    <a:p>
                      <a:pPr marL="0" marR="0" lvl="0" indent="0" defTabSz="914400" eaLnBrk="1" fontAlgn="auto" latinLnBrk="0" hangingPunct="1">
                        <a:lnSpc>
                          <a:spcPct val="100000"/>
                        </a:lnSpc>
                        <a:spcBef>
                          <a:spcPts val="0"/>
                        </a:spcBef>
                        <a:spcAft>
                          <a:spcPts val="0"/>
                        </a:spcAft>
                        <a:buClrTx/>
                        <a:buSzTx/>
                        <a:buFontTx/>
                        <a:buNone/>
                        <a:tabLst/>
                        <a:defRPr/>
                      </a:pPr>
                      <a:r>
                        <a:rPr lang="en-IN" sz="1800" b="1" spc="-10" dirty="0">
                          <a:solidFill>
                            <a:srgbClr val="FFFFFF"/>
                          </a:solidFill>
                          <a:latin typeface="Times New Roman" panose="02020603050405020304" pitchFamily="18" charset="0"/>
                          <a:cs typeface="Times New Roman" panose="02020603050405020304" pitchFamily="18" charset="0"/>
                        </a:rPr>
                        <a:t>SI. No</a:t>
                      </a:r>
                      <a:endParaRPr lang="en-IN" sz="1800" dirty="0">
                        <a:latin typeface="Times New Roman" panose="02020603050405020304" pitchFamily="18" charset="0"/>
                        <a:cs typeface="Times New Roman" panose="02020603050405020304" pitchFamily="18" charset="0"/>
                      </a:endParaRPr>
                    </a:p>
                    <a:p>
                      <a:endParaRPr lang="en-IN" dirty="0"/>
                    </a:p>
                  </a:txBody>
                  <a:tcPr/>
                </a:tc>
                <a:tc>
                  <a:txBody>
                    <a:bodyPr/>
                    <a:lstStyle/>
                    <a:p>
                      <a:pPr marL="0" marR="0" lvl="0" indent="0" defTabSz="914400" eaLnBrk="1" fontAlgn="auto" latinLnBrk="0" hangingPunct="1">
                        <a:lnSpc>
                          <a:spcPct val="100000"/>
                        </a:lnSpc>
                        <a:spcBef>
                          <a:spcPts val="0"/>
                        </a:spcBef>
                        <a:spcAft>
                          <a:spcPts val="0"/>
                        </a:spcAft>
                        <a:buClrTx/>
                        <a:buSzTx/>
                        <a:buFontTx/>
                        <a:buNone/>
                        <a:tabLst/>
                        <a:defRPr/>
                      </a:pPr>
                      <a:r>
                        <a:rPr lang="en-IN" sz="1800" b="1" dirty="0">
                          <a:solidFill>
                            <a:srgbClr val="FFFFFF"/>
                          </a:solidFill>
                          <a:latin typeface="Times New Roman" panose="02020603050405020304" pitchFamily="18" charset="0"/>
                          <a:cs typeface="Times New Roman" panose="02020603050405020304" pitchFamily="18" charset="0"/>
                        </a:rPr>
                        <a:t>Name</a:t>
                      </a:r>
                      <a:r>
                        <a:rPr lang="en-IN" sz="1800" b="1" spc="-35" dirty="0">
                          <a:solidFill>
                            <a:srgbClr val="FFFFFF"/>
                          </a:solidFill>
                          <a:latin typeface="Times New Roman" panose="02020603050405020304" pitchFamily="18" charset="0"/>
                          <a:cs typeface="Times New Roman" panose="02020603050405020304" pitchFamily="18" charset="0"/>
                        </a:rPr>
                        <a:t> </a:t>
                      </a:r>
                      <a:r>
                        <a:rPr lang="en-IN" sz="1800" b="1" dirty="0">
                          <a:solidFill>
                            <a:srgbClr val="FFFFFF"/>
                          </a:solidFill>
                          <a:latin typeface="Times New Roman" panose="02020603050405020304" pitchFamily="18" charset="0"/>
                          <a:cs typeface="Times New Roman" panose="02020603050405020304" pitchFamily="18" charset="0"/>
                        </a:rPr>
                        <a:t>of</a:t>
                      </a:r>
                      <a:r>
                        <a:rPr lang="en-IN" sz="1800" b="1" spc="-5" dirty="0">
                          <a:solidFill>
                            <a:srgbClr val="FFFFFF"/>
                          </a:solidFill>
                          <a:latin typeface="Times New Roman" panose="02020603050405020304" pitchFamily="18" charset="0"/>
                          <a:cs typeface="Times New Roman" panose="02020603050405020304" pitchFamily="18" charset="0"/>
                        </a:rPr>
                        <a:t> </a:t>
                      </a:r>
                      <a:r>
                        <a:rPr lang="en-IN" sz="1800" b="1" spc="-25" dirty="0">
                          <a:solidFill>
                            <a:srgbClr val="FFFFFF"/>
                          </a:solidFill>
                          <a:latin typeface="Times New Roman" panose="02020603050405020304" pitchFamily="18" charset="0"/>
                          <a:cs typeface="Times New Roman" panose="02020603050405020304" pitchFamily="18" charset="0"/>
                        </a:rPr>
                        <a:t>the </a:t>
                      </a:r>
                      <a:r>
                        <a:rPr lang="en-IN" sz="1800" b="1" spc="-10" dirty="0">
                          <a:solidFill>
                            <a:srgbClr val="FFFFFF"/>
                          </a:solidFill>
                          <a:latin typeface="Times New Roman" panose="02020603050405020304" pitchFamily="18" charset="0"/>
                          <a:cs typeface="Times New Roman" panose="02020603050405020304" pitchFamily="18" charset="0"/>
                        </a:rPr>
                        <a:t>author</a:t>
                      </a:r>
                      <a:endParaRPr lang="en-IN" sz="1800" dirty="0">
                        <a:latin typeface="Times New Roman" panose="02020603050405020304" pitchFamily="18" charset="0"/>
                        <a:cs typeface="Times New Roman" panose="02020603050405020304" pitchFamily="18" charset="0"/>
                      </a:endParaRPr>
                    </a:p>
                    <a:p>
                      <a:endParaRPr lang="en-IN" dirty="0"/>
                    </a:p>
                  </a:txBody>
                  <a:tcPr/>
                </a:tc>
                <a:tc>
                  <a:txBody>
                    <a:bodyPr/>
                    <a:lstStyle/>
                    <a:p>
                      <a:pPr marL="0" marR="0" lvl="0" indent="0" defTabSz="914400" eaLnBrk="1" fontAlgn="auto" latinLnBrk="0" hangingPunct="1">
                        <a:lnSpc>
                          <a:spcPct val="100000"/>
                        </a:lnSpc>
                        <a:spcBef>
                          <a:spcPts val="0"/>
                        </a:spcBef>
                        <a:spcAft>
                          <a:spcPts val="0"/>
                        </a:spcAft>
                        <a:buClrTx/>
                        <a:buSzTx/>
                        <a:buFontTx/>
                        <a:buNone/>
                        <a:tabLst/>
                        <a:defRPr/>
                      </a:pPr>
                      <a:r>
                        <a:rPr lang="en-IN" sz="1800" b="1" dirty="0">
                          <a:solidFill>
                            <a:srgbClr val="FFFFFF"/>
                          </a:solidFill>
                          <a:latin typeface="Times New Roman" panose="02020603050405020304" pitchFamily="18" charset="0"/>
                          <a:cs typeface="Times New Roman" panose="02020603050405020304" pitchFamily="18" charset="0"/>
                        </a:rPr>
                        <a:t>Paper</a:t>
                      </a:r>
                      <a:r>
                        <a:rPr lang="en-IN" sz="1800" b="1" spc="-90" dirty="0">
                          <a:solidFill>
                            <a:srgbClr val="FFFFFF"/>
                          </a:solidFill>
                          <a:latin typeface="Times New Roman" panose="02020603050405020304" pitchFamily="18" charset="0"/>
                          <a:cs typeface="Times New Roman" panose="02020603050405020304" pitchFamily="18" charset="0"/>
                        </a:rPr>
                        <a:t> </a:t>
                      </a:r>
                      <a:r>
                        <a:rPr lang="en-IN" sz="1800" b="1" spc="-10" dirty="0">
                          <a:solidFill>
                            <a:srgbClr val="FFFFFF"/>
                          </a:solidFill>
                          <a:latin typeface="Times New Roman" panose="02020603050405020304" pitchFamily="18" charset="0"/>
                          <a:cs typeface="Times New Roman" panose="02020603050405020304" pitchFamily="18" charset="0"/>
                        </a:rPr>
                        <a:t>Title</a:t>
                      </a:r>
                      <a:endParaRPr lang="en-IN" sz="1800" dirty="0">
                        <a:latin typeface="Times New Roman" panose="02020603050405020304" pitchFamily="18" charset="0"/>
                        <a:cs typeface="Times New Roman" panose="02020603050405020304" pitchFamily="18" charset="0"/>
                      </a:endParaRPr>
                    </a:p>
                    <a:p>
                      <a:endParaRPr lang="en-IN" dirty="0"/>
                    </a:p>
                  </a:txBody>
                  <a:tcPr/>
                </a:tc>
                <a:tc>
                  <a:txBody>
                    <a:bodyPr/>
                    <a:lstStyle/>
                    <a:p>
                      <a:pPr marL="0" marR="0" lvl="0" indent="0" algn="just" defTabSz="914400" eaLnBrk="1" fontAlgn="auto" latinLnBrk="0" hangingPunct="1">
                        <a:lnSpc>
                          <a:spcPct val="100000"/>
                        </a:lnSpc>
                        <a:spcBef>
                          <a:spcPts val="0"/>
                        </a:spcBef>
                        <a:spcAft>
                          <a:spcPts val="0"/>
                        </a:spcAft>
                        <a:buClrTx/>
                        <a:buSzTx/>
                        <a:buFontTx/>
                        <a:buNone/>
                        <a:tabLst/>
                        <a:defRPr/>
                      </a:pPr>
                      <a:r>
                        <a:rPr lang="en-IN" sz="1800" b="1" spc="-10" dirty="0">
                          <a:solidFill>
                            <a:srgbClr val="FFFFFF"/>
                          </a:solidFill>
                          <a:latin typeface="Times New Roman" panose="02020603050405020304" pitchFamily="18" charset="0"/>
                          <a:cs typeface="Times New Roman" panose="02020603050405020304" pitchFamily="18" charset="0"/>
                        </a:rPr>
                        <a:t>International Journal/Conf erence</a:t>
                      </a:r>
                      <a:endParaRPr lang="en-IN" sz="1800" dirty="0">
                        <a:latin typeface="Times New Roman" panose="02020603050405020304" pitchFamily="18" charset="0"/>
                        <a:cs typeface="Times New Roman" panose="02020603050405020304" pitchFamily="18" charset="0"/>
                      </a:endParaRPr>
                    </a:p>
                    <a:p>
                      <a:endParaRPr lang="en-IN" dirty="0"/>
                    </a:p>
                  </a:txBody>
                  <a:tcPr/>
                </a:tc>
                <a:tc>
                  <a:txBody>
                    <a:bodyPr/>
                    <a:lstStyle/>
                    <a:p>
                      <a:pPr marL="0" marR="0" lvl="0" indent="0" defTabSz="914400" eaLnBrk="1" fontAlgn="auto" latinLnBrk="0" hangingPunct="1">
                        <a:lnSpc>
                          <a:spcPct val="100000"/>
                        </a:lnSpc>
                        <a:spcBef>
                          <a:spcPts val="0"/>
                        </a:spcBef>
                        <a:spcAft>
                          <a:spcPts val="0"/>
                        </a:spcAft>
                        <a:buClrTx/>
                        <a:buSzTx/>
                        <a:buFontTx/>
                        <a:buNone/>
                        <a:tabLst/>
                        <a:defRPr/>
                      </a:pPr>
                      <a:r>
                        <a:rPr lang="en-IN" sz="1800" b="1" spc="-10" dirty="0">
                          <a:solidFill>
                            <a:srgbClr val="FFFFFF"/>
                          </a:solidFill>
                          <a:latin typeface="Times New Roman" panose="02020603050405020304" pitchFamily="18" charset="0"/>
                          <a:cs typeface="Times New Roman" panose="02020603050405020304" pitchFamily="18" charset="0"/>
                        </a:rPr>
                        <a:t>Month/Year</a:t>
                      </a:r>
                      <a:endParaRPr lang="en-IN" sz="1800" dirty="0">
                        <a:latin typeface="Times New Roman" panose="02020603050405020304" pitchFamily="18" charset="0"/>
                        <a:cs typeface="Times New Roman" panose="02020603050405020304" pitchFamily="18" charset="0"/>
                      </a:endParaRPr>
                    </a:p>
                    <a:p>
                      <a:endParaRPr lang="en-IN" dirty="0"/>
                    </a:p>
                  </a:txBody>
                  <a:tcPr/>
                </a:tc>
                <a:tc>
                  <a:txBody>
                    <a:bodyPr/>
                    <a:lstStyle/>
                    <a:p>
                      <a:r>
                        <a:rPr lang="en-IN" sz="1800" b="1" spc="-10" dirty="0">
                          <a:solidFill>
                            <a:srgbClr val="FFFFFF"/>
                          </a:solidFill>
                          <a:latin typeface="Times New Roman" panose="02020603050405020304" pitchFamily="18" charset="0"/>
                          <a:cs typeface="Times New Roman" panose="02020603050405020304" pitchFamily="18" charset="0"/>
                        </a:rPr>
                        <a:t>Description</a:t>
                      </a:r>
                      <a:endParaRPr lang="en-IN" dirty="0"/>
                    </a:p>
                  </a:txBody>
                  <a:tcPr/>
                </a:tc>
                <a:tc>
                  <a:txBody>
                    <a:bodyPr/>
                    <a:lstStyle/>
                    <a:p>
                      <a:r>
                        <a:rPr lang="en-IN" sz="1800" b="1" spc="-10" dirty="0">
                          <a:solidFill>
                            <a:srgbClr val="FFFFFF"/>
                          </a:solidFill>
                          <a:latin typeface="Times New Roman" panose="02020603050405020304" pitchFamily="18" charset="0"/>
                          <a:cs typeface="Times New Roman" panose="02020603050405020304" pitchFamily="18" charset="0"/>
                        </a:rPr>
                        <a:t>Limitations</a:t>
                      </a:r>
                      <a:endParaRPr lang="en-IN" dirty="0"/>
                    </a:p>
                  </a:txBody>
                  <a:tcPr/>
                </a:tc>
                <a:extLst>
                  <a:ext uri="{0D108BD9-81ED-4DB2-BD59-A6C34878D82A}">
                    <a16:rowId xmlns:a16="http://schemas.microsoft.com/office/drawing/2014/main" val="1466568255"/>
                  </a:ext>
                </a:extLst>
              </a:tr>
              <a:tr h="2192867">
                <a:tc>
                  <a:txBody>
                    <a:bodyPr/>
                    <a:lstStyle/>
                    <a:p>
                      <a:r>
                        <a:rPr lang="en-US" dirty="0">
                          <a:latin typeface="Times New Roman" panose="02020603050405020304" pitchFamily="18" charset="0"/>
                          <a:cs typeface="Times New Roman" panose="02020603050405020304" pitchFamily="18" charset="0"/>
                        </a:rPr>
                        <a:t>8</a:t>
                      </a:r>
                      <a:endParaRPr lang="en-IN" dirty="0">
                        <a:latin typeface="Times New Roman" panose="02020603050405020304" pitchFamily="18" charset="0"/>
                        <a:cs typeface="Times New Roman" panose="02020603050405020304" pitchFamily="18" charset="0"/>
                      </a:endParaRPr>
                    </a:p>
                  </a:txBody>
                  <a:tcPr/>
                </a:tc>
                <a:tc>
                  <a:txBody>
                    <a:bodyPr/>
                    <a:lstStyle/>
                    <a:p>
                      <a:r>
                        <a:rPr lang="en-IN" dirty="0">
                          <a:latin typeface="Times New Roman" panose="02020603050405020304" pitchFamily="18" charset="0"/>
                          <a:cs typeface="Times New Roman" panose="02020603050405020304" pitchFamily="18" charset="0"/>
                        </a:rPr>
                        <a:t>Prof. Najma Siddiqui1 , Prof. </a:t>
                      </a:r>
                      <a:r>
                        <a:rPr lang="en-IN" dirty="0" err="1">
                          <a:latin typeface="Times New Roman" panose="02020603050405020304" pitchFamily="18" charset="0"/>
                          <a:cs typeface="Times New Roman" panose="02020603050405020304" pitchFamily="18" charset="0"/>
                        </a:rPr>
                        <a:t>Akil</a:t>
                      </a:r>
                      <a:r>
                        <a:rPr lang="en-IN" dirty="0">
                          <a:latin typeface="Times New Roman" panose="02020603050405020304" pitchFamily="18" charset="0"/>
                          <a:cs typeface="Times New Roman" panose="02020603050405020304" pitchFamily="18" charset="0"/>
                        </a:rPr>
                        <a:t> Ahmed1 , </a:t>
                      </a:r>
                      <a:r>
                        <a:rPr lang="en-IN" dirty="0" err="1">
                          <a:latin typeface="Times New Roman" panose="02020603050405020304" pitchFamily="18" charset="0"/>
                          <a:cs typeface="Times New Roman" panose="02020603050405020304" pitchFamily="18" charset="0"/>
                        </a:rPr>
                        <a:t>Tejas</a:t>
                      </a:r>
                      <a:r>
                        <a:rPr lang="en-IN" dirty="0">
                          <a:latin typeface="Times New Roman" panose="02020603050405020304" pitchFamily="18" charset="0"/>
                          <a:cs typeface="Times New Roman" panose="02020603050405020304" pitchFamily="18" charset="0"/>
                        </a:rPr>
                        <a:t> Thakre2 , </a:t>
                      </a:r>
                      <a:r>
                        <a:rPr lang="en-IN" dirty="0" err="1">
                          <a:latin typeface="Times New Roman" panose="02020603050405020304" pitchFamily="18" charset="0"/>
                          <a:cs typeface="Times New Roman" panose="02020603050405020304" pitchFamily="18" charset="0"/>
                        </a:rPr>
                        <a:t>Sujyot</a:t>
                      </a:r>
                      <a:r>
                        <a:rPr lang="en-IN" dirty="0">
                          <a:latin typeface="Times New Roman" panose="02020603050405020304" pitchFamily="18" charset="0"/>
                          <a:cs typeface="Times New Roman" panose="02020603050405020304" pitchFamily="18" charset="0"/>
                        </a:rPr>
                        <a:t> Jibhe2 , Yogesh Karnake2 , Samir Sheikh2 , Yash Sangole2 , </a:t>
                      </a:r>
                      <a:r>
                        <a:rPr lang="en-IN" dirty="0" err="1">
                          <a:latin typeface="Times New Roman" panose="02020603050405020304" pitchFamily="18" charset="0"/>
                          <a:cs typeface="Times New Roman" panose="02020603050405020304" pitchFamily="18" charset="0"/>
                        </a:rPr>
                        <a:t>Sohelraza</a:t>
                      </a:r>
                      <a:r>
                        <a:rPr lang="en-IN" dirty="0">
                          <a:latin typeface="Times New Roman" panose="02020603050405020304" pitchFamily="18" charset="0"/>
                          <a:cs typeface="Times New Roman" panose="02020603050405020304" pitchFamily="18" charset="0"/>
                        </a:rPr>
                        <a:t> Sheikh2 </a:t>
                      </a:r>
                    </a:p>
                  </a:txBody>
                  <a:tcPr/>
                </a:tc>
                <a:tc>
                  <a:txBody>
                    <a:bodyPr/>
                    <a:lstStyle/>
                    <a:p>
                      <a:r>
                        <a:rPr lang="en-US" dirty="0">
                          <a:latin typeface="Times New Roman" panose="02020603050405020304" pitchFamily="18" charset="0"/>
                          <a:cs typeface="Times New Roman" panose="02020603050405020304" pitchFamily="18" charset="0"/>
                        </a:rPr>
                        <a:t>Development of Railway Track Crack Detection System using Arduino</a:t>
                      </a:r>
                      <a:endParaRPr lang="en-IN" dirty="0">
                        <a:latin typeface="Times New Roman" panose="02020603050405020304" pitchFamily="18" charset="0"/>
                        <a:cs typeface="Times New Roman" panose="02020603050405020304" pitchFamily="18" charset="0"/>
                      </a:endParaRPr>
                    </a:p>
                  </a:txBody>
                  <a:tcPr/>
                </a:tc>
                <a:tc>
                  <a:txBody>
                    <a:bodyPr/>
                    <a:lstStyle/>
                    <a:p>
                      <a:r>
                        <a:rPr lang="en-US" dirty="0">
                          <a:latin typeface="Times New Roman" panose="02020603050405020304" pitchFamily="18" charset="0"/>
                          <a:cs typeface="Times New Roman" panose="02020603050405020304" pitchFamily="18" charset="0"/>
                        </a:rPr>
                        <a:t>International Journal of Scientific Research in Science and Technology</a:t>
                      </a:r>
                      <a:endParaRPr lang="en-IN" dirty="0">
                        <a:latin typeface="Times New Roman" panose="02020603050405020304" pitchFamily="18" charset="0"/>
                        <a:cs typeface="Times New Roman" panose="02020603050405020304" pitchFamily="18" charset="0"/>
                      </a:endParaRPr>
                    </a:p>
                  </a:txBody>
                  <a:tcPr/>
                </a:tc>
                <a:tc>
                  <a:txBody>
                    <a:bodyPr/>
                    <a:lstStyle/>
                    <a:p>
                      <a:r>
                        <a:rPr lang="en-US" dirty="0">
                          <a:latin typeface="Times New Roman" panose="02020603050405020304" pitchFamily="18" charset="0"/>
                          <a:cs typeface="Times New Roman" panose="02020603050405020304" pitchFamily="18" charset="0"/>
                        </a:rPr>
                        <a:t>May/2023</a:t>
                      </a:r>
                      <a:endParaRPr lang="en-IN" dirty="0">
                        <a:latin typeface="Times New Roman" panose="02020603050405020304" pitchFamily="18" charset="0"/>
                        <a:cs typeface="Times New Roman" panose="02020603050405020304" pitchFamily="18" charset="0"/>
                      </a:endParaRPr>
                    </a:p>
                  </a:txBody>
                  <a:tcPr/>
                </a:tc>
                <a:tc>
                  <a:txBody>
                    <a:bodyPr/>
                    <a:lstStyle/>
                    <a:p>
                      <a:r>
                        <a:rPr lang="en-US" dirty="0">
                          <a:latin typeface="Times New Roman" panose="02020603050405020304" pitchFamily="18" charset="0"/>
                          <a:cs typeface="Times New Roman" panose="02020603050405020304" pitchFamily="18" charset="0"/>
                        </a:rPr>
                        <a:t>project aimed at improving railway safety by identifying cracks or defects in tracks. This system uses an Arduino microcontroller, which processes data from sensors to detect any breaks or abnormalities on the railway tracks. If a crack is found, the system sends a signal or alert to prevent accidents.</a:t>
                      </a:r>
                      <a:endParaRPr lang="en-IN" dirty="0">
                        <a:latin typeface="Times New Roman" panose="02020603050405020304" pitchFamily="18" charset="0"/>
                        <a:cs typeface="Times New Roman" panose="02020603050405020304" pitchFamily="18" charset="0"/>
                      </a:endParaRPr>
                    </a:p>
                  </a:txBody>
                  <a:tcPr/>
                </a:tc>
                <a:tc>
                  <a:txBody>
                    <a:bodyPr/>
                    <a:lstStyle/>
                    <a:p>
                      <a:r>
                        <a:rPr lang="en-US" b="1" dirty="0">
                          <a:latin typeface="Times New Roman" panose="02020603050405020304" pitchFamily="18" charset="0"/>
                          <a:cs typeface="Times New Roman" panose="02020603050405020304" pitchFamily="18" charset="0"/>
                        </a:rPr>
                        <a:t>accuracy</a:t>
                      </a:r>
                      <a:r>
                        <a:rPr lang="en-US" dirty="0">
                          <a:latin typeface="Times New Roman" panose="02020603050405020304" pitchFamily="18" charset="0"/>
                          <a:cs typeface="Times New Roman" panose="02020603050405020304" pitchFamily="18" charset="0"/>
                        </a:rPr>
                        <a:t>: Sensor precision may not detect very small cracks. </a:t>
                      </a:r>
                      <a:r>
                        <a:rPr lang="en-US" b="1" dirty="0">
                          <a:latin typeface="Times New Roman" panose="02020603050405020304" pitchFamily="18" charset="0"/>
                          <a:cs typeface="Times New Roman" panose="02020603050405020304" pitchFamily="18" charset="0"/>
                        </a:rPr>
                        <a:t>Range</a:t>
                      </a:r>
                      <a:r>
                        <a:rPr lang="en-US" dirty="0">
                          <a:latin typeface="Times New Roman" panose="02020603050405020304" pitchFamily="18" charset="0"/>
                          <a:cs typeface="Times New Roman" panose="02020603050405020304" pitchFamily="18" charset="0"/>
                        </a:rPr>
                        <a:t>: It may only cover limited track areas at a time. </a:t>
                      </a:r>
                      <a:r>
                        <a:rPr lang="en-US" b="1" dirty="0">
                          <a:latin typeface="Times New Roman" panose="02020603050405020304" pitchFamily="18" charset="0"/>
                          <a:cs typeface="Times New Roman" panose="02020603050405020304" pitchFamily="18" charset="0"/>
                        </a:rPr>
                        <a:t>Power Dependence</a:t>
                      </a:r>
                      <a:r>
                        <a:rPr lang="en-US" dirty="0">
                          <a:latin typeface="Times New Roman" panose="02020603050405020304" pitchFamily="18" charset="0"/>
                          <a:cs typeface="Times New Roman" panose="02020603050405020304" pitchFamily="18" charset="0"/>
                        </a:rPr>
                        <a:t>: The system relies on continuous power to function.</a:t>
                      </a:r>
                      <a:endParaRPr lang="en-IN"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171736867"/>
                  </a:ext>
                </a:extLst>
              </a:tr>
            </a:tbl>
          </a:graphicData>
        </a:graphic>
      </p:graphicFrame>
    </p:spTree>
    <p:extLst>
      <p:ext uri="{BB962C8B-B14F-4D97-AF65-F5344CB8AC3E}">
        <p14:creationId xmlns:p14="http://schemas.microsoft.com/office/powerpoint/2010/main" val="255764904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6367720-F391-EEBC-4D12-3083FEB5C261}"/>
              </a:ext>
            </a:extLst>
          </p:cNvPr>
          <p:cNvSpPr>
            <a:spLocks noGrp="1"/>
          </p:cNvSpPr>
          <p:nvPr>
            <p:ph type="dt" sz="half" idx="6"/>
          </p:nvPr>
        </p:nvSpPr>
        <p:spPr/>
        <p:txBody>
          <a:bodyPr/>
          <a:lstStyle/>
          <a:p>
            <a:pPr marL="234315">
              <a:lnSpc>
                <a:spcPts val="1240"/>
              </a:lnSpc>
            </a:pPr>
            <a:fld id="{988E90C9-75BB-4EA3-B456-661272824347}" type="datetime1">
              <a:rPr lang="en-US" spc="-10" smtClean="0"/>
              <a:t>9/23/2024</a:t>
            </a:fld>
            <a:endParaRPr lang="en-US" spc="-10" dirty="0"/>
          </a:p>
        </p:txBody>
      </p:sp>
      <p:sp>
        <p:nvSpPr>
          <p:cNvPr id="3" name="Slide Number Placeholder 2">
            <a:extLst>
              <a:ext uri="{FF2B5EF4-FFF2-40B4-BE49-F238E27FC236}">
                <a16:creationId xmlns:a16="http://schemas.microsoft.com/office/drawing/2014/main" id="{66315CB8-3D37-E67D-6367-0117AC94B0C4}"/>
              </a:ext>
            </a:extLst>
          </p:cNvPr>
          <p:cNvSpPr>
            <a:spLocks noGrp="1"/>
          </p:cNvSpPr>
          <p:nvPr>
            <p:ph type="sldNum" sz="quarter" idx="7"/>
          </p:nvPr>
        </p:nvSpPr>
        <p:spPr/>
        <p:txBody>
          <a:bodyPr/>
          <a:lstStyle/>
          <a:p>
            <a:pPr marL="38100">
              <a:lnSpc>
                <a:spcPts val="1240"/>
              </a:lnSpc>
            </a:pPr>
            <a:fld id="{81D60167-4931-47E6-BA6A-407CBD079E47}" type="slidenum">
              <a:rPr lang="en-IN" spc="-25" smtClean="0"/>
              <a:t>22</a:t>
            </a:fld>
            <a:endParaRPr lang="en-IN" spc="-25" dirty="0"/>
          </a:p>
        </p:txBody>
      </p:sp>
      <p:graphicFrame>
        <p:nvGraphicFramePr>
          <p:cNvPr id="4" name="Table 3">
            <a:extLst>
              <a:ext uri="{FF2B5EF4-FFF2-40B4-BE49-F238E27FC236}">
                <a16:creationId xmlns:a16="http://schemas.microsoft.com/office/drawing/2014/main" id="{35C2EB7F-843D-7CAB-8D17-564293AEAC7A}"/>
              </a:ext>
            </a:extLst>
          </p:cNvPr>
          <p:cNvGraphicFramePr>
            <a:graphicFrameLocks noGrp="1"/>
          </p:cNvGraphicFramePr>
          <p:nvPr>
            <p:extLst>
              <p:ext uri="{D42A27DB-BD31-4B8C-83A1-F6EECF244321}">
                <p14:modId xmlns:p14="http://schemas.microsoft.com/office/powerpoint/2010/main" val="416917968"/>
              </p:ext>
            </p:extLst>
          </p:nvPr>
        </p:nvGraphicFramePr>
        <p:xfrm>
          <a:off x="417068" y="256313"/>
          <a:ext cx="11622532" cy="5988853"/>
        </p:xfrm>
        <a:graphic>
          <a:graphicData uri="http://schemas.openxmlformats.org/drawingml/2006/table">
            <a:tbl>
              <a:tblPr firstRow="1" bandRow="1">
                <a:tableStyleId>{5C22544A-7EE6-4342-B048-85BDC9FD1C3A}</a:tableStyleId>
              </a:tblPr>
              <a:tblGrid>
                <a:gridCol w="581127">
                  <a:extLst>
                    <a:ext uri="{9D8B030D-6E8A-4147-A177-3AD203B41FA5}">
                      <a16:colId xmlns:a16="http://schemas.microsoft.com/office/drawing/2014/main" val="2620406500"/>
                    </a:ext>
                  </a:extLst>
                </a:gridCol>
                <a:gridCol w="1079234">
                  <a:extLst>
                    <a:ext uri="{9D8B030D-6E8A-4147-A177-3AD203B41FA5}">
                      <a16:colId xmlns:a16="http://schemas.microsoft.com/office/drawing/2014/main" val="463469434"/>
                    </a:ext>
                  </a:extLst>
                </a:gridCol>
                <a:gridCol w="1660361">
                  <a:extLst>
                    <a:ext uri="{9D8B030D-6E8A-4147-A177-3AD203B41FA5}">
                      <a16:colId xmlns:a16="http://schemas.microsoft.com/office/drawing/2014/main" val="1885756962"/>
                    </a:ext>
                  </a:extLst>
                </a:gridCol>
                <a:gridCol w="1901010">
                  <a:extLst>
                    <a:ext uri="{9D8B030D-6E8A-4147-A177-3AD203B41FA5}">
                      <a16:colId xmlns:a16="http://schemas.microsoft.com/office/drawing/2014/main" val="2573765639"/>
                    </a:ext>
                  </a:extLst>
                </a:gridCol>
                <a:gridCol w="1447800">
                  <a:extLst>
                    <a:ext uri="{9D8B030D-6E8A-4147-A177-3AD203B41FA5}">
                      <a16:colId xmlns:a16="http://schemas.microsoft.com/office/drawing/2014/main" val="3072931701"/>
                    </a:ext>
                  </a:extLst>
                </a:gridCol>
                <a:gridCol w="2209800">
                  <a:extLst>
                    <a:ext uri="{9D8B030D-6E8A-4147-A177-3AD203B41FA5}">
                      <a16:colId xmlns:a16="http://schemas.microsoft.com/office/drawing/2014/main" val="1145685441"/>
                    </a:ext>
                  </a:extLst>
                </a:gridCol>
                <a:gridCol w="2743200">
                  <a:extLst>
                    <a:ext uri="{9D8B030D-6E8A-4147-A177-3AD203B41FA5}">
                      <a16:colId xmlns:a16="http://schemas.microsoft.com/office/drawing/2014/main" val="3490969954"/>
                    </a:ext>
                  </a:extLst>
                </a:gridCol>
              </a:tblGrid>
              <a:tr h="841434">
                <a:tc>
                  <a:txBody>
                    <a:bodyPr/>
                    <a:lstStyle/>
                    <a:p>
                      <a:pPr marL="0" marR="0" lvl="0" indent="0" defTabSz="914400" eaLnBrk="1" fontAlgn="auto" latinLnBrk="0" hangingPunct="1">
                        <a:lnSpc>
                          <a:spcPct val="100000"/>
                        </a:lnSpc>
                        <a:spcBef>
                          <a:spcPts val="0"/>
                        </a:spcBef>
                        <a:spcAft>
                          <a:spcPts val="0"/>
                        </a:spcAft>
                        <a:buClrTx/>
                        <a:buSzTx/>
                        <a:buFontTx/>
                        <a:buNone/>
                        <a:tabLst/>
                        <a:defRPr/>
                      </a:pPr>
                      <a:r>
                        <a:rPr lang="en-IN" sz="1800" b="1" spc="-10" dirty="0">
                          <a:solidFill>
                            <a:srgbClr val="FFFFFF"/>
                          </a:solidFill>
                          <a:latin typeface="Times New Roman" panose="02020603050405020304" pitchFamily="18" charset="0"/>
                          <a:cs typeface="Times New Roman" panose="02020603050405020304" pitchFamily="18" charset="0"/>
                        </a:rPr>
                        <a:t>SI. No</a:t>
                      </a:r>
                      <a:endParaRPr lang="en-IN" sz="1800" dirty="0">
                        <a:latin typeface="Times New Roman" panose="02020603050405020304" pitchFamily="18" charset="0"/>
                        <a:cs typeface="Times New Roman" panose="02020603050405020304" pitchFamily="18" charset="0"/>
                      </a:endParaRPr>
                    </a:p>
                  </a:txBody>
                  <a:tcPr/>
                </a:tc>
                <a:tc>
                  <a:txBody>
                    <a:bodyPr/>
                    <a:lstStyle/>
                    <a:p>
                      <a:pPr marL="0" marR="0" lvl="0" indent="0" defTabSz="914400" eaLnBrk="1" fontAlgn="auto" latinLnBrk="0" hangingPunct="1">
                        <a:lnSpc>
                          <a:spcPct val="100000"/>
                        </a:lnSpc>
                        <a:spcBef>
                          <a:spcPts val="0"/>
                        </a:spcBef>
                        <a:spcAft>
                          <a:spcPts val="0"/>
                        </a:spcAft>
                        <a:buClrTx/>
                        <a:buSzTx/>
                        <a:buFontTx/>
                        <a:buNone/>
                        <a:tabLst/>
                        <a:defRPr/>
                      </a:pPr>
                      <a:r>
                        <a:rPr lang="en-IN" sz="1800" b="1" dirty="0">
                          <a:solidFill>
                            <a:srgbClr val="FFFFFF"/>
                          </a:solidFill>
                          <a:latin typeface="Times New Roman" panose="02020603050405020304" pitchFamily="18" charset="0"/>
                          <a:cs typeface="Times New Roman" panose="02020603050405020304" pitchFamily="18" charset="0"/>
                        </a:rPr>
                        <a:t>Name</a:t>
                      </a:r>
                      <a:r>
                        <a:rPr lang="en-IN" sz="1800" b="1" spc="-35" dirty="0">
                          <a:solidFill>
                            <a:srgbClr val="FFFFFF"/>
                          </a:solidFill>
                          <a:latin typeface="Times New Roman" panose="02020603050405020304" pitchFamily="18" charset="0"/>
                          <a:cs typeface="Times New Roman" panose="02020603050405020304" pitchFamily="18" charset="0"/>
                        </a:rPr>
                        <a:t> </a:t>
                      </a:r>
                      <a:r>
                        <a:rPr lang="en-IN" sz="1800" b="1" dirty="0">
                          <a:solidFill>
                            <a:srgbClr val="FFFFFF"/>
                          </a:solidFill>
                          <a:latin typeface="Times New Roman" panose="02020603050405020304" pitchFamily="18" charset="0"/>
                          <a:cs typeface="Times New Roman" panose="02020603050405020304" pitchFamily="18" charset="0"/>
                        </a:rPr>
                        <a:t>of</a:t>
                      </a:r>
                      <a:r>
                        <a:rPr lang="en-IN" sz="1800" b="1" spc="-5" dirty="0">
                          <a:solidFill>
                            <a:srgbClr val="FFFFFF"/>
                          </a:solidFill>
                          <a:latin typeface="Times New Roman" panose="02020603050405020304" pitchFamily="18" charset="0"/>
                          <a:cs typeface="Times New Roman" panose="02020603050405020304" pitchFamily="18" charset="0"/>
                        </a:rPr>
                        <a:t> </a:t>
                      </a:r>
                      <a:r>
                        <a:rPr lang="en-IN" sz="1800" b="1" spc="-25" dirty="0">
                          <a:solidFill>
                            <a:srgbClr val="FFFFFF"/>
                          </a:solidFill>
                          <a:latin typeface="Times New Roman" panose="02020603050405020304" pitchFamily="18" charset="0"/>
                          <a:cs typeface="Times New Roman" panose="02020603050405020304" pitchFamily="18" charset="0"/>
                        </a:rPr>
                        <a:t>the </a:t>
                      </a:r>
                      <a:r>
                        <a:rPr lang="en-IN" sz="1800" b="1" spc="-10" dirty="0">
                          <a:solidFill>
                            <a:srgbClr val="FFFFFF"/>
                          </a:solidFill>
                          <a:latin typeface="Times New Roman" panose="02020603050405020304" pitchFamily="18" charset="0"/>
                          <a:cs typeface="Times New Roman" panose="02020603050405020304" pitchFamily="18" charset="0"/>
                        </a:rPr>
                        <a:t>author</a:t>
                      </a:r>
                      <a:endParaRPr lang="en-IN" sz="1800" dirty="0">
                        <a:latin typeface="Times New Roman" panose="02020603050405020304" pitchFamily="18" charset="0"/>
                        <a:cs typeface="Times New Roman" panose="02020603050405020304" pitchFamily="18" charset="0"/>
                      </a:endParaRPr>
                    </a:p>
                  </a:txBody>
                  <a:tcPr/>
                </a:tc>
                <a:tc>
                  <a:txBody>
                    <a:bodyPr/>
                    <a:lstStyle/>
                    <a:p>
                      <a:pPr marL="0" marR="0" lvl="0" indent="0" defTabSz="914400" eaLnBrk="1" fontAlgn="auto" latinLnBrk="0" hangingPunct="1">
                        <a:lnSpc>
                          <a:spcPct val="100000"/>
                        </a:lnSpc>
                        <a:spcBef>
                          <a:spcPts val="0"/>
                        </a:spcBef>
                        <a:spcAft>
                          <a:spcPts val="0"/>
                        </a:spcAft>
                        <a:buClrTx/>
                        <a:buSzTx/>
                        <a:buFontTx/>
                        <a:buNone/>
                        <a:tabLst/>
                        <a:defRPr/>
                      </a:pPr>
                      <a:r>
                        <a:rPr lang="en-IN" sz="1800" b="1" dirty="0">
                          <a:solidFill>
                            <a:srgbClr val="FFFFFF"/>
                          </a:solidFill>
                          <a:latin typeface="Times New Roman" panose="02020603050405020304" pitchFamily="18" charset="0"/>
                          <a:cs typeface="Times New Roman" panose="02020603050405020304" pitchFamily="18" charset="0"/>
                        </a:rPr>
                        <a:t>Paper</a:t>
                      </a:r>
                      <a:r>
                        <a:rPr lang="en-IN" sz="1800" b="1" spc="-90" dirty="0">
                          <a:solidFill>
                            <a:srgbClr val="FFFFFF"/>
                          </a:solidFill>
                          <a:latin typeface="Times New Roman" panose="02020603050405020304" pitchFamily="18" charset="0"/>
                          <a:cs typeface="Times New Roman" panose="02020603050405020304" pitchFamily="18" charset="0"/>
                        </a:rPr>
                        <a:t> </a:t>
                      </a:r>
                      <a:r>
                        <a:rPr lang="en-IN" sz="1800" b="1" spc="-10" dirty="0">
                          <a:solidFill>
                            <a:srgbClr val="FFFFFF"/>
                          </a:solidFill>
                          <a:latin typeface="Times New Roman" panose="02020603050405020304" pitchFamily="18" charset="0"/>
                          <a:cs typeface="Times New Roman" panose="02020603050405020304" pitchFamily="18" charset="0"/>
                        </a:rPr>
                        <a:t>Title</a:t>
                      </a:r>
                      <a:endParaRPr lang="en-IN" sz="1800" dirty="0">
                        <a:latin typeface="Times New Roman" panose="02020603050405020304" pitchFamily="18" charset="0"/>
                        <a:cs typeface="Times New Roman" panose="02020603050405020304" pitchFamily="18" charset="0"/>
                      </a:endParaRPr>
                    </a:p>
                  </a:txBody>
                  <a:tcPr/>
                </a:tc>
                <a:tc>
                  <a:txBody>
                    <a:bodyPr/>
                    <a:lstStyle/>
                    <a:p>
                      <a:pPr marL="0" marR="0" lvl="0" indent="0" algn="just" defTabSz="914400" eaLnBrk="1" fontAlgn="auto" latinLnBrk="0" hangingPunct="1">
                        <a:lnSpc>
                          <a:spcPct val="100000"/>
                        </a:lnSpc>
                        <a:spcBef>
                          <a:spcPts val="0"/>
                        </a:spcBef>
                        <a:spcAft>
                          <a:spcPts val="0"/>
                        </a:spcAft>
                        <a:buClrTx/>
                        <a:buSzTx/>
                        <a:buFontTx/>
                        <a:buNone/>
                        <a:tabLst/>
                        <a:defRPr/>
                      </a:pPr>
                      <a:r>
                        <a:rPr lang="en-IN" sz="1800" b="1" spc="-10" dirty="0">
                          <a:solidFill>
                            <a:srgbClr val="FFFFFF"/>
                          </a:solidFill>
                          <a:latin typeface="Times New Roman" panose="02020603050405020304" pitchFamily="18" charset="0"/>
                          <a:cs typeface="Times New Roman" panose="02020603050405020304" pitchFamily="18" charset="0"/>
                        </a:rPr>
                        <a:t>International Journal/Conf erence</a:t>
                      </a:r>
                      <a:endParaRPr lang="en-IN" sz="1800" dirty="0">
                        <a:latin typeface="Times New Roman" panose="02020603050405020304" pitchFamily="18" charset="0"/>
                        <a:cs typeface="Times New Roman" panose="02020603050405020304" pitchFamily="18" charset="0"/>
                      </a:endParaRPr>
                    </a:p>
                  </a:txBody>
                  <a:tcPr/>
                </a:tc>
                <a:tc>
                  <a:txBody>
                    <a:bodyPr/>
                    <a:lstStyle/>
                    <a:p>
                      <a:pPr marL="0" marR="0" lvl="0" indent="0" defTabSz="914400" eaLnBrk="1" fontAlgn="auto" latinLnBrk="0" hangingPunct="1">
                        <a:lnSpc>
                          <a:spcPct val="100000"/>
                        </a:lnSpc>
                        <a:spcBef>
                          <a:spcPts val="0"/>
                        </a:spcBef>
                        <a:spcAft>
                          <a:spcPts val="0"/>
                        </a:spcAft>
                        <a:buClrTx/>
                        <a:buSzTx/>
                        <a:buFontTx/>
                        <a:buNone/>
                        <a:tabLst/>
                        <a:defRPr/>
                      </a:pPr>
                      <a:r>
                        <a:rPr lang="en-IN" sz="1800" b="1" spc="-10" dirty="0">
                          <a:solidFill>
                            <a:srgbClr val="FFFFFF"/>
                          </a:solidFill>
                          <a:latin typeface="Times New Roman" panose="02020603050405020304" pitchFamily="18" charset="0"/>
                          <a:cs typeface="Times New Roman" panose="02020603050405020304" pitchFamily="18" charset="0"/>
                        </a:rPr>
                        <a:t>Month/Year</a:t>
                      </a:r>
                      <a:endParaRPr lang="en-IN" sz="1800" dirty="0">
                        <a:latin typeface="Times New Roman" panose="02020603050405020304" pitchFamily="18" charset="0"/>
                        <a:cs typeface="Times New Roman" panose="02020603050405020304" pitchFamily="18" charset="0"/>
                      </a:endParaRPr>
                    </a:p>
                  </a:txBody>
                  <a:tcPr/>
                </a:tc>
                <a:tc>
                  <a:txBody>
                    <a:bodyPr/>
                    <a:lstStyle/>
                    <a:p>
                      <a:r>
                        <a:rPr lang="en-IN" sz="1800" b="1" spc="-10" dirty="0">
                          <a:solidFill>
                            <a:srgbClr val="FFFFFF"/>
                          </a:solidFill>
                          <a:latin typeface="Times New Roman" panose="02020603050405020304" pitchFamily="18" charset="0"/>
                          <a:cs typeface="Times New Roman" panose="02020603050405020304" pitchFamily="18" charset="0"/>
                        </a:rPr>
                        <a:t>Description</a:t>
                      </a:r>
                      <a:endParaRPr lang="en-IN" dirty="0"/>
                    </a:p>
                  </a:txBody>
                  <a:tcPr/>
                </a:tc>
                <a:tc>
                  <a:txBody>
                    <a:bodyPr/>
                    <a:lstStyle/>
                    <a:p>
                      <a:r>
                        <a:rPr lang="en-IN" sz="1800" b="1" spc="-10" dirty="0">
                          <a:solidFill>
                            <a:srgbClr val="FFFFFF"/>
                          </a:solidFill>
                          <a:latin typeface="Times New Roman" panose="02020603050405020304" pitchFamily="18" charset="0"/>
                          <a:cs typeface="Times New Roman" panose="02020603050405020304" pitchFamily="18" charset="0"/>
                        </a:rPr>
                        <a:t>Limitations</a:t>
                      </a:r>
                      <a:endParaRPr lang="en-IN" dirty="0"/>
                    </a:p>
                  </a:txBody>
                  <a:tcPr/>
                </a:tc>
                <a:extLst>
                  <a:ext uri="{0D108BD9-81ED-4DB2-BD59-A6C34878D82A}">
                    <a16:rowId xmlns:a16="http://schemas.microsoft.com/office/drawing/2014/main" val="2586029130"/>
                  </a:ext>
                </a:extLst>
              </a:tr>
              <a:tr h="5074453">
                <a:tc>
                  <a:txBody>
                    <a:bodyPr/>
                    <a:lstStyle/>
                    <a:p>
                      <a:r>
                        <a:rPr lang="en-US" dirty="0">
                          <a:latin typeface="Times New Roman" panose="02020603050405020304" pitchFamily="18" charset="0"/>
                          <a:cs typeface="Times New Roman" panose="02020603050405020304" pitchFamily="18" charset="0"/>
                        </a:rPr>
                        <a:t>9</a:t>
                      </a:r>
                      <a:endParaRPr lang="en-IN" dirty="0">
                        <a:latin typeface="Times New Roman" panose="02020603050405020304" pitchFamily="18" charset="0"/>
                        <a:cs typeface="Times New Roman" panose="02020603050405020304" pitchFamily="18" charset="0"/>
                      </a:endParaRPr>
                    </a:p>
                  </a:txBody>
                  <a:tcPr/>
                </a:tc>
                <a:tc>
                  <a:txBody>
                    <a:bodyPr/>
                    <a:lstStyle/>
                    <a:p>
                      <a:r>
                        <a:rPr lang="en-IN" dirty="0">
                          <a:latin typeface="Times New Roman" panose="02020603050405020304" pitchFamily="18" charset="0"/>
                          <a:cs typeface="Times New Roman" panose="02020603050405020304" pitchFamily="18" charset="0"/>
                        </a:rPr>
                        <a:t>Ramya C R1, Abhishek Y2, Karan Mahalatkar3, Stephen FS4</a:t>
                      </a:r>
                    </a:p>
                  </a:txBody>
                  <a:tcPr/>
                </a:tc>
                <a:tc>
                  <a:txBody>
                    <a:bodyPr/>
                    <a:lstStyle/>
                    <a:p>
                      <a:r>
                        <a:rPr lang="en-US" dirty="0">
                          <a:latin typeface="Times New Roman" panose="02020603050405020304" pitchFamily="18" charset="0"/>
                          <a:cs typeface="Times New Roman" panose="02020603050405020304" pitchFamily="18" charset="0"/>
                        </a:rPr>
                        <a:t>Experimental Study of Railway Track Crack Detection Using Arduino</a:t>
                      </a:r>
                      <a:endParaRPr lang="en-IN" dirty="0">
                        <a:latin typeface="Times New Roman" panose="02020603050405020304" pitchFamily="18" charset="0"/>
                        <a:cs typeface="Times New Roman" panose="02020603050405020304" pitchFamily="18" charset="0"/>
                      </a:endParaRPr>
                    </a:p>
                  </a:txBody>
                  <a:tcPr/>
                </a:tc>
                <a:tc>
                  <a:txBody>
                    <a:bodyPr/>
                    <a:lstStyle/>
                    <a:p>
                      <a:r>
                        <a:rPr lang="en-US" dirty="0">
                          <a:latin typeface="Times New Roman" panose="02020603050405020304" pitchFamily="18" charset="0"/>
                          <a:cs typeface="Times New Roman" panose="02020603050405020304" pitchFamily="18" charset="0"/>
                        </a:rPr>
                        <a:t>International Research Journal of Engineering and Technology (IRJET) </a:t>
                      </a:r>
                      <a:endParaRPr lang="en-IN" dirty="0">
                        <a:latin typeface="Times New Roman" panose="02020603050405020304" pitchFamily="18" charset="0"/>
                        <a:cs typeface="Times New Roman" panose="02020603050405020304" pitchFamily="18" charset="0"/>
                      </a:endParaRPr>
                    </a:p>
                  </a:txBody>
                  <a:tcPr/>
                </a:tc>
                <a:tc>
                  <a:txBody>
                    <a:bodyPr/>
                    <a:lstStyle/>
                    <a:p>
                      <a:r>
                        <a:rPr lang="en-US" dirty="0">
                          <a:latin typeface="Times New Roman" panose="02020603050405020304" pitchFamily="18" charset="0"/>
                          <a:cs typeface="Times New Roman" panose="02020603050405020304" pitchFamily="18" charset="0"/>
                        </a:rPr>
                        <a:t>Aug/2023</a:t>
                      </a:r>
                      <a:endParaRPr lang="en-IN" dirty="0">
                        <a:latin typeface="Times New Roman" panose="02020603050405020304" pitchFamily="18" charset="0"/>
                        <a:cs typeface="Times New Roman" panose="02020603050405020304" pitchFamily="18" charset="0"/>
                      </a:endParaRPr>
                    </a:p>
                  </a:txBody>
                  <a:tcPr/>
                </a:tc>
                <a:tc>
                  <a:txBody>
                    <a:bodyPr/>
                    <a:lstStyle/>
                    <a:p>
                      <a:r>
                        <a:rPr lang="en-US" dirty="0">
                          <a:latin typeface="Times New Roman" panose="02020603050405020304" pitchFamily="18" charset="0"/>
                          <a:cs typeface="Times New Roman" panose="02020603050405020304" pitchFamily="18" charset="0"/>
                        </a:rPr>
                        <a:t>a system for detecting cracks in railway tracks using Arduino technology. The system utilizes sensors such as ultrasonic sensors, paired with Arduino microcontrollers, to monitor track conditions and detect cracks. The real-time data is processed and, upon detection of a crack, a warning signal is triggered, which can help prevent accidents.</a:t>
                      </a:r>
                      <a:endParaRPr lang="en-IN" dirty="0">
                        <a:latin typeface="Times New Roman" panose="02020603050405020304" pitchFamily="18" charset="0"/>
                        <a:cs typeface="Times New Roman" panose="02020603050405020304" pitchFamily="18" charset="0"/>
                      </a:endParaRPr>
                    </a:p>
                  </a:txBody>
                  <a:tcPr/>
                </a:tc>
                <a:tc>
                  <a:txBody>
                    <a:bodyPr/>
                    <a:lstStyle/>
                    <a:p>
                      <a:r>
                        <a:rPr lang="en-US" b="1" dirty="0">
                          <a:latin typeface="Times New Roman" panose="02020603050405020304" pitchFamily="18" charset="0"/>
                          <a:cs typeface="Times New Roman" panose="02020603050405020304" pitchFamily="18" charset="0"/>
                        </a:rPr>
                        <a:t>Limited range: </a:t>
                      </a:r>
                      <a:r>
                        <a:rPr lang="en-US" dirty="0">
                          <a:latin typeface="Times New Roman" panose="02020603050405020304" pitchFamily="18" charset="0"/>
                          <a:cs typeface="Times New Roman" panose="02020603050405020304" pitchFamily="18" charset="0"/>
                        </a:rPr>
                        <a:t>Ultrasonic sensors may not detect all types of cracks, especially minor or non-surface ones. </a:t>
                      </a:r>
                      <a:r>
                        <a:rPr lang="en-US" b="1" dirty="0">
                          <a:latin typeface="Times New Roman" panose="02020603050405020304" pitchFamily="18" charset="0"/>
                          <a:cs typeface="Times New Roman" panose="02020603050405020304" pitchFamily="18" charset="0"/>
                        </a:rPr>
                        <a:t>Reliability in harsh conditions</a:t>
                      </a:r>
                      <a:r>
                        <a:rPr lang="en-US" dirty="0">
                          <a:latin typeface="Times New Roman" panose="02020603050405020304" pitchFamily="18" charset="0"/>
                          <a:cs typeface="Times New Roman" panose="02020603050405020304" pitchFamily="18" charset="0"/>
                        </a:rPr>
                        <a:t>: Environmental factors like dust, water, and extreme temperatures could affect sensor accuracy. </a:t>
                      </a:r>
                      <a:r>
                        <a:rPr lang="en-US" b="1" dirty="0">
                          <a:latin typeface="Times New Roman" panose="02020603050405020304" pitchFamily="18" charset="0"/>
                          <a:cs typeface="Times New Roman" panose="02020603050405020304" pitchFamily="18" charset="0"/>
                        </a:rPr>
                        <a:t>Scalability: </a:t>
                      </a:r>
                      <a:r>
                        <a:rPr lang="en-US" dirty="0">
                          <a:latin typeface="Times New Roman" panose="02020603050405020304" pitchFamily="18" charset="0"/>
                          <a:cs typeface="Times New Roman" panose="02020603050405020304" pitchFamily="18" charset="0"/>
                        </a:rPr>
                        <a:t>Implementing this system on a large scale across extensive railway networks could be challenging.</a:t>
                      </a:r>
                    </a:p>
                    <a:p>
                      <a:r>
                        <a:rPr lang="en-US" b="1" dirty="0">
                          <a:latin typeface="Times New Roman" panose="02020603050405020304" pitchFamily="18" charset="0"/>
                          <a:cs typeface="Times New Roman" panose="02020603050405020304" pitchFamily="18" charset="0"/>
                        </a:rPr>
                        <a:t>Power and maintenance</a:t>
                      </a:r>
                      <a:endParaRPr lang="en-IN" b="1"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4031303101"/>
                  </a:ext>
                </a:extLst>
              </a:tr>
            </a:tbl>
          </a:graphicData>
        </a:graphic>
      </p:graphicFrame>
    </p:spTree>
    <p:extLst>
      <p:ext uri="{BB962C8B-B14F-4D97-AF65-F5344CB8AC3E}">
        <p14:creationId xmlns:p14="http://schemas.microsoft.com/office/powerpoint/2010/main" val="313932463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object 4"/>
          <p:cNvSpPr txBox="1">
            <a:spLocks noGrp="1"/>
          </p:cNvSpPr>
          <p:nvPr>
            <p:ph type="dt" sz="half" idx="6"/>
          </p:nvPr>
        </p:nvSpPr>
        <p:spPr>
          <a:prstGeom prst="rect">
            <a:avLst/>
          </a:prstGeom>
        </p:spPr>
        <p:txBody>
          <a:bodyPr vert="horz" wrap="square" lIns="0" tIns="39395" rIns="0" bIns="0" rtlCol="0">
            <a:spAutoFit/>
          </a:bodyPr>
          <a:lstStyle/>
          <a:p>
            <a:pPr marL="512445">
              <a:lnSpc>
                <a:spcPts val="1240"/>
              </a:lnSpc>
            </a:pPr>
            <a:fld id="{7EDB2540-1CDB-41CE-A320-FD5A4DAB592E}" type="datetime1">
              <a:rPr lang="en-US" spc="-10" smtClean="0"/>
              <a:t>9/23/2024</a:t>
            </a:fld>
            <a:endParaRPr spc="-10" dirty="0"/>
          </a:p>
        </p:txBody>
      </p:sp>
      <p:sp>
        <p:nvSpPr>
          <p:cNvPr id="2" name="object 2"/>
          <p:cNvSpPr txBox="1">
            <a:spLocks noGrp="1"/>
          </p:cNvSpPr>
          <p:nvPr>
            <p:ph type="title"/>
          </p:nvPr>
        </p:nvSpPr>
        <p:spPr>
          <a:prstGeom prst="rect">
            <a:avLst/>
          </a:prstGeom>
        </p:spPr>
        <p:txBody>
          <a:bodyPr vert="horz" wrap="square" lIns="0" tIns="13335" rIns="0" bIns="0" rtlCol="0">
            <a:spAutoFit/>
          </a:bodyPr>
          <a:lstStyle/>
          <a:p>
            <a:pPr marL="12700">
              <a:lnSpc>
                <a:spcPct val="100000"/>
              </a:lnSpc>
              <a:spcBef>
                <a:spcPts val="105"/>
              </a:spcBef>
            </a:pPr>
            <a:r>
              <a:rPr dirty="0"/>
              <a:t>E</a:t>
            </a:r>
            <a:r>
              <a:rPr lang="en-US" dirty="0"/>
              <a:t>xisting Solution</a:t>
            </a:r>
            <a:r>
              <a:rPr spc="-10" dirty="0"/>
              <a:t>:</a:t>
            </a:r>
          </a:p>
        </p:txBody>
      </p:sp>
      <p:sp>
        <p:nvSpPr>
          <p:cNvPr id="3" name="object 3"/>
          <p:cNvSpPr txBox="1"/>
          <p:nvPr/>
        </p:nvSpPr>
        <p:spPr>
          <a:xfrm>
            <a:off x="779280" y="1335192"/>
            <a:ext cx="10495779" cy="3418243"/>
          </a:xfrm>
          <a:prstGeom prst="rect">
            <a:avLst/>
          </a:prstGeom>
        </p:spPr>
        <p:txBody>
          <a:bodyPr vert="horz" wrap="square" lIns="0" tIns="108585" rIns="0" bIns="0" rtlCol="0">
            <a:spAutoFit/>
          </a:bodyPr>
          <a:lstStyle/>
          <a:p>
            <a:pPr marL="240665" indent="-227965" algn="just">
              <a:lnSpc>
                <a:spcPct val="100000"/>
              </a:lnSpc>
              <a:spcBef>
                <a:spcPts val="855"/>
              </a:spcBef>
              <a:buFont typeface="Wingdings"/>
              <a:buChar char=""/>
              <a:tabLst>
                <a:tab pos="240665" algn="l"/>
              </a:tabLst>
            </a:pPr>
            <a:r>
              <a:rPr lang="en-US" sz="2000" dirty="0">
                <a:latin typeface="Times New Roman"/>
                <a:cs typeface="Times New Roman"/>
              </a:rPr>
              <a:t>The existing system railway tracks are surveyed manually. LED (Light Emitting Diode) LDR (Light Dependent Resister) sensors cannot use on the slab of the tracks. Image processing input images are noisy system and it’s not getting accurate output.</a:t>
            </a:r>
          </a:p>
          <a:p>
            <a:pPr marL="240665" indent="-227965" algn="just">
              <a:lnSpc>
                <a:spcPct val="100000"/>
              </a:lnSpc>
              <a:spcBef>
                <a:spcPts val="855"/>
              </a:spcBef>
              <a:buFont typeface="Wingdings"/>
              <a:buChar char=""/>
              <a:tabLst>
                <a:tab pos="240665" algn="l"/>
              </a:tabLst>
            </a:pPr>
            <a:r>
              <a:rPr lang="en-US" sz="2000" dirty="0">
                <a:latin typeface="Times New Roman"/>
                <a:cs typeface="Times New Roman"/>
              </a:rPr>
              <a:t>This analysis is used to identify the crack in rail track under the bad whether condition which is not getting perfect output. The existing system is found delay in passing the information because still it uses telephonic communication which is not that fast and accurate. </a:t>
            </a:r>
          </a:p>
          <a:p>
            <a:pPr marL="240665" indent="-227965" algn="just">
              <a:lnSpc>
                <a:spcPct val="100000"/>
              </a:lnSpc>
              <a:spcBef>
                <a:spcPts val="855"/>
              </a:spcBef>
              <a:buFont typeface="Wingdings"/>
              <a:buChar char=""/>
              <a:tabLst>
                <a:tab pos="240665" algn="l"/>
              </a:tabLst>
            </a:pPr>
            <a:r>
              <a:rPr lang="en-US" sz="2000" dirty="0">
                <a:latin typeface="Times New Roman"/>
                <a:cs typeface="Times New Roman"/>
              </a:rPr>
              <a:t>System having LED and LDR sensor assembly, but the main disadvantage is that the LED and LDR must be placed opposite to each other and also the environment needs to be perfect to detect the track. To overcome this disadvantage, here proximity sensor is used, which will detect the crack accurately. The existing system is slow, tedious and time consuming.</a:t>
            </a:r>
          </a:p>
        </p:txBody>
      </p:sp>
      <p:sp>
        <p:nvSpPr>
          <p:cNvPr id="6" name="Slide Number Placeholder 5">
            <a:extLst>
              <a:ext uri="{FF2B5EF4-FFF2-40B4-BE49-F238E27FC236}">
                <a16:creationId xmlns:a16="http://schemas.microsoft.com/office/drawing/2014/main" id="{BAECE878-28AA-417C-1A60-DDC5617ED7D2}"/>
              </a:ext>
            </a:extLst>
          </p:cNvPr>
          <p:cNvSpPr>
            <a:spLocks noGrp="1"/>
          </p:cNvSpPr>
          <p:nvPr>
            <p:ph type="sldNum" sz="quarter" idx="7"/>
          </p:nvPr>
        </p:nvSpPr>
        <p:spPr/>
        <p:txBody>
          <a:bodyPr/>
          <a:lstStyle/>
          <a:p>
            <a:pPr marL="38100">
              <a:lnSpc>
                <a:spcPts val="1240"/>
              </a:lnSpc>
            </a:pPr>
            <a:fld id="{81D60167-4931-47E6-BA6A-407CBD079E47}" type="slidenum">
              <a:rPr lang="en-IN" spc="-25" smtClean="0"/>
              <a:t>23</a:t>
            </a:fld>
            <a:endParaRPr lang="en-IN" spc="-25"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object 4"/>
          <p:cNvSpPr txBox="1">
            <a:spLocks noGrp="1"/>
          </p:cNvSpPr>
          <p:nvPr>
            <p:ph type="dt" sz="half" idx="6"/>
          </p:nvPr>
        </p:nvSpPr>
        <p:spPr>
          <a:xfrm>
            <a:off x="417068" y="6335064"/>
            <a:ext cx="1333728" cy="266623"/>
          </a:xfrm>
        </p:spPr>
        <p:txBody>
          <a:bodyPr vert="horz" wrap="square" lIns="0" tIns="45720" rIns="0" bIns="0" rtlCol="0">
            <a:spAutoFit/>
          </a:bodyPr>
          <a:lstStyle/>
          <a:p>
            <a:fld id="{A014DF04-A700-4B5A-9D79-49F84673B10B}" type="datetime1">
              <a:rPr lang="en-US" smtClean="0"/>
              <a:pPr/>
              <a:t>9/23/2024</a:t>
            </a:fld>
            <a:endParaRPr lang="en-US" dirty="0"/>
          </a:p>
        </p:txBody>
      </p:sp>
      <p:sp>
        <p:nvSpPr>
          <p:cNvPr id="6" name="Slide Number Placeholder 5">
            <a:extLst>
              <a:ext uri="{FF2B5EF4-FFF2-40B4-BE49-F238E27FC236}">
                <a16:creationId xmlns:a16="http://schemas.microsoft.com/office/drawing/2014/main" id="{2A286977-47D3-5029-D05E-7AA3EEA1A59A}"/>
              </a:ext>
            </a:extLst>
          </p:cNvPr>
          <p:cNvSpPr>
            <a:spLocks noGrp="1"/>
          </p:cNvSpPr>
          <p:nvPr>
            <p:ph type="sldNum" sz="quarter" idx="7"/>
          </p:nvPr>
        </p:nvSpPr>
        <p:spPr>
          <a:xfrm>
            <a:off x="11110594" y="6380784"/>
            <a:ext cx="244475" cy="177800"/>
          </a:xfrm>
        </p:spPr>
        <p:txBody>
          <a:bodyPr/>
          <a:lstStyle/>
          <a:p>
            <a:r>
              <a:rPr lang="en-US" dirty="0"/>
              <a:t>18</a:t>
            </a:r>
            <a:endParaRPr lang="en-IN" dirty="0"/>
          </a:p>
        </p:txBody>
      </p:sp>
      <p:sp>
        <p:nvSpPr>
          <p:cNvPr id="3" name="object 3"/>
          <p:cNvSpPr txBox="1"/>
          <p:nvPr/>
        </p:nvSpPr>
        <p:spPr>
          <a:xfrm>
            <a:off x="762000" y="1340997"/>
            <a:ext cx="10257002" cy="3418243"/>
          </a:xfrm>
          <a:prstGeom prst="rect">
            <a:avLst/>
          </a:prstGeom>
        </p:spPr>
        <p:txBody>
          <a:bodyPr vert="horz" wrap="square" lIns="0" tIns="108585" rIns="0" bIns="0" rtlCol="0">
            <a:spAutoFit/>
          </a:bodyPr>
          <a:lstStyle/>
          <a:p>
            <a:pPr marL="355600" indent="-342900" algn="just">
              <a:lnSpc>
                <a:spcPct val="100000"/>
              </a:lnSpc>
              <a:spcBef>
                <a:spcPts val="855"/>
              </a:spcBef>
              <a:buFont typeface="Wingdings" panose="05000000000000000000" pitchFamily="2" charset="2"/>
              <a:buChar char="Ø"/>
              <a:tabLst>
                <a:tab pos="240665" algn="l"/>
              </a:tabLst>
            </a:pPr>
            <a:r>
              <a:rPr lang="en-US" sz="2000" dirty="0">
                <a:latin typeface="Times New Roman"/>
                <a:cs typeface="Times New Roman"/>
              </a:rPr>
              <a:t>In proposed system crack in the tracks is detected by means of sensors and ESP-32 microcontroller, measuring distance for two railroad. In this project we use ultrasonic sensor to detect the crack. It uses to measure the distance between the two tracks. </a:t>
            </a:r>
          </a:p>
          <a:p>
            <a:pPr marL="355600" indent="-342900" algn="just">
              <a:lnSpc>
                <a:spcPct val="100000"/>
              </a:lnSpc>
              <a:spcBef>
                <a:spcPts val="855"/>
              </a:spcBef>
              <a:buFont typeface="Wingdings" panose="05000000000000000000" pitchFamily="2" charset="2"/>
              <a:buChar char="Ø"/>
              <a:tabLst>
                <a:tab pos="240665" algn="l"/>
              </a:tabLst>
            </a:pPr>
            <a:r>
              <a:rPr lang="en-US" sz="2000" dirty="0">
                <a:latin typeface="Times New Roman"/>
                <a:cs typeface="Times New Roman"/>
              </a:rPr>
              <a:t>If any crack are occurred in the track means longitude and latitude coordinates of the place are to be sent to the nearest station or control room and ultrasonic sensor measured the distance between the two track if there is any small variance found the message which contains coordinates of that particular place will be sent to the nearest station or control room with the help of GPS and GSM module.</a:t>
            </a:r>
          </a:p>
          <a:p>
            <a:pPr marL="355600" indent="-342900" algn="just">
              <a:lnSpc>
                <a:spcPct val="100000"/>
              </a:lnSpc>
              <a:spcBef>
                <a:spcPts val="855"/>
              </a:spcBef>
              <a:buFont typeface="Wingdings" panose="05000000000000000000" pitchFamily="2" charset="2"/>
              <a:buChar char="Ø"/>
              <a:tabLst>
                <a:tab pos="240665" algn="l"/>
              </a:tabLst>
            </a:pPr>
            <a:r>
              <a:rPr lang="en-US" sz="2000" dirty="0">
                <a:latin typeface="Times New Roman"/>
                <a:cs typeface="Times New Roman"/>
              </a:rPr>
              <a:t> This project is to be made in order to change the system of crack detection in railways which can be resulted out as not only cost-effective but also with good accuracy and time saving facility.</a:t>
            </a:r>
          </a:p>
        </p:txBody>
      </p:sp>
      <p:sp>
        <p:nvSpPr>
          <p:cNvPr id="7" name="TextBox 6">
            <a:extLst>
              <a:ext uri="{FF2B5EF4-FFF2-40B4-BE49-F238E27FC236}">
                <a16:creationId xmlns:a16="http://schemas.microsoft.com/office/drawing/2014/main" id="{A3CDDC52-4E0A-39A4-62CF-B213D94AF9A9}"/>
              </a:ext>
            </a:extLst>
          </p:cNvPr>
          <p:cNvSpPr txBox="1"/>
          <p:nvPr/>
        </p:nvSpPr>
        <p:spPr>
          <a:xfrm>
            <a:off x="762000" y="572342"/>
            <a:ext cx="5644997" cy="769441"/>
          </a:xfrm>
          <a:prstGeom prst="rect">
            <a:avLst/>
          </a:prstGeom>
          <a:noFill/>
        </p:spPr>
        <p:txBody>
          <a:bodyPr wrap="square" rtlCol="0">
            <a:spAutoFit/>
          </a:bodyPr>
          <a:lstStyle/>
          <a:p>
            <a:r>
              <a:rPr lang="en-US" sz="4400" b="1" dirty="0">
                <a:latin typeface="Times New Roman" panose="02020603050405020304" pitchFamily="18" charset="0"/>
                <a:cs typeface="Times New Roman" panose="02020603050405020304" pitchFamily="18" charset="0"/>
              </a:rPr>
              <a:t>Proposed Solution:</a:t>
            </a:r>
            <a:endParaRPr lang="en-IN" sz="4400" b="1"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txBox="1">
            <a:spLocks noGrp="1"/>
          </p:cNvSpPr>
          <p:nvPr>
            <p:ph type="dt" sz="half" idx="6"/>
          </p:nvPr>
        </p:nvSpPr>
        <p:spPr>
          <a:prstGeom prst="rect">
            <a:avLst/>
          </a:prstGeom>
        </p:spPr>
        <p:txBody>
          <a:bodyPr vert="horz" wrap="square" lIns="0" tIns="46938" rIns="0" bIns="0" rtlCol="0">
            <a:spAutoFit/>
          </a:bodyPr>
          <a:lstStyle/>
          <a:p>
            <a:pPr marL="169545">
              <a:lnSpc>
                <a:spcPts val="1240"/>
              </a:lnSpc>
            </a:pPr>
            <a:fld id="{68F564DC-ECFB-42A2-9C55-3184124341D9}" type="datetime1">
              <a:rPr lang="en-US" spc="-10" smtClean="0"/>
              <a:t>9/23/2024</a:t>
            </a:fld>
            <a:endParaRPr spc="-10" dirty="0"/>
          </a:p>
        </p:txBody>
      </p:sp>
      <p:sp>
        <p:nvSpPr>
          <p:cNvPr id="2" name="object 2"/>
          <p:cNvSpPr txBox="1">
            <a:spLocks noGrp="1"/>
          </p:cNvSpPr>
          <p:nvPr>
            <p:ph type="title"/>
          </p:nvPr>
        </p:nvSpPr>
        <p:spPr>
          <a:xfrm>
            <a:off x="533400" y="0"/>
            <a:ext cx="10513059" cy="690574"/>
          </a:xfrm>
          <a:prstGeom prst="rect">
            <a:avLst/>
          </a:prstGeom>
        </p:spPr>
        <p:txBody>
          <a:bodyPr vert="horz" wrap="square" lIns="0" tIns="13335" rIns="0" bIns="0" rtlCol="0">
            <a:spAutoFit/>
          </a:bodyPr>
          <a:lstStyle/>
          <a:p>
            <a:pPr marL="12700">
              <a:lnSpc>
                <a:spcPct val="100000"/>
              </a:lnSpc>
              <a:spcBef>
                <a:spcPts val="105"/>
              </a:spcBef>
            </a:pPr>
            <a:r>
              <a:rPr spc="-10" dirty="0"/>
              <a:t>REFERENCES</a:t>
            </a:r>
          </a:p>
        </p:txBody>
      </p:sp>
      <p:sp>
        <p:nvSpPr>
          <p:cNvPr id="3" name="object 3"/>
          <p:cNvSpPr txBox="1">
            <a:spLocks noGrp="1"/>
          </p:cNvSpPr>
          <p:nvPr>
            <p:ph type="body" idx="1"/>
          </p:nvPr>
        </p:nvSpPr>
        <p:spPr>
          <a:xfrm>
            <a:off x="533400" y="843059"/>
            <a:ext cx="11125200" cy="5143075"/>
          </a:xfrm>
          <a:prstGeom prst="rect">
            <a:avLst/>
          </a:prstGeom>
        </p:spPr>
        <p:txBody>
          <a:bodyPr vert="horz" wrap="square" lIns="0" tIns="13335" rIns="0" bIns="0" rtlCol="0">
            <a:spAutoFit/>
          </a:bodyPr>
          <a:lstStyle/>
          <a:p>
            <a:pPr marL="12700" algn="just">
              <a:lnSpc>
                <a:spcPts val="2280"/>
              </a:lnSpc>
              <a:spcBef>
                <a:spcPts val="105"/>
              </a:spcBef>
              <a:tabLst>
                <a:tab pos="240665" algn="l"/>
              </a:tabLst>
            </a:pPr>
            <a:r>
              <a:rPr lang="en-IN" spc="-10" dirty="0">
                <a:latin typeface="Times New Roman" panose="02020603050405020304" pitchFamily="18" charset="0"/>
                <a:cs typeface="Times New Roman" panose="02020603050405020304" pitchFamily="18" charset="0"/>
              </a:rPr>
              <a:t>[1]. V. Manoj, G. Bharadwaj, and N. R. P. A. Eswar, “Arduino Based Programmed Railway Track Crack Monitoring Vehicle”, International Journal of Engineering and Advanced Technology (IJEAT), ISSN: 2249-8958 (Online), Volume-8 Issue-6, August 2019.</a:t>
            </a:r>
          </a:p>
          <a:p>
            <a:pPr marL="12700" algn="just">
              <a:lnSpc>
                <a:spcPts val="2280"/>
              </a:lnSpc>
              <a:spcBef>
                <a:spcPts val="105"/>
              </a:spcBef>
              <a:tabLst>
                <a:tab pos="240665" algn="l"/>
              </a:tabLst>
            </a:pPr>
            <a:r>
              <a:rPr lang="en-US" spc="-10" dirty="0">
                <a:latin typeface="Times New Roman" panose="02020603050405020304" pitchFamily="18" charset="0"/>
                <a:cs typeface="Times New Roman" panose="02020603050405020304" pitchFamily="18" charset="0"/>
              </a:rPr>
              <a:t>[2].N. </a:t>
            </a:r>
            <a:r>
              <a:rPr lang="en-US" spc="-10" dirty="0" err="1">
                <a:latin typeface="Times New Roman" panose="02020603050405020304" pitchFamily="18" charset="0"/>
                <a:cs typeface="Times New Roman" panose="02020603050405020304" pitchFamily="18" charset="0"/>
              </a:rPr>
              <a:t>Benitta</a:t>
            </a:r>
            <a:r>
              <a:rPr lang="en-US" spc="-10" dirty="0">
                <a:latin typeface="Times New Roman" panose="02020603050405020304" pitchFamily="18" charset="0"/>
                <a:cs typeface="Times New Roman" panose="02020603050405020304" pitchFamily="18" charset="0"/>
              </a:rPr>
              <a:t>, JV. </a:t>
            </a:r>
            <a:r>
              <a:rPr lang="en-US" spc="-10" dirty="0" err="1">
                <a:latin typeface="Times New Roman" panose="02020603050405020304" pitchFamily="18" charset="0"/>
                <a:cs typeface="Times New Roman" panose="02020603050405020304" pitchFamily="18" charset="0"/>
              </a:rPr>
              <a:t>Belfya</a:t>
            </a:r>
            <a:r>
              <a:rPr lang="en-US" spc="-10" dirty="0">
                <a:latin typeface="Times New Roman" panose="02020603050405020304" pitchFamily="18" charset="0"/>
                <a:cs typeface="Times New Roman" panose="02020603050405020304" pitchFamily="18" charset="0"/>
              </a:rPr>
              <a:t>, J. </a:t>
            </a:r>
            <a:r>
              <a:rPr lang="en-US" spc="-10" dirty="0" err="1">
                <a:latin typeface="Times New Roman" panose="02020603050405020304" pitchFamily="18" charset="0"/>
                <a:cs typeface="Times New Roman" panose="02020603050405020304" pitchFamily="18" charset="0"/>
              </a:rPr>
              <a:t>Jancy</a:t>
            </a:r>
            <a:r>
              <a:rPr lang="en-US" spc="-10" dirty="0">
                <a:latin typeface="Times New Roman" panose="02020603050405020304" pitchFamily="18" charset="0"/>
                <a:cs typeface="Times New Roman" panose="02020603050405020304" pitchFamily="18" charset="0"/>
              </a:rPr>
              <a:t>, and Prof. J. </a:t>
            </a:r>
            <a:r>
              <a:rPr lang="en-US" spc="-10" dirty="0" err="1">
                <a:latin typeface="Times New Roman" panose="02020603050405020304" pitchFamily="18" charset="0"/>
                <a:cs typeface="Times New Roman" panose="02020603050405020304" pitchFamily="18" charset="0"/>
              </a:rPr>
              <a:t>ShriSaranyaa</a:t>
            </a:r>
            <a:r>
              <a:rPr lang="en-US" spc="-10" dirty="0">
                <a:latin typeface="Times New Roman" panose="02020603050405020304" pitchFamily="18" charset="0"/>
                <a:cs typeface="Times New Roman" panose="02020603050405020304" pitchFamily="18" charset="0"/>
              </a:rPr>
              <a:t>, “Railway Track Crack and Obstacle Detection using Arduino”, International Research Journal of Engineering and Technology </a:t>
            </a:r>
          </a:p>
          <a:p>
            <a:pPr marL="12700" algn="just">
              <a:lnSpc>
                <a:spcPts val="2280"/>
              </a:lnSpc>
              <a:spcBef>
                <a:spcPts val="105"/>
              </a:spcBef>
              <a:tabLst>
                <a:tab pos="240665" algn="l"/>
              </a:tabLst>
            </a:pPr>
            <a:r>
              <a:rPr lang="en-US" spc="-10" dirty="0">
                <a:latin typeface="Times New Roman" panose="02020603050405020304" pitchFamily="18" charset="0"/>
                <a:cs typeface="Times New Roman" panose="02020603050405020304" pitchFamily="18" charset="0"/>
              </a:rPr>
              <a:t>(IRJET), Volume: 06, Issue: 02, Feb 2019.</a:t>
            </a:r>
            <a:endParaRPr lang="en-IN" spc="-10" dirty="0">
              <a:latin typeface="Times New Roman" panose="02020603050405020304" pitchFamily="18" charset="0"/>
              <a:cs typeface="Times New Roman" panose="02020603050405020304" pitchFamily="18" charset="0"/>
            </a:endParaRPr>
          </a:p>
          <a:p>
            <a:pPr marL="12700" algn="just">
              <a:lnSpc>
                <a:spcPts val="2280"/>
              </a:lnSpc>
              <a:spcBef>
                <a:spcPts val="105"/>
              </a:spcBef>
              <a:tabLst>
                <a:tab pos="240665" algn="l"/>
              </a:tabLst>
            </a:pPr>
            <a:r>
              <a:rPr lang="en-IN" spc="-10" dirty="0">
                <a:latin typeface="Times New Roman" panose="02020603050405020304" pitchFamily="18" charset="0"/>
                <a:cs typeface="Times New Roman" panose="02020603050405020304" pitchFamily="18" charset="0"/>
              </a:rPr>
              <a:t>[3].Arun Kumar </a:t>
            </a:r>
            <a:r>
              <a:rPr lang="en-IN" spc="-10" dirty="0" err="1">
                <a:latin typeface="Times New Roman" panose="02020603050405020304" pitchFamily="18" charset="0"/>
                <a:cs typeface="Times New Roman" panose="02020603050405020304" pitchFamily="18" charset="0"/>
              </a:rPr>
              <a:t>R,Vanishree</a:t>
            </a:r>
            <a:r>
              <a:rPr lang="en-IN" spc="-10" dirty="0">
                <a:latin typeface="Times New Roman" panose="02020603050405020304" pitchFamily="18" charset="0"/>
                <a:cs typeface="Times New Roman" panose="02020603050405020304" pitchFamily="18" charset="0"/>
              </a:rPr>
              <a:t> K, Shweta </a:t>
            </a:r>
            <a:r>
              <a:rPr lang="en-IN" spc="-10" dirty="0" err="1">
                <a:latin typeface="Times New Roman" panose="02020603050405020304" pitchFamily="18" charset="0"/>
                <a:cs typeface="Times New Roman" panose="02020603050405020304" pitchFamily="18" charset="0"/>
              </a:rPr>
              <a:t>K,Nandini</a:t>
            </a:r>
            <a:r>
              <a:rPr lang="en-IN" spc="-10" dirty="0">
                <a:latin typeface="Times New Roman" panose="02020603050405020304" pitchFamily="18" charset="0"/>
                <a:cs typeface="Times New Roman" panose="02020603050405020304" pitchFamily="18" charset="0"/>
              </a:rPr>
              <a:t> C, Shweta </a:t>
            </a:r>
            <a:r>
              <a:rPr lang="en-IN" spc="-10" dirty="0" err="1">
                <a:latin typeface="Times New Roman" panose="02020603050405020304" pitchFamily="18" charset="0"/>
                <a:cs typeface="Times New Roman" panose="02020603050405020304" pitchFamily="18" charset="0"/>
              </a:rPr>
              <a:t>G"Railway</a:t>
            </a:r>
            <a:r>
              <a:rPr lang="en-IN" spc="-10" dirty="0">
                <a:latin typeface="Times New Roman" panose="02020603050405020304" pitchFamily="18" charset="0"/>
                <a:cs typeface="Times New Roman" panose="02020603050405020304" pitchFamily="18" charset="0"/>
              </a:rPr>
              <a:t> Track Crack </a:t>
            </a:r>
            <a:r>
              <a:rPr lang="en-IN" spc="-10" dirty="0" err="1">
                <a:latin typeface="Times New Roman" panose="02020603050405020304" pitchFamily="18" charset="0"/>
                <a:cs typeface="Times New Roman" panose="02020603050405020304" pitchFamily="18" charset="0"/>
              </a:rPr>
              <a:t>Detection"International</a:t>
            </a:r>
            <a:r>
              <a:rPr lang="en-IN" spc="-10" dirty="0">
                <a:latin typeface="Times New Roman" panose="02020603050405020304" pitchFamily="18" charset="0"/>
                <a:cs typeface="Times New Roman" panose="02020603050405020304" pitchFamily="18" charset="0"/>
              </a:rPr>
              <a:t> Journal of Engineering Research &amp; Technology (IJERT)</a:t>
            </a:r>
          </a:p>
          <a:p>
            <a:pPr marL="12700" algn="just">
              <a:lnSpc>
                <a:spcPts val="2280"/>
              </a:lnSpc>
              <a:spcBef>
                <a:spcPts val="105"/>
              </a:spcBef>
              <a:tabLst>
                <a:tab pos="240665" algn="l"/>
              </a:tabLst>
            </a:pPr>
            <a:r>
              <a:rPr lang="en-IN" spc="-10" dirty="0">
                <a:latin typeface="Times New Roman" panose="02020603050405020304" pitchFamily="18" charset="0"/>
                <a:cs typeface="Times New Roman" panose="02020603050405020304" pitchFamily="18" charset="0"/>
              </a:rPr>
              <a:t>ISSN: 2278-0181Published </a:t>
            </a:r>
            <a:r>
              <a:rPr lang="en-IN" spc="-10" dirty="0" err="1">
                <a:latin typeface="Times New Roman" panose="02020603050405020304" pitchFamily="18" charset="0"/>
                <a:cs typeface="Times New Roman" panose="02020603050405020304" pitchFamily="18" charset="0"/>
              </a:rPr>
              <a:t>by,NCAIT</a:t>
            </a:r>
            <a:r>
              <a:rPr lang="en-IN" spc="-10" dirty="0">
                <a:latin typeface="Times New Roman" panose="02020603050405020304" pitchFamily="18" charset="0"/>
                <a:cs typeface="Times New Roman" panose="02020603050405020304" pitchFamily="18" charset="0"/>
              </a:rPr>
              <a:t> – 2020.</a:t>
            </a:r>
          </a:p>
          <a:p>
            <a:pPr marL="12700" algn="just">
              <a:lnSpc>
                <a:spcPts val="2280"/>
              </a:lnSpc>
              <a:spcBef>
                <a:spcPts val="105"/>
              </a:spcBef>
              <a:tabLst>
                <a:tab pos="240665" algn="l"/>
              </a:tabLst>
            </a:pPr>
            <a:r>
              <a:rPr lang="en-IN" spc="-10" dirty="0">
                <a:latin typeface="Times New Roman" panose="02020603050405020304" pitchFamily="18" charset="0"/>
                <a:cs typeface="Times New Roman" panose="02020603050405020304" pitchFamily="18" charset="0"/>
              </a:rPr>
              <a:t> </a:t>
            </a:r>
            <a:r>
              <a:rPr lang="en-IN" spc="-10" dirty="0">
                <a:latin typeface="Times New Roman" panose="02020603050405020304" pitchFamily="18" charset="0"/>
                <a:cs typeface="Times New Roman" panose="02020603050405020304" pitchFamily="18" charset="0"/>
                <a:hlinkClick r:id="rId3"/>
              </a:rPr>
              <a:t>www.ijert.org</a:t>
            </a:r>
            <a:endParaRPr lang="en-IN" spc="-10" dirty="0">
              <a:latin typeface="Times New Roman" panose="02020603050405020304" pitchFamily="18" charset="0"/>
              <a:cs typeface="Times New Roman" panose="02020603050405020304" pitchFamily="18" charset="0"/>
            </a:endParaRPr>
          </a:p>
          <a:p>
            <a:pPr marL="12700" algn="just">
              <a:lnSpc>
                <a:spcPts val="2280"/>
              </a:lnSpc>
              <a:spcBef>
                <a:spcPts val="105"/>
              </a:spcBef>
              <a:tabLst>
                <a:tab pos="240665" algn="l"/>
              </a:tabLst>
            </a:pPr>
            <a:r>
              <a:rPr lang="en-IN" spc="-10" dirty="0">
                <a:latin typeface="Times New Roman" panose="02020603050405020304" pitchFamily="18" charset="0"/>
                <a:cs typeface="Times New Roman" panose="02020603050405020304" pitchFamily="18" charset="0"/>
              </a:rPr>
              <a:t>[4]. N. L. Bhojwani, A. S. Ansari, S.S. </a:t>
            </a:r>
            <a:r>
              <a:rPr lang="en-IN" spc="-10" dirty="0" err="1">
                <a:latin typeface="Times New Roman" panose="02020603050405020304" pitchFamily="18" charset="0"/>
                <a:cs typeface="Times New Roman" panose="02020603050405020304" pitchFamily="18" charset="0"/>
              </a:rPr>
              <a:t>Jirge</a:t>
            </a:r>
            <a:r>
              <a:rPr lang="en-IN" spc="-10" dirty="0">
                <a:latin typeface="Times New Roman" panose="02020603050405020304" pitchFamily="18" charset="0"/>
                <a:cs typeface="Times New Roman" panose="02020603050405020304" pitchFamily="18" charset="0"/>
              </a:rPr>
              <a:t>, M. B. </a:t>
            </a:r>
            <a:r>
              <a:rPr lang="en-IN" spc="-10" dirty="0" err="1">
                <a:latin typeface="Times New Roman" panose="02020603050405020304" pitchFamily="18" charset="0"/>
                <a:cs typeface="Times New Roman" panose="02020603050405020304" pitchFamily="18" charset="0"/>
              </a:rPr>
              <a:t>Baviskar</a:t>
            </a:r>
            <a:r>
              <a:rPr lang="en-IN" spc="-10" dirty="0">
                <a:latin typeface="Times New Roman" panose="02020603050405020304" pitchFamily="18" charset="0"/>
                <a:cs typeface="Times New Roman" panose="02020603050405020304" pitchFamily="18" charset="0"/>
              </a:rPr>
              <a:t>, and D. N. Pawar, “Railway Track - Crack Detection System by using Arduino Microcontroller”, International Journal of Scientific Research and Engineering Development, Volume 3, Issues 2 Mar - Apr 2020.</a:t>
            </a:r>
          </a:p>
          <a:p>
            <a:pPr marL="12700" algn="just">
              <a:lnSpc>
                <a:spcPts val="2280"/>
              </a:lnSpc>
              <a:spcBef>
                <a:spcPts val="105"/>
              </a:spcBef>
              <a:tabLst>
                <a:tab pos="240665" algn="l"/>
              </a:tabLst>
            </a:pPr>
            <a:r>
              <a:rPr lang="en-IN" spc="-10" dirty="0">
                <a:latin typeface="Times New Roman" panose="02020603050405020304" pitchFamily="18" charset="0"/>
                <a:cs typeface="Times New Roman" panose="02020603050405020304" pitchFamily="18" charset="0"/>
              </a:rPr>
              <a:t>[5]. C. Aniket, B. </a:t>
            </a:r>
            <a:r>
              <a:rPr lang="en-IN" spc="-10" dirty="0" err="1">
                <a:latin typeface="Times New Roman" panose="02020603050405020304" pitchFamily="18" charset="0"/>
                <a:cs typeface="Times New Roman" panose="02020603050405020304" pitchFamily="18" charset="0"/>
              </a:rPr>
              <a:t>Shyamsundar</a:t>
            </a:r>
            <a:r>
              <a:rPr lang="en-IN" spc="-10" dirty="0">
                <a:latin typeface="Times New Roman" panose="02020603050405020304" pitchFamily="18" charset="0"/>
                <a:cs typeface="Times New Roman" panose="02020603050405020304" pitchFamily="18" charset="0"/>
              </a:rPr>
              <a:t>, K. </a:t>
            </a:r>
            <a:r>
              <a:rPr lang="en-IN" spc="-10" dirty="0" err="1">
                <a:latin typeface="Times New Roman" panose="02020603050405020304" pitchFamily="18" charset="0"/>
                <a:cs typeface="Times New Roman" panose="02020603050405020304" pitchFamily="18" charset="0"/>
              </a:rPr>
              <a:t>Soutrik</a:t>
            </a:r>
            <a:r>
              <a:rPr lang="en-IN" spc="-10" dirty="0">
                <a:latin typeface="Times New Roman" panose="02020603050405020304" pitchFamily="18" charset="0"/>
                <a:cs typeface="Times New Roman" panose="02020603050405020304" pitchFamily="18" charset="0"/>
              </a:rPr>
              <a:t>, D. Koushik, and D. </a:t>
            </a:r>
            <a:r>
              <a:rPr lang="en-IN" spc="-10" dirty="0" err="1">
                <a:latin typeface="Times New Roman" panose="02020603050405020304" pitchFamily="18" charset="0"/>
                <a:cs typeface="Times New Roman" panose="02020603050405020304" pitchFamily="18" charset="0"/>
              </a:rPr>
              <a:t>Susmita</a:t>
            </a:r>
            <a:r>
              <a:rPr lang="en-IN" spc="-10" dirty="0">
                <a:latin typeface="Times New Roman" panose="02020603050405020304" pitchFamily="18" charset="0"/>
                <a:cs typeface="Times New Roman" panose="02020603050405020304" pitchFamily="18" charset="0"/>
              </a:rPr>
              <a:t>, “Automated Crack Detection of Railway Track”, IOSR Journal of Electrical and Electronics Engineering (IOSR-JEEE), </a:t>
            </a:r>
          </a:p>
          <a:p>
            <a:pPr marL="12700" algn="just">
              <a:lnSpc>
                <a:spcPts val="2280"/>
              </a:lnSpc>
              <a:spcBef>
                <a:spcPts val="105"/>
              </a:spcBef>
              <a:tabLst>
                <a:tab pos="240665" algn="l"/>
              </a:tabLst>
            </a:pPr>
            <a:r>
              <a:rPr lang="en-IN" spc="-10" dirty="0">
                <a:latin typeface="Times New Roman" panose="02020603050405020304" pitchFamily="18" charset="0"/>
                <a:cs typeface="Times New Roman" panose="02020603050405020304" pitchFamily="18" charset="0"/>
              </a:rPr>
              <a:t>Volume 15, Issue 6 Ser. I (Nov. – Dec. 2020), PP 60-64.</a:t>
            </a:r>
          </a:p>
          <a:p>
            <a:pPr marL="12700" algn="just">
              <a:lnSpc>
                <a:spcPts val="2280"/>
              </a:lnSpc>
              <a:spcBef>
                <a:spcPts val="105"/>
              </a:spcBef>
              <a:tabLst>
                <a:tab pos="240665" algn="l"/>
              </a:tabLst>
            </a:pPr>
            <a:endParaRPr spc="-10" dirty="0"/>
          </a:p>
        </p:txBody>
      </p:sp>
      <p:sp>
        <p:nvSpPr>
          <p:cNvPr id="6" name="Slide Number Placeholder 5">
            <a:extLst>
              <a:ext uri="{FF2B5EF4-FFF2-40B4-BE49-F238E27FC236}">
                <a16:creationId xmlns:a16="http://schemas.microsoft.com/office/drawing/2014/main" id="{50BBBB01-A4D0-6316-5BAC-68DAC3596DF0}"/>
              </a:ext>
            </a:extLst>
          </p:cNvPr>
          <p:cNvSpPr>
            <a:spLocks noGrp="1"/>
          </p:cNvSpPr>
          <p:nvPr>
            <p:ph type="sldNum" sz="quarter" idx="7"/>
          </p:nvPr>
        </p:nvSpPr>
        <p:spPr/>
        <p:txBody>
          <a:bodyPr/>
          <a:lstStyle/>
          <a:p>
            <a:pPr marL="38100">
              <a:lnSpc>
                <a:spcPts val="1240"/>
              </a:lnSpc>
            </a:pPr>
            <a:fld id="{81D60167-4931-47E6-BA6A-407CBD079E47}" type="slidenum">
              <a:rPr lang="en-IN" spc="-25" smtClean="0"/>
              <a:t>25</a:t>
            </a:fld>
            <a:endParaRPr lang="en-IN" spc="-25"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7EC83F53-FBEC-7240-DE45-8183C509DDE1}"/>
              </a:ext>
            </a:extLst>
          </p:cNvPr>
          <p:cNvSpPr>
            <a:spLocks noGrp="1"/>
          </p:cNvSpPr>
          <p:nvPr>
            <p:ph type="dt" sz="half" idx="6"/>
          </p:nvPr>
        </p:nvSpPr>
        <p:spPr>
          <a:xfrm>
            <a:off x="417068" y="6335064"/>
            <a:ext cx="1333728" cy="370536"/>
          </a:xfrm>
        </p:spPr>
        <p:txBody>
          <a:bodyPr/>
          <a:lstStyle/>
          <a:p>
            <a:pPr marL="234315">
              <a:lnSpc>
                <a:spcPts val="1240"/>
              </a:lnSpc>
            </a:pPr>
            <a:fld id="{7414B9A8-2CA3-4EE5-9DFA-1FF20A7A780E}" type="datetime1">
              <a:rPr lang="en-US" spc="-10" smtClean="0"/>
              <a:t>9/23/2024</a:t>
            </a:fld>
            <a:endParaRPr lang="en-US" spc="-10" dirty="0"/>
          </a:p>
        </p:txBody>
      </p:sp>
      <p:sp>
        <p:nvSpPr>
          <p:cNvPr id="5" name="Slide Number Placeholder 4">
            <a:extLst>
              <a:ext uri="{FF2B5EF4-FFF2-40B4-BE49-F238E27FC236}">
                <a16:creationId xmlns:a16="http://schemas.microsoft.com/office/drawing/2014/main" id="{44274D94-28BC-0FDD-6D7E-BDA2F7C53F0D}"/>
              </a:ext>
            </a:extLst>
          </p:cNvPr>
          <p:cNvSpPr>
            <a:spLocks noGrp="1"/>
          </p:cNvSpPr>
          <p:nvPr>
            <p:ph type="sldNum" sz="quarter" idx="7"/>
          </p:nvPr>
        </p:nvSpPr>
        <p:spPr/>
        <p:txBody>
          <a:bodyPr/>
          <a:lstStyle/>
          <a:p>
            <a:pPr marL="38100">
              <a:lnSpc>
                <a:spcPts val="1240"/>
              </a:lnSpc>
            </a:pPr>
            <a:fld id="{81D60167-4931-47E6-BA6A-407CBD079E47}" type="slidenum">
              <a:rPr lang="en-IN" spc="-25" smtClean="0"/>
              <a:t>26</a:t>
            </a:fld>
            <a:endParaRPr lang="en-IN" spc="-25" dirty="0"/>
          </a:p>
        </p:txBody>
      </p:sp>
      <p:sp>
        <p:nvSpPr>
          <p:cNvPr id="7" name="TextBox 6">
            <a:extLst>
              <a:ext uri="{FF2B5EF4-FFF2-40B4-BE49-F238E27FC236}">
                <a16:creationId xmlns:a16="http://schemas.microsoft.com/office/drawing/2014/main" id="{D0C4CFC0-B3CA-79A8-AA2B-563CCED1F90D}"/>
              </a:ext>
            </a:extLst>
          </p:cNvPr>
          <p:cNvSpPr txBox="1"/>
          <p:nvPr/>
        </p:nvSpPr>
        <p:spPr>
          <a:xfrm>
            <a:off x="285750" y="142845"/>
            <a:ext cx="11620500" cy="6414577"/>
          </a:xfrm>
          <a:prstGeom prst="rect">
            <a:avLst/>
          </a:prstGeom>
          <a:noFill/>
        </p:spPr>
        <p:txBody>
          <a:bodyPr wrap="square">
            <a:spAutoFit/>
          </a:bodyPr>
          <a:lstStyle/>
          <a:p>
            <a:pPr marL="12700" algn="just">
              <a:lnSpc>
                <a:spcPts val="2280"/>
              </a:lnSpc>
              <a:spcBef>
                <a:spcPts val="105"/>
              </a:spcBef>
              <a:tabLst>
                <a:tab pos="240665" algn="l"/>
              </a:tabLst>
            </a:pPr>
            <a:r>
              <a:rPr lang="en-IN" sz="2000" spc="-10" dirty="0">
                <a:latin typeface="Times New Roman" panose="02020603050405020304" pitchFamily="18" charset="0"/>
                <a:cs typeface="Times New Roman" panose="02020603050405020304" pitchFamily="18" charset="0"/>
              </a:rPr>
              <a:t>[6]. N. L. Bhojwani, A.S. Ansari, S. </a:t>
            </a:r>
            <a:r>
              <a:rPr lang="en-IN" sz="2000" spc="-10" dirty="0" err="1">
                <a:latin typeface="Times New Roman" panose="02020603050405020304" pitchFamily="18" charset="0"/>
                <a:cs typeface="Times New Roman" panose="02020603050405020304" pitchFamily="18" charset="0"/>
              </a:rPr>
              <a:t>S.Jirge</a:t>
            </a:r>
            <a:r>
              <a:rPr lang="en-IN" sz="2000" spc="-10" dirty="0">
                <a:latin typeface="Times New Roman" panose="02020603050405020304" pitchFamily="18" charset="0"/>
                <a:cs typeface="Times New Roman" panose="02020603050405020304" pitchFamily="18" charset="0"/>
              </a:rPr>
              <a:t>, M. </a:t>
            </a:r>
            <a:r>
              <a:rPr lang="en-IN" sz="2000" spc="-10" dirty="0" err="1">
                <a:latin typeface="Times New Roman" panose="02020603050405020304" pitchFamily="18" charset="0"/>
                <a:cs typeface="Times New Roman" panose="02020603050405020304" pitchFamily="18" charset="0"/>
              </a:rPr>
              <a:t>B.Baviskar</a:t>
            </a:r>
            <a:r>
              <a:rPr lang="en-IN" sz="2000" spc="-10" dirty="0">
                <a:latin typeface="Times New Roman" panose="02020603050405020304" pitchFamily="18" charset="0"/>
                <a:cs typeface="Times New Roman" panose="02020603050405020304" pitchFamily="18" charset="0"/>
              </a:rPr>
              <a:t>, D. </a:t>
            </a:r>
            <a:r>
              <a:rPr lang="en-IN" sz="2000" spc="-10" dirty="0" err="1">
                <a:latin typeface="Times New Roman" panose="02020603050405020304" pitchFamily="18" charset="0"/>
                <a:cs typeface="Times New Roman" panose="02020603050405020304" pitchFamily="18" charset="0"/>
              </a:rPr>
              <a:t>N.Pawar</a:t>
            </a:r>
            <a:r>
              <a:rPr lang="en-IN" sz="2000" spc="-10" dirty="0">
                <a:latin typeface="Times New Roman" panose="02020603050405020304" pitchFamily="18" charset="0"/>
                <a:cs typeface="Times New Roman" panose="02020603050405020304" pitchFamily="18" charset="0"/>
              </a:rPr>
              <a:t>, "RAILWAY TRACK – CRACK  DETECTION SYSTEM BY USING ARDUINO MICROCONTROLLER“ International Journal of Engineering Applied Sciences and Technology, 2021 </a:t>
            </a:r>
          </a:p>
          <a:p>
            <a:pPr marL="12700" algn="just">
              <a:lnSpc>
                <a:spcPts val="2280"/>
              </a:lnSpc>
              <a:spcBef>
                <a:spcPts val="105"/>
              </a:spcBef>
              <a:tabLst>
                <a:tab pos="240665" algn="l"/>
              </a:tabLst>
            </a:pPr>
            <a:r>
              <a:rPr lang="en-IN" sz="2000" spc="-10" dirty="0">
                <a:latin typeface="Times New Roman" panose="02020603050405020304" pitchFamily="18" charset="0"/>
                <a:cs typeface="Times New Roman" panose="02020603050405020304" pitchFamily="18" charset="0"/>
              </a:rPr>
              <a:t> Vol. 6, Issue 5, ISSN No. 2455-2143, Pages 288-292(</a:t>
            </a:r>
            <a:r>
              <a:rPr lang="en-IN" sz="2000" spc="-10" dirty="0">
                <a:latin typeface="Times New Roman" panose="02020603050405020304" pitchFamily="18" charset="0"/>
                <a:cs typeface="Times New Roman" panose="02020603050405020304" pitchFamily="18" charset="0"/>
                <a:hlinkClick r:id="rId2"/>
              </a:rPr>
              <a:t>http://www.ijeast.com</a:t>
            </a:r>
            <a:r>
              <a:rPr lang="en-IN" sz="2000" spc="-10" dirty="0">
                <a:latin typeface="Times New Roman" panose="02020603050405020304" pitchFamily="18" charset="0"/>
                <a:cs typeface="Times New Roman" panose="02020603050405020304" pitchFamily="18" charset="0"/>
              </a:rPr>
              <a:t>)</a:t>
            </a:r>
          </a:p>
          <a:p>
            <a:pPr marL="12700" algn="just">
              <a:lnSpc>
                <a:spcPts val="2280"/>
              </a:lnSpc>
              <a:spcBef>
                <a:spcPts val="105"/>
              </a:spcBef>
              <a:tabLst>
                <a:tab pos="240665" algn="l"/>
              </a:tabLst>
            </a:pPr>
            <a:r>
              <a:rPr lang="en-IN" sz="2000" spc="-10" dirty="0">
                <a:latin typeface="Times New Roman" panose="02020603050405020304" pitchFamily="18" charset="0"/>
                <a:cs typeface="Times New Roman" panose="02020603050405020304" pitchFamily="18" charset="0"/>
              </a:rPr>
              <a:t> [7]. </a:t>
            </a:r>
            <a:r>
              <a:rPr lang="en-IN" sz="2000" spc="-10" dirty="0" err="1">
                <a:latin typeface="Times New Roman" panose="02020603050405020304" pitchFamily="18" charset="0"/>
                <a:cs typeface="Times New Roman" panose="02020603050405020304" pitchFamily="18" charset="0"/>
              </a:rPr>
              <a:t>Roushan</a:t>
            </a:r>
            <a:r>
              <a:rPr lang="en-IN" sz="2000" spc="-10" dirty="0">
                <a:latin typeface="Times New Roman" panose="02020603050405020304" pitchFamily="18" charset="0"/>
                <a:cs typeface="Times New Roman" panose="02020603050405020304" pitchFamily="18" charset="0"/>
              </a:rPr>
              <a:t> Kumar Prasad, Dheeraj Kumar and Mr. Novel Kumar Sahu, “Study of Railway Track Crack Detection System”, International Journal for Research in Engineering Application &amp; </a:t>
            </a:r>
          </a:p>
          <a:p>
            <a:pPr marL="12700" algn="just">
              <a:lnSpc>
                <a:spcPts val="2280"/>
              </a:lnSpc>
              <a:spcBef>
                <a:spcPts val="105"/>
              </a:spcBef>
              <a:tabLst>
                <a:tab pos="240665" algn="l"/>
              </a:tabLst>
            </a:pPr>
            <a:r>
              <a:rPr lang="en-IN" sz="2000" spc="-10" dirty="0">
                <a:latin typeface="Times New Roman" panose="02020603050405020304" pitchFamily="18" charset="0"/>
                <a:cs typeface="Times New Roman" panose="02020603050405020304" pitchFamily="18" charset="0"/>
              </a:rPr>
              <a:t>Management (IJREAM), ISSN: 2454-9150, Vol-08, Issue-01, APR </a:t>
            </a:r>
          </a:p>
          <a:p>
            <a:pPr marL="12700" algn="just">
              <a:lnSpc>
                <a:spcPts val="2280"/>
              </a:lnSpc>
              <a:spcBef>
                <a:spcPts val="105"/>
              </a:spcBef>
              <a:tabLst>
                <a:tab pos="240665" algn="l"/>
              </a:tabLst>
            </a:pPr>
            <a:r>
              <a:rPr lang="en-IN" sz="2000" spc="-10" dirty="0">
                <a:latin typeface="Times New Roman" panose="02020603050405020304" pitchFamily="18" charset="0"/>
                <a:cs typeface="Times New Roman" panose="02020603050405020304" pitchFamily="18" charset="0"/>
              </a:rPr>
              <a:t>2022.</a:t>
            </a:r>
            <a:endParaRPr lang="en-IN" sz="2000" u="sng" spc="-10" dirty="0">
              <a:solidFill>
                <a:srgbClr val="00B0F0"/>
              </a:solidFill>
              <a:latin typeface="Times New Roman" panose="02020603050405020304" pitchFamily="18" charset="0"/>
              <a:cs typeface="Times New Roman" panose="02020603050405020304" pitchFamily="18" charset="0"/>
            </a:endParaRPr>
          </a:p>
          <a:p>
            <a:pPr marL="12700" algn="just">
              <a:lnSpc>
                <a:spcPts val="2280"/>
              </a:lnSpc>
              <a:spcBef>
                <a:spcPts val="105"/>
              </a:spcBef>
              <a:tabLst>
                <a:tab pos="240665" algn="l"/>
              </a:tabLst>
            </a:pPr>
            <a:r>
              <a:rPr lang="en-IN" sz="2000" spc="-10" dirty="0">
                <a:latin typeface="Times New Roman" panose="02020603050405020304" pitchFamily="18" charset="0"/>
                <a:cs typeface="Times New Roman" panose="02020603050405020304" pitchFamily="18" charset="0"/>
              </a:rPr>
              <a:t>[8] Gaurav Bambal1, Mohit Patil2, Nikhil Khewale3 Prof. G. A. Thakur4"Advanced Railway Accident Prevention and Track Fault Detection Module using Raspberry-PI "International Journal for Research in Applied Science &amp; Engineering Technology (IJRASET) ISSN: 2321-9653; Volume 11 Issue VII Jul 2023- Available at </a:t>
            </a:r>
            <a:r>
              <a:rPr lang="en-IN" sz="2000" spc="-10" dirty="0">
                <a:latin typeface="Times New Roman" panose="02020603050405020304" pitchFamily="18" charset="0"/>
                <a:cs typeface="Times New Roman" panose="02020603050405020304" pitchFamily="18" charset="0"/>
                <a:hlinkClick r:id="rId3"/>
              </a:rPr>
              <a:t>www.ijraset.com</a:t>
            </a:r>
            <a:endParaRPr lang="en-IN" sz="2000" spc="-10" dirty="0">
              <a:latin typeface="Times New Roman" panose="02020603050405020304" pitchFamily="18" charset="0"/>
              <a:cs typeface="Times New Roman" panose="02020603050405020304" pitchFamily="18" charset="0"/>
            </a:endParaRPr>
          </a:p>
          <a:p>
            <a:pPr marL="12700" algn="just">
              <a:lnSpc>
                <a:spcPts val="2280"/>
              </a:lnSpc>
              <a:spcBef>
                <a:spcPts val="105"/>
              </a:spcBef>
              <a:tabLst>
                <a:tab pos="240665" algn="l"/>
              </a:tabLst>
            </a:pPr>
            <a:r>
              <a:rPr lang="en-IN" sz="2000" spc="-10" dirty="0">
                <a:latin typeface="Times New Roman" panose="02020603050405020304" pitchFamily="18" charset="0"/>
                <a:cs typeface="Times New Roman" panose="02020603050405020304" pitchFamily="18" charset="0"/>
              </a:rPr>
              <a:t>[9] Ramya C R1, Abhishek Y2, Karan Mahalatkar3, Stephen FS4"Experimental Study of Railway Track Crack Detection Using Arduino“ International Research Journal of Engineering and Technology (IRJET) e-ISSN: 2395-0056 Volume: 10 Issue: 08 | Aug 2023 .</a:t>
            </a:r>
          </a:p>
          <a:p>
            <a:pPr marL="12700" algn="just">
              <a:lnSpc>
                <a:spcPts val="2280"/>
              </a:lnSpc>
              <a:spcBef>
                <a:spcPts val="105"/>
              </a:spcBef>
              <a:tabLst>
                <a:tab pos="240665" algn="l"/>
              </a:tabLst>
            </a:pPr>
            <a:r>
              <a:rPr lang="en-IN" sz="2000" spc="-10" dirty="0">
                <a:latin typeface="Times New Roman" panose="02020603050405020304" pitchFamily="18" charset="0"/>
                <a:cs typeface="Times New Roman" panose="02020603050405020304" pitchFamily="18" charset="0"/>
                <a:hlinkClick r:id="rId4"/>
              </a:rPr>
              <a:t>www.irjet.net</a:t>
            </a:r>
            <a:r>
              <a:rPr lang="en-IN" sz="2000" spc="-10" dirty="0">
                <a:latin typeface="Times New Roman" panose="02020603050405020304" pitchFamily="18" charset="0"/>
                <a:cs typeface="Times New Roman" panose="02020603050405020304" pitchFamily="18" charset="0"/>
              </a:rPr>
              <a:t>.</a:t>
            </a:r>
          </a:p>
          <a:p>
            <a:pPr marL="12700" algn="just">
              <a:lnSpc>
                <a:spcPts val="2280"/>
              </a:lnSpc>
              <a:spcBef>
                <a:spcPts val="105"/>
              </a:spcBef>
              <a:tabLst>
                <a:tab pos="240665" algn="l"/>
              </a:tabLst>
            </a:pPr>
            <a:r>
              <a:rPr lang="en-IN" sz="2000" spc="-10" dirty="0">
                <a:latin typeface="Times New Roman" panose="02020603050405020304" pitchFamily="18" charset="0"/>
                <a:cs typeface="Times New Roman" panose="02020603050405020304" pitchFamily="18" charset="0"/>
              </a:rPr>
              <a:t>[10] Dinesh M1,AshwinK1,Balamurugan S1, Velmurugan C2"AUTOMATIC RAILWAY TRACK CRACK DETECTION SYSTEM USING MICROCONTROLLER &amp; COMMUNICATION USING IoT "International Research Journal of Engineering and Technology (IRJET) e-ISSN: 2395-0056 volume:11 issue:03|Mar 2024.</a:t>
            </a:r>
          </a:p>
          <a:p>
            <a:pPr marL="12700" algn="just">
              <a:lnSpc>
                <a:spcPts val="2280"/>
              </a:lnSpc>
              <a:spcBef>
                <a:spcPts val="105"/>
              </a:spcBef>
              <a:tabLst>
                <a:tab pos="240665" algn="l"/>
              </a:tabLst>
            </a:pPr>
            <a:r>
              <a:rPr lang="en-IN" sz="2000" spc="-10" dirty="0">
                <a:latin typeface="Times New Roman" panose="02020603050405020304" pitchFamily="18" charset="0"/>
                <a:cs typeface="Times New Roman" panose="02020603050405020304" pitchFamily="18" charset="0"/>
                <a:hlinkClick r:id="rId4"/>
              </a:rPr>
              <a:t>www.irjet.net</a:t>
            </a:r>
            <a:endParaRPr lang="en-IN" sz="2000" spc="-10" dirty="0">
              <a:latin typeface="Times New Roman" panose="02020603050405020304" pitchFamily="18" charset="0"/>
              <a:cs typeface="Times New Roman" panose="02020603050405020304" pitchFamily="18" charset="0"/>
            </a:endParaRPr>
          </a:p>
          <a:p>
            <a:pPr marL="12700" algn="just">
              <a:lnSpc>
                <a:spcPts val="2280"/>
              </a:lnSpc>
              <a:spcBef>
                <a:spcPts val="105"/>
              </a:spcBef>
              <a:tabLst>
                <a:tab pos="240665" algn="l"/>
              </a:tabLst>
            </a:pPr>
            <a:endParaRPr lang="en-IN" sz="2000" u="sng" spc="-10" dirty="0">
              <a:solidFill>
                <a:srgbClr val="00B0F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17308901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174363" y="2495169"/>
            <a:ext cx="3614420" cy="848360"/>
          </a:xfrm>
          <a:prstGeom prst="rect">
            <a:avLst/>
          </a:prstGeom>
        </p:spPr>
        <p:txBody>
          <a:bodyPr vert="horz" wrap="square" lIns="0" tIns="12700" rIns="0" bIns="0" rtlCol="0">
            <a:spAutoFit/>
          </a:bodyPr>
          <a:lstStyle/>
          <a:p>
            <a:pPr marL="12700">
              <a:lnSpc>
                <a:spcPct val="100000"/>
              </a:lnSpc>
              <a:spcBef>
                <a:spcPts val="100"/>
              </a:spcBef>
            </a:pPr>
            <a:r>
              <a:rPr sz="5400" dirty="0">
                <a:latin typeface="Carlito"/>
                <a:cs typeface="Carlito"/>
              </a:rPr>
              <a:t>THANK</a:t>
            </a:r>
            <a:r>
              <a:rPr sz="5400" spc="-160" dirty="0">
                <a:latin typeface="Carlito"/>
                <a:cs typeface="Carlito"/>
              </a:rPr>
              <a:t> </a:t>
            </a:r>
            <a:r>
              <a:rPr sz="5400" spc="-20" dirty="0">
                <a:latin typeface="Carlito"/>
                <a:cs typeface="Carlito"/>
              </a:rPr>
              <a:t>YOU.</a:t>
            </a:r>
            <a:endParaRPr sz="5400">
              <a:latin typeface="Carlito"/>
              <a:cs typeface="Carlito"/>
            </a:endParaRPr>
          </a:p>
        </p:txBody>
      </p:sp>
      <p:sp>
        <p:nvSpPr>
          <p:cNvPr id="5" name="Date Placeholder 4">
            <a:extLst>
              <a:ext uri="{FF2B5EF4-FFF2-40B4-BE49-F238E27FC236}">
                <a16:creationId xmlns:a16="http://schemas.microsoft.com/office/drawing/2014/main" id="{4E44B2FC-CA03-C881-FED9-0DE6DD6337FB}"/>
              </a:ext>
            </a:extLst>
          </p:cNvPr>
          <p:cNvSpPr>
            <a:spLocks noGrp="1"/>
          </p:cNvSpPr>
          <p:nvPr>
            <p:ph type="dt" sz="half" idx="6"/>
          </p:nvPr>
        </p:nvSpPr>
        <p:spPr/>
        <p:txBody>
          <a:bodyPr/>
          <a:lstStyle/>
          <a:p>
            <a:pPr marL="234315">
              <a:lnSpc>
                <a:spcPts val="1240"/>
              </a:lnSpc>
            </a:pPr>
            <a:fld id="{1063CFAB-590A-4E8E-BA61-46BFEAD5F490}" type="datetime1">
              <a:rPr lang="en-US" spc="-10" smtClean="0"/>
              <a:t>9/23/2024</a:t>
            </a:fld>
            <a:endParaRPr lang="en-US" spc="-10" dirty="0"/>
          </a:p>
        </p:txBody>
      </p:sp>
      <p:sp>
        <p:nvSpPr>
          <p:cNvPr id="6" name="Slide Number Placeholder 5">
            <a:extLst>
              <a:ext uri="{FF2B5EF4-FFF2-40B4-BE49-F238E27FC236}">
                <a16:creationId xmlns:a16="http://schemas.microsoft.com/office/drawing/2014/main" id="{8EF91514-1BD4-D59C-8AC5-0D6014A433B6}"/>
              </a:ext>
            </a:extLst>
          </p:cNvPr>
          <p:cNvSpPr>
            <a:spLocks noGrp="1"/>
          </p:cNvSpPr>
          <p:nvPr>
            <p:ph type="sldNum" sz="quarter" idx="7"/>
          </p:nvPr>
        </p:nvSpPr>
        <p:spPr/>
        <p:txBody>
          <a:bodyPr/>
          <a:lstStyle/>
          <a:p>
            <a:pPr marL="38100">
              <a:lnSpc>
                <a:spcPts val="1240"/>
              </a:lnSpc>
            </a:pPr>
            <a:fld id="{81D60167-4931-47E6-BA6A-407CBD079E47}" type="slidenum">
              <a:rPr lang="en-IN" spc="-25" smtClean="0"/>
              <a:t>27</a:t>
            </a:fld>
            <a:endParaRPr lang="en-IN" spc="-25"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451</TotalTime>
  <Words>3555</Words>
  <Application>Microsoft Office PowerPoint</Application>
  <PresentationFormat>Widescreen</PresentationFormat>
  <Paragraphs>322</Paragraphs>
  <Slides>27</Slides>
  <Notes>3</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27</vt:i4>
      </vt:variant>
    </vt:vector>
  </HeadingPairs>
  <TitlesOfParts>
    <vt:vector size="33" baseType="lpstr">
      <vt:lpstr>Arial</vt:lpstr>
      <vt:lpstr>Calibri</vt:lpstr>
      <vt:lpstr>Carlito</vt:lpstr>
      <vt:lpstr>Times New Roman</vt:lpstr>
      <vt:lpstr>Wingdings</vt:lpstr>
      <vt:lpstr>Office Theme</vt:lpstr>
      <vt:lpstr>DEPARTMENT OF ELECTRONICS AND COMMUNICATION ENGINEERING</vt:lpstr>
      <vt:lpstr>CONTENTS</vt:lpstr>
      <vt:lpstr>INTRODUCTION</vt:lpstr>
      <vt:lpstr>IMPORTANCE OF THE PROJECT</vt:lpstr>
      <vt:lpstr>ADVANTAGES</vt:lpstr>
      <vt:lpstr>APPLICATIONS</vt:lpstr>
      <vt:lpstr>SOFTWARE AND HARDWARE</vt:lpstr>
      <vt:lpstr>HARDWARE</vt:lpstr>
      <vt:lpstr>ESP-32 Microcontroller</vt:lpstr>
      <vt:lpstr>L293D Motor Driver</vt:lpstr>
      <vt:lpstr>DC BO Motors</vt:lpstr>
      <vt:lpstr>Jumper Wires</vt:lpstr>
      <vt:lpstr>Ultra Sonic Sensor</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Existing Solution:</vt:lpstr>
      <vt:lpstr>PowerPoint Presentation</vt:lpstr>
      <vt:lpstr>REFERENCES</vt:lpstr>
      <vt:lpstr>PowerPoint Presentation</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DEPARTMENT OF ELECTRONICS AND COMMUNICATION ENGINEERING</dc:title>
  <dc:creator>Mohan Babu</dc:creator>
  <cp:lastModifiedBy>Rathlavath Mohan Babu</cp:lastModifiedBy>
  <cp:revision>11</cp:revision>
  <dcterms:created xsi:type="dcterms:W3CDTF">2024-06-01T12:19:05Z</dcterms:created>
  <dcterms:modified xsi:type="dcterms:W3CDTF">2024-09-23T17:51:31Z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LastSaved">
    <vt:filetime>2024-06-01T00:00:00Z</vt:filetime>
  </property>
  <property fmtid="{D5CDD505-2E9C-101B-9397-08002B2CF9AE}" pid="3" name="Producer">
    <vt:lpwstr>3-Heights(TM) PDF Security Shell 4.8.25.2 (http://www.pdf-tools.com)</vt:lpwstr>
  </property>
</Properties>
</file>